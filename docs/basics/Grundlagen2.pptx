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82" r:id="rId3"/>
    <p:sldId id="258" r:id="rId4"/>
    <p:sldId id="283" r:id="rId5"/>
    <p:sldId id="264" r:id="rId6"/>
    <p:sldId id="284" r:id="rId7"/>
    <p:sldId id="267" r:id="rId8"/>
    <p:sldId id="285" r:id="rId9"/>
    <p:sldId id="277" r:id="rId10"/>
    <p:sldId id="286" r:id="rId11"/>
    <p:sldId id="287" r:id="rId12"/>
    <p:sldId id="288" r:id="rId13"/>
    <p:sldId id="271" r:id="rId14"/>
    <p:sldId id="289" r:id="rId15"/>
    <p:sldId id="278" r:id="rId16"/>
    <p:sldId id="296" r:id="rId17"/>
    <p:sldId id="297" r:id="rId18"/>
    <p:sldId id="298" r:id="rId19"/>
    <p:sldId id="299" r:id="rId20"/>
    <p:sldId id="279" r:id="rId21"/>
    <p:sldId id="300" r:id="rId22"/>
    <p:sldId id="301" r:id="rId23"/>
    <p:sldId id="302" r:id="rId24"/>
    <p:sldId id="280" r:id="rId25"/>
    <p:sldId id="304" r:id="rId26"/>
    <p:sldId id="305" r:id="rId27"/>
    <p:sldId id="306" r:id="rId28"/>
    <p:sldId id="307" r:id="rId29"/>
    <p:sldId id="281" r:id="rId30"/>
    <p:sldId id="308" r:id="rId31"/>
    <p:sldId id="309" r:id="rId32"/>
  </p:sldIdLst>
  <p:sldSz cx="12192000" cy="6858000"/>
  <p:notesSz cx="6858000" cy="9144000"/>
  <p:custDataLst>
    <p:tags r:id="rId3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66"/>
    <a:srgbClr val="E3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299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19332"/>
    </p:cViewPr>
  </p:sorterViewPr>
  <p:notesViewPr>
    <p:cSldViewPr snapToGrid="0" showGuides="1">
      <p:cViewPr>
        <p:scale>
          <a:sx n="100" d="100"/>
          <a:sy n="100" d="100"/>
        </p:scale>
        <p:origin x="2616" y="-10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6FC65A0-8324-4D23-9AE4-FBA61BE77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33EE7C-464C-26EA-9FD8-795AC49214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73964-D988-443E-926B-F2B743CC671A}" type="datetimeFigureOut">
              <a:rPr lang="en-US" smtClean="0">
                <a:solidFill>
                  <a:schemeClr val="tx2"/>
                </a:solidFill>
              </a:rPr>
              <a:t>1/12/2026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CD97BE-439A-3645-C9EF-FBC31D45DC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F3448-A7A3-C893-37F0-5C9C988AC6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6DBA6-41ED-4210-8A06-B98CFE871B6E}" type="slidenum">
              <a:rPr lang="en-US" smtClean="0">
                <a:solidFill>
                  <a:schemeClr val="tx2"/>
                </a:solidFill>
              </a:rPr>
              <a:t>‹Nr.›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109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77080AC-08E7-4E65-B4DA-DE2188CA0ED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978CD9B-0921-411A-836A-540AE1EB831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buClr>
        <a:schemeClr val="tx1"/>
      </a:buClr>
      <a:buFont typeface="Arial" panose="020B0604020202020204" pitchFamily="34" charset="0"/>
      <a:buChar char="•"/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3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81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99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17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https://survey.stackoverflow.co/2025/technology/#most-popular-technologies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1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kurz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85E126B-08A1-DA47-4A9A-6BB3BB7E63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105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410631"/>
            <a:ext cx="10440985" cy="1558119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 zweizeilige</a:t>
            </a:r>
            <a:br>
              <a:rPr lang="de-DE" noProof="0" dirty="0"/>
            </a:br>
            <a:r>
              <a:rPr lang="de-DE" noProof="0" dirty="0"/>
              <a:t>Headline. 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041775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2386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52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  <p15:guide id="5" orient="horz" pos="2546" userDrawn="1">
          <p15:clr>
            <a:srgbClr val="FBAE40"/>
          </p15:clr>
        </p15:guide>
        <p15:guide id="6" orient="horz" pos="293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la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BA8EDE-AC5F-8AE6-88DE-F55FAC9B14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2841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1930005"/>
            <a:ext cx="10440985" cy="2327560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</a:t>
            </a:r>
            <a:br>
              <a:rPr lang="de-DE" noProof="0" dirty="0"/>
            </a:br>
            <a:r>
              <a:rPr lang="de-DE" noProof="0" dirty="0"/>
              <a:t>dreizeilige Headline.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369503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19476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214" userDrawn="1">
          <p15:clr>
            <a:srgbClr val="FBAE40"/>
          </p15:clr>
        </p15:guide>
        <p15:guide id="4" orient="horz" pos="2682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1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441246-EB0F-2911-5201-881D05A6DF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839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1044098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45960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r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D3BB626-4039-0CF4-F5DF-6522E9FF53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8248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AA9991A5-E584-4348-5D31-D75265C90D11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BC1A92CF-62DA-31A1-A211-B014464C73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04742" y="1"/>
            <a:ext cx="4887258" cy="5507513"/>
          </a:xfrm>
          <a:custGeom>
            <a:avLst/>
            <a:gdLst>
              <a:gd name="connsiteX0" fmla="*/ 958139 w 4887258"/>
              <a:gd name="connsiteY0" fmla="*/ 0 h 5507513"/>
              <a:gd name="connsiteX1" fmla="*/ 4887258 w 4887258"/>
              <a:gd name="connsiteY1" fmla="*/ 0 h 5507513"/>
              <a:gd name="connsiteX2" fmla="*/ 4887258 w 4887258"/>
              <a:gd name="connsiteY2" fmla="*/ 5507513 h 5507513"/>
              <a:gd name="connsiteX3" fmla="*/ 2220666 w 4887258"/>
              <a:gd name="connsiteY3" fmla="*/ 5507513 h 5507513"/>
              <a:gd name="connsiteX4" fmla="*/ 559682 w 4887258"/>
              <a:gd name="connsiteY4" fmla="*/ 4983829 h 5507513"/>
              <a:gd name="connsiteX5" fmla="*/ 559682 w 4887258"/>
              <a:gd name="connsiteY5" fmla="*/ 4089737 h 5507513"/>
              <a:gd name="connsiteX6" fmla="*/ 0 w 4887258"/>
              <a:gd name="connsiteY6" fmla="*/ 2608614 h 5507513"/>
              <a:gd name="connsiteX7" fmla="*/ 559682 w 4887258"/>
              <a:gd name="connsiteY7" fmla="*/ 1127492 h 5507513"/>
              <a:gd name="connsiteX8" fmla="*/ 559682 w 4887258"/>
              <a:gd name="connsiteY8" fmla="*/ 233526 h 5507513"/>
              <a:gd name="connsiteX9" fmla="*/ 930561 w 4887258"/>
              <a:gd name="connsiteY9" fmla="*/ 12479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87258" h="5507513">
                <a:moveTo>
                  <a:pt x="958139" y="0"/>
                </a:moveTo>
                <a:lnTo>
                  <a:pt x="4887258" y="0"/>
                </a:lnTo>
                <a:lnTo>
                  <a:pt x="4887258" y="5507513"/>
                </a:lnTo>
                <a:lnTo>
                  <a:pt x="2220666" y="5507513"/>
                </a:lnTo>
                <a:cubicBezTo>
                  <a:pt x="1602471" y="5507513"/>
                  <a:pt x="1029687" y="5313787"/>
                  <a:pt x="559682" y="4983829"/>
                </a:cubicBezTo>
                <a:lnTo>
                  <a:pt x="559682" y="4089737"/>
                </a:lnTo>
                <a:cubicBezTo>
                  <a:pt x="211280" y="3694778"/>
                  <a:pt x="0" y="3176309"/>
                  <a:pt x="0" y="2608614"/>
                </a:cubicBezTo>
                <a:cubicBezTo>
                  <a:pt x="0" y="2040918"/>
                  <a:pt x="211153" y="1522449"/>
                  <a:pt x="559682" y="1127492"/>
                </a:cubicBezTo>
                <a:lnTo>
                  <a:pt x="559682" y="233526"/>
                </a:lnTo>
                <a:cubicBezTo>
                  <a:pt x="677184" y="151037"/>
                  <a:pt x="801109" y="77054"/>
                  <a:pt x="930561" y="12479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F5E97AEC-BF2A-8F15-4D2F-F47B5989ACCD}"/>
              </a:ext>
            </a:extLst>
          </p:cNvPr>
          <p:cNvSpPr/>
          <p:nvPr userDrawn="1"/>
        </p:nvSpPr>
        <p:spPr bwMode="gray">
          <a:xfrm>
            <a:off x="6634523" y="233525"/>
            <a:ext cx="1229901" cy="4750429"/>
          </a:xfrm>
          <a:custGeom>
            <a:avLst/>
            <a:gdLst>
              <a:gd name="connsiteX0" fmla="*/ 920972 w 920972"/>
              <a:gd name="connsiteY0" fmla="*/ 3557111 h 3557206"/>
              <a:gd name="connsiteX1" fmla="*/ 0 w 920972"/>
              <a:gd name="connsiteY1" fmla="*/ 1778508 h 3557206"/>
              <a:gd name="connsiteX2" fmla="*/ 920972 w 920972"/>
              <a:gd name="connsiteY2" fmla="*/ 0 h 3557206"/>
              <a:gd name="connsiteX3" fmla="*/ 920972 w 920972"/>
              <a:gd name="connsiteY3" fmla="*/ 669512 h 3557206"/>
              <a:gd name="connsiteX4" fmla="*/ 501872 w 920972"/>
              <a:gd name="connsiteY4" fmla="*/ 1778603 h 3557206"/>
              <a:gd name="connsiteX5" fmla="*/ 920972 w 920972"/>
              <a:gd name="connsiteY5" fmla="*/ 2887694 h 3557206"/>
              <a:gd name="connsiteX6" fmla="*/ 920972 w 920972"/>
              <a:gd name="connsiteY6" fmla="*/ 3557207 h 355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0972" h="3557206">
                <a:moveTo>
                  <a:pt x="920972" y="3557111"/>
                </a:moveTo>
                <a:cubicBezTo>
                  <a:pt x="363474" y="3162110"/>
                  <a:pt x="0" y="2512695"/>
                  <a:pt x="0" y="1778508"/>
                </a:cubicBezTo>
                <a:cubicBezTo>
                  <a:pt x="0" y="1044321"/>
                  <a:pt x="363569" y="395002"/>
                  <a:pt x="920972" y="0"/>
                </a:cubicBezTo>
                <a:lnTo>
                  <a:pt x="920972" y="669512"/>
                </a:lnTo>
                <a:cubicBezTo>
                  <a:pt x="659987" y="965264"/>
                  <a:pt x="501872" y="1353503"/>
                  <a:pt x="501872" y="1778603"/>
                </a:cubicBezTo>
                <a:cubicBezTo>
                  <a:pt x="501872" y="2203704"/>
                  <a:pt x="660082" y="2591943"/>
                  <a:pt x="920972" y="2887694"/>
                </a:cubicBezTo>
                <a:lnTo>
                  <a:pt x="920972" y="3557207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4301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ecki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C7B9F8-F3F2-08A6-61E9-23195A392F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8472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5BA8418-69DD-E22C-6269-A631D33C8474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8F44F7B-18F8-503D-CB87-4D67236A9D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34524" y="0"/>
            <a:ext cx="5559877" cy="5507513"/>
          </a:xfrm>
          <a:custGeom>
            <a:avLst/>
            <a:gdLst>
              <a:gd name="connsiteX0" fmla="*/ 0 w 5559877"/>
              <a:gd name="connsiteY0" fmla="*/ 0 h 5507513"/>
              <a:gd name="connsiteX1" fmla="*/ 5559877 w 5559877"/>
              <a:gd name="connsiteY1" fmla="*/ 0 h 5507513"/>
              <a:gd name="connsiteX2" fmla="*/ 5559877 w 5559877"/>
              <a:gd name="connsiteY2" fmla="*/ 5507513 h 5507513"/>
              <a:gd name="connsiteX3" fmla="*/ 403317 w 5559877"/>
              <a:gd name="connsiteY3" fmla="*/ 5507513 h 5507513"/>
              <a:gd name="connsiteX4" fmla="*/ 0 w 5559877"/>
              <a:gd name="connsiteY4" fmla="*/ 5104196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877" h="5507513">
                <a:moveTo>
                  <a:pt x="0" y="0"/>
                </a:moveTo>
                <a:lnTo>
                  <a:pt x="5559877" y="0"/>
                </a:lnTo>
                <a:lnTo>
                  <a:pt x="5559877" y="5507513"/>
                </a:lnTo>
                <a:lnTo>
                  <a:pt x="403317" y="5507513"/>
                </a:lnTo>
                <a:cubicBezTo>
                  <a:pt x="180571" y="5507513"/>
                  <a:pt x="0" y="5326942"/>
                  <a:pt x="0" y="51041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696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928839-8A08-64D0-1CF0-B87327C98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857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5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6" y="1665288"/>
            <a:ext cx="7667624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bg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1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1209582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063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52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7D99B2C-962C-EC3F-8C2F-BA95744B65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59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6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7667625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2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86544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5269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606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A896A75-9AEF-794E-5FE1-1845771FDB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0012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1011713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10117137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02004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1049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orient="horz" pos="25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9060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5910E-A27C-F6FA-4F64-E286E8B65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F17B651-2941-F5C3-3231-B4600692B44D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4C7E610C-5359-5BD6-DEE9-381AB81F25AC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8C990E17-C3DF-1FF0-9C56-DE9569945C76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D1EF497-5405-DD91-0D2C-E1525E98DD15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263985A6-87BD-3DC9-E3DE-E0E66EE5C8B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AC44EC1-9969-1F56-296F-D00F4D94921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EC1AC57C-8812-7FCC-5EBB-5B57A1714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FA107CF8-F9EE-13F6-0E8B-34FD0F8745E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93119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 mit Rah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994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6F8115D-551E-F13D-5CBC-A9663BCA74C4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53F53EE-65E9-C8C3-EFE4-68127D2FE39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5A99A042-B91E-A69A-4E15-EC00255EBB15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68B10AE-753C-F373-8C64-A7461BA25A2F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624F686-32D9-0C38-0973-04F8C0D32CB8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0AB099E-03CC-2AAC-7260-F5461E9634F8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1CDFB8DC-72F5-1823-45B8-39700B817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34B8B74E-DE9B-5A4F-E392-D34F6E14E8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29804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1359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101171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882766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11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9DF401-D7CE-3400-C8EF-58B32362FD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6727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7D732B68-60F5-8379-004C-0732354037E9}"/>
              </a:ext>
            </a:extLst>
          </p:cNvPr>
          <p:cNvSpPr/>
          <p:nvPr userDrawn="1"/>
        </p:nvSpPr>
        <p:spPr>
          <a:xfrm>
            <a:off x="5048249" y="223838"/>
            <a:ext cx="7143750" cy="6410326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23838"/>
            <a:ext cx="3960813" cy="6410326"/>
          </a:xfrm>
        </p:spPr>
        <p:txBody>
          <a:bodyPr vert="horz" anchor="ctr"/>
          <a:lstStyle>
            <a:lvl1pPr algn="l">
              <a:defRPr/>
            </a:lvl1pPr>
          </a:lstStyle>
          <a:p>
            <a:r>
              <a:rPr lang="de-DE" noProof="0" dirty="0"/>
              <a:t>Hier steht </a:t>
            </a:r>
            <a:br>
              <a:rPr lang="de-DE" noProof="0" dirty="0"/>
            </a:br>
            <a:r>
              <a:rPr lang="de-DE" noProof="0" dirty="0"/>
              <a:t>ein Titel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057289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9" pos="3182" userDrawn="1">
          <p15:clr>
            <a:srgbClr val="FBAE40"/>
          </p15:clr>
        </p15:guide>
        <p15:guide id="10" pos="293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B62F485-E351-3553-32FF-03D9196857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866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B385C8FF-9FD3-5119-8C5C-CBA629B90DD4}"/>
              </a:ext>
            </a:extLst>
          </p:cNvPr>
          <p:cNvSpPr>
            <a:spLocks/>
          </p:cNvSpPr>
          <p:nvPr userDrawn="1"/>
        </p:nvSpPr>
        <p:spPr>
          <a:xfrm>
            <a:off x="5048249" y="228600"/>
            <a:ext cx="7143750" cy="6400800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3960812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6" y="1665288"/>
            <a:ext cx="3960812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58296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Rahmen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873741-BFFF-35CC-6D4E-9577C9DD4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9719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3960813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3960813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F8CE7AAF-11F9-2B34-0A7A-0E29C39D91B4}"/>
              </a:ext>
            </a:extLst>
          </p:cNvPr>
          <p:cNvSpPr/>
          <p:nvPr userDrawn="1"/>
        </p:nvSpPr>
        <p:spPr bwMode="gray">
          <a:xfrm>
            <a:off x="5060164" y="235800"/>
            <a:ext cx="7131836" cy="6386400"/>
          </a:xfrm>
          <a:custGeom>
            <a:avLst/>
            <a:gdLst>
              <a:gd name="connsiteX0" fmla="*/ 352274 w 7131836"/>
              <a:gd name="connsiteY0" fmla="*/ 0 h 6386400"/>
              <a:gd name="connsiteX1" fmla="*/ 7131836 w 7131836"/>
              <a:gd name="connsiteY1" fmla="*/ 0 h 6386400"/>
              <a:gd name="connsiteX2" fmla="*/ 7131836 w 7131836"/>
              <a:gd name="connsiteY2" fmla="*/ 6386400 h 6386400"/>
              <a:gd name="connsiteX3" fmla="*/ 352274 w 7131836"/>
              <a:gd name="connsiteY3" fmla="*/ 6386400 h 6386400"/>
              <a:gd name="connsiteX4" fmla="*/ 0 w 7131836"/>
              <a:gd name="connsiteY4" fmla="*/ 6034126 h 6386400"/>
              <a:gd name="connsiteX5" fmla="*/ 0 w 7131836"/>
              <a:gd name="connsiteY5" fmla="*/ 352274 h 6386400"/>
              <a:gd name="connsiteX6" fmla="*/ 352274 w 7131836"/>
              <a:gd name="connsiteY6" fmla="*/ 0 h 6386400"/>
              <a:gd name="connsiteX0" fmla="*/ 7131836 w 7223276"/>
              <a:gd name="connsiteY0" fmla="*/ 6386400 h 6477840"/>
              <a:gd name="connsiteX1" fmla="*/ 352274 w 7223276"/>
              <a:gd name="connsiteY1" fmla="*/ 6386400 h 6477840"/>
              <a:gd name="connsiteX2" fmla="*/ 0 w 7223276"/>
              <a:gd name="connsiteY2" fmla="*/ 6034126 h 6477840"/>
              <a:gd name="connsiteX3" fmla="*/ 0 w 7223276"/>
              <a:gd name="connsiteY3" fmla="*/ 352274 h 6477840"/>
              <a:gd name="connsiteX4" fmla="*/ 352274 w 7223276"/>
              <a:gd name="connsiteY4" fmla="*/ 0 h 6477840"/>
              <a:gd name="connsiteX5" fmla="*/ 7131836 w 7223276"/>
              <a:gd name="connsiteY5" fmla="*/ 0 h 6477840"/>
              <a:gd name="connsiteX6" fmla="*/ 7223276 w 7223276"/>
              <a:gd name="connsiteY6" fmla="*/ 6477840 h 6477840"/>
              <a:gd name="connsiteX0" fmla="*/ 7131836 w 7131836"/>
              <a:gd name="connsiteY0" fmla="*/ 6386400 h 6386400"/>
              <a:gd name="connsiteX1" fmla="*/ 352274 w 7131836"/>
              <a:gd name="connsiteY1" fmla="*/ 6386400 h 6386400"/>
              <a:gd name="connsiteX2" fmla="*/ 0 w 7131836"/>
              <a:gd name="connsiteY2" fmla="*/ 6034126 h 6386400"/>
              <a:gd name="connsiteX3" fmla="*/ 0 w 7131836"/>
              <a:gd name="connsiteY3" fmla="*/ 352274 h 6386400"/>
              <a:gd name="connsiteX4" fmla="*/ 352274 w 7131836"/>
              <a:gd name="connsiteY4" fmla="*/ 0 h 6386400"/>
              <a:gd name="connsiteX5" fmla="*/ 7131836 w 7131836"/>
              <a:gd name="connsiteY5" fmla="*/ 0 h 63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1836" h="6386400">
                <a:moveTo>
                  <a:pt x="7131836" y="6386400"/>
                </a:moveTo>
                <a:lnTo>
                  <a:pt x="352274" y="6386400"/>
                </a:lnTo>
                <a:cubicBezTo>
                  <a:pt x="157718" y="6386400"/>
                  <a:pt x="0" y="6228682"/>
                  <a:pt x="0" y="6034126"/>
                </a:cubicBezTo>
                <a:lnTo>
                  <a:pt x="0" y="352274"/>
                </a:lnTo>
                <a:cubicBezTo>
                  <a:pt x="0" y="157718"/>
                  <a:pt x="157718" y="0"/>
                  <a:pt x="352274" y="0"/>
                </a:cubicBezTo>
                <a:lnTo>
                  <a:pt x="7131836" y="0"/>
                </a:lnTo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16061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879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350F9110-A63E-8E8F-07EB-C773B1788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2" cy="6858000"/>
          </a:xfrm>
          <a:custGeom>
            <a:avLst/>
            <a:gdLst>
              <a:gd name="connsiteX0" fmla="*/ 3689565 w 4534102"/>
              <a:gd name="connsiteY0" fmla="*/ 6321975 h 6858000"/>
              <a:gd name="connsiteX1" fmla="*/ 3872670 w 4534102"/>
              <a:gd name="connsiteY1" fmla="*/ 6416676 h 6858000"/>
              <a:gd name="connsiteX2" fmla="*/ 4055773 w 4534102"/>
              <a:gd name="connsiteY2" fmla="*/ 6321975 h 6858000"/>
              <a:gd name="connsiteX3" fmla="*/ 3987016 w 4534102"/>
              <a:gd name="connsiteY3" fmla="*/ 6321975 h 6858000"/>
              <a:gd name="connsiteX4" fmla="*/ 3872795 w 4534102"/>
              <a:gd name="connsiteY4" fmla="*/ 6365044 h 6858000"/>
              <a:gd name="connsiteX5" fmla="*/ 3758575 w 4534102"/>
              <a:gd name="connsiteY5" fmla="*/ 6321975 h 6858000"/>
              <a:gd name="connsiteX6" fmla="*/ 3727597 w 4534102"/>
              <a:gd name="connsiteY6" fmla="*/ 6119982 h 6858000"/>
              <a:gd name="connsiteX7" fmla="*/ 3757570 w 4534102"/>
              <a:gd name="connsiteY7" fmla="*/ 6146805 h 6858000"/>
              <a:gd name="connsiteX8" fmla="*/ 3733138 w 4534102"/>
              <a:gd name="connsiteY8" fmla="*/ 6174762 h 6858000"/>
              <a:gd name="connsiteX9" fmla="*/ 3733138 w 4534102"/>
              <a:gd name="connsiteY9" fmla="*/ 6202466 h 6858000"/>
              <a:gd name="connsiteX10" fmla="*/ 3761473 w 4534102"/>
              <a:gd name="connsiteY10" fmla="*/ 6234327 h 6858000"/>
              <a:gd name="connsiteX11" fmla="*/ 3728479 w 4534102"/>
              <a:gd name="connsiteY11" fmla="*/ 6262914 h 6858000"/>
              <a:gd name="connsiteX12" fmla="*/ 3704930 w 4534102"/>
              <a:gd name="connsiteY12" fmla="*/ 6260647 h 6858000"/>
              <a:gd name="connsiteX13" fmla="*/ 3704930 w 4534102"/>
              <a:gd name="connsiteY13" fmla="*/ 6121619 h 6858000"/>
              <a:gd name="connsiteX14" fmla="*/ 3727597 w 4534102"/>
              <a:gd name="connsiteY14" fmla="*/ 6119982 h 6858000"/>
              <a:gd name="connsiteX15" fmla="*/ 4030083 w 4534102"/>
              <a:gd name="connsiteY15" fmla="*/ 6089380 h 6858000"/>
              <a:gd name="connsiteX16" fmla="*/ 3933117 w 4534102"/>
              <a:gd name="connsiteY16" fmla="*/ 6191385 h 6858000"/>
              <a:gd name="connsiteX17" fmla="*/ 4028573 w 4534102"/>
              <a:gd name="connsiteY17" fmla="*/ 6295153 h 6858000"/>
              <a:gd name="connsiteX18" fmla="*/ 4089650 w 4534102"/>
              <a:gd name="connsiteY18" fmla="*/ 6283440 h 6858000"/>
              <a:gd name="connsiteX19" fmla="*/ 4090908 w 4534102"/>
              <a:gd name="connsiteY19" fmla="*/ 6282685 h 6858000"/>
              <a:gd name="connsiteX20" fmla="*/ 4090908 w 4534102"/>
              <a:gd name="connsiteY20" fmla="*/ 6178918 h 6858000"/>
              <a:gd name="connsiteX21" fmla="*/ 4065722 w 4534102"/>
              <a:gd name="connsiteY21" fmla="*/ 6174635 h 6858000"/>
              <a:gd name="connsiteX22" fmla="*/ 4040662 w 4534102"/>
              <a:gd name="connsiteY22" fmla="*/ 6178918 h 6858000"/>
              <a:gd name="connsiteX23" fmla="*/ 4040662 w 4534102"/>
              <a:gd name="connsiteY23" fmla="*/ 6260647 h 6858000"/>
              <a:gd name="connsiteX24" fmla="*/ 4025928 w 4534102"/>
              <a:gd name="connsiteY24" fmla="*/ 6262914 h 6858000"/>
              <a:gd name="connsiteX25" fmla="*/ 3987016 w 4534102"/>
              <a:gd name="connsiteY25" fmla="*/ 6191511 h 6858000"/>
              <a:gd name="connsiteX26" fmla="*/ 4035877 w 4534102"/>
              <a:gd name="connsiteY26" fmla="*/ 6119982 h 6858000"/>
              <a:gd name="connsiteX27" fmla="*/ 4080834 w 4534102"/>
              <a:gd name="connsiteY27" fmla="*/ 6127663 h 6858000"/>
              <a:gd name="connsiteX28" fmla="*/ 4091034 w 4534102"/>
              <a:gd name="connsiteY28" fmla="*/ 6101722 h 6858000"/>
              <a:gd name="connsiteX29" fmla="*/ 4031721 w 4534102"/>
              <a:gd name="connsiteY29" fmla="*/ 6089380 h 6858000"/>
              <a:gd name="connsiteX30" fmla="*/ 4030210 w 4534102"/>
              <a:gd name="connsiteY30" fmla="*/ 6089380 h 6858000"/>
              <a:gd name="connsiteX31" fmla="*/ 3727346 w 4534102"/>
              <a:gd name="connsiteY31" fmla="*/ 6089380 h 6858000"/>
              <a:gd name="connsiteX32" fmla="*/ 3655943 w 4534102"/>
              <a:gd name="connsiteY32" fmla="*/ 6101092 h 6858000"/>
              <a:gd name="connsiteX33" fmla="*/ 3655817 w 4534102"/>
              <a:gd name="connsiteY33" fmla="*/ 6101092 h 6858000"/>
              <a:gd name="connsiteX34" fmla="*/ 3654557 w 4534102"/>
              <a:gd name="connsiteY34" fmla="*/ 6101722 h 6858000"/>
              <a:gd name="connsiteX35" fmla="*/ 3654557 w 4534102"/>
              <a:gd name="connsiteY35" fmla="*/ 6282685 h 6858000"/>
              <a:gd name="connsiteX36" fmla="*/ 3655943 w 4534102"/>
              <a:gd name="connsiteY36" fmla="*/ 6283440 h 6858000"/>
              <a:gd name="connsiteX37" fmla="*/ 3729612 w 4534102"/>
              <a:gd name="connsiteY37" fmla="*/ 6295153 h 6858000"/>
              <a:gd name="connsiteX38" fmla="*/ 3814742 w 4534102"/>
              <a:gd name="connsiteY38" fmla="*/ 6235964 h 6858000"/>
              <a:gd name="connsiteX39" fmla="*/ 3776711 w 4534102"/>
              <a:gd name="connsiteY39" fmla="*/ 6187103 h 6858000"/>
              <a:gd name="connsiteX40" fmla="*/ 3808823 w 4534102"/>
              <a:gd name="connsiteY40" fmla="*/ 6143657 h 6858000"/>
              <a:gd name="connsiteX41" fmla="*/ 3727346 w 4534102"/>
              <a:gd name="connsiteY41" fmla="*/ 6089380 h 6858000"/>
              <a:gd name="connsiteX42" fmla="*/ 3872796 w 4534102"/>
              <a:gd name="connsiteY42" fmla="*/ 6075401 h 6858000"/>
              <a:gd name="connsiteX43" fmla="*/ 3847610 w 4534102"/>
              <a:gd name="connsiteY43" fmla="*/ 6079556 h 6858000"/>
              <a:gd name="connsiteX44" fmla="*/ 3847610 w 4534102"/>
              <a:gd name="connsiteY44" fmla="*/ 6304975 h 6858000"/>
              <a:gd name="connsiteX45" fmla="*/ 3872796 w 4534102"/>
              <a:gd name="connsiteY45" fmla="*/ 6309130 h 6858000"/>
              <a:gd name="connsiteX46" fmla="*/ 3897857 w 4534102"/>
              <a:gd name="connsiteY46" fmla="*/ 6304975 h 6858000"/>
              <a:gd name="connsiteX47" fmla="*/ 3897857 w 4534102"/>
              <a:gd name="connsiteY47" fmla="*/ 6079556 h 6858000"/>
              <a:gd name="connsiteX48" fmla="*/ 3872796 w 4534102"/>
              <a:gd name="connsiteY48" fmla="*/ 6075401 h 6858000"/>
              <a:gd name="connsiteX49" fmla="*/ 3872670 w 4534102"/>
              <a:gd name="connsiteY49" fmla="*/ 5967856 h 6858000"/>
              <a:gd name="connsiteX50" fmla="*/ 3689565 w 4534102"/>
              <a:gd name="connsiteY50" fmla="*/ 6062556 h 6858000"/>
              <a:gd name="connsiteX51" fmla="*/ 3758324 w 4534102"/>
              <a:gd name="connsiteY51" fmla="*/ 6062556 h 6858000"/>
              <a:gd name="connsiteX52" fmla="*/ 3872543 w 4534102"/>
              <a:gd name="connsiteY52" fmla="*/ 6019488 h 6858000"/>
              <a:gd name="connsiteX53" fmla="*/ 3986764 w 4534102"/>
              <a:gd name="connsiteY53" fmla="*/ 6062556 h 6858000"/>
              <a:gd name="connsiteX54" fmla="*/ 4055774 w 4534102"/>
              <a:gd name="connsiteY54" fmla="*/ 6062556 h 6858000"/>
              <a:gd name="connsiteX55" fmla="*/ 3872670 w 4534102"/>
              <a:gd name="connsiteY55" fmla="*/ 5967856 h 6858000"/>
              <a:gd name="connsiteX56" fmla="*/ 1559842 w 4534102"/>
              <a:gd name="connsiteY56" fmla="*/ 0 h 6858000"/>
              <a:gd name="connsiteX57" fmla="*/ 3838777 w 4534102"/>
              <a:gd name="connsiteY57" fmla="*/ 0 h 6858000"/>
              <a:gd name="connsiteX58" fmla="*/ 4534102 w 4534102"/>
              <a:gd name="connsiteY58" fmla="*/ 0 h 6858000"/>
              <a:gd name="connsiteX59" fmla="*/ 4534102 w 4534102"/>
              <a:gd name="connsiteY59" fmla="*/ 6858000 h 6858000"/>
              <a:gd name="connsiteX60" fmla="*/ 3838777 w 4534102"/>
              <a:gd name="connsiteY60" fmla="*/ 6858000 h 6858000"/>
              <a:gd name="connsiteX61" fmla="*/ 1559825 w 4534102"/>
              <a:gd name="connsiteY61" fmla="*/ 6858000 h 6858000"/>
              <a:gd name="connsiteX62" fmla="*/ 1416684 w 4534102"/>
              <a:gd name="connsiteY62" fmla="*/ 6805829 h 6858000"/>
              <a:gd name="connsiteX63" fmla="*/ 702458 w 4534102"/>
              <a:gd name="connsiteY63" fmla="*/ 6415239 h 6858000"/>
              <a:gd name="connsiteX64" fmla="*/ 702458 w 4534102"/>
              <a:gd name="connsiteY64" fmla="*/ 5291180 h 6858000"/>
              <a:gd name="connsiteX65" fmla="*/ 0 w 4534102"/>
              <a:gd name="connsiteY65" fmla="*/ 3429002 h 6858000"/>
              <a:gd name="connsiteX66" fmla="*/ 702458 w 4534102"/>
              <a:gd name="connsiteY66" fmla="*/ 1566950 h 6858000"/>
              <a:gd name="connsiteX67" fmla="*/ 702458 w 4534102"/>
              <a:gd name="connsiteY67" fmla="*/ 442891 h 6858000"/>
              <a:gd name="connsiteX68" fmla="*/ 1416628 w 4534102"/>
              <a:gd name="connsiteY68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534102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3838777" y="0"/>
                </a:lnTo>
                <a:lnTo>
                  <a:pt x="4534102" y="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85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 &amp; breit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61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1764EB-54F3-300F-B474-F2953CD1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4187704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31321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31321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52FCA07D-363D-618E-390D-0B33F2AD3C9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028877" y="0"/>
            <a:ext cx="7163123" cy="6858000"/>
          </a:xfrm>
          <a:custGeom>
            <a:avLst/>
            <a:gdLst>
              <a:gd name="connsiteX0" fmla="*/ 6318586 w 7163123"/>
              <a:gd name="connsiteY0" fmla="*/ 6321975 h 6858000"/>
              <a:gd name="connsiteX1" fmla="*/ 6501691 w 7163123"/>
              <a:gd name="connsiteY1" fmla="*/ 6416676 h 6858000"/>
              <a:gd name="connsiteX2" fmla="*/ 6684794 w 7163123"/>
              <a:gd name="connsiteY2" fmla="*/ 6321975 h 6858000"/>
              <a:gd name="connsiteX3" fmla="*/ 6616037 w 7163123"/>
              <a:gd name="connsiteY3" fmla="*/ 6321975 h 6858000"/>
              <a:gd name="connsiteX4" fmla="*/ 6501816 w 7163123"/>
              <a:gd name="connsiteY4" fmla="*/ 6365044 h 6858000"/>
              <a:gd name="connsiteX5" fmla="*/ 6387596 w 7163123"/>
              <a:gd name="connsiteY5" fmla="*/ 6321975 h 6858000"/>
              <a:gd name="connsiteX6" fmla="*/ 6356618 w 7163123"/>
              <a:gd name="connsiteY6" fmla="*/ 6119982 h 6858000"/>
              <a:gd name="connsiteX7" fmla="*/ 6386591 w 7163123"/>
              <a:gd name="connsiteY7" fmla="*/ 6146805 h 6858000"/>
              <a:gd name="connsiteX8" fmla="*/ 6362159 w 7163123"/>
              <a:gd name="connsiteY8" fmla="*/ 6174762 h 6858000"/>
              <a:gd name="connsiteX9" fmla="*/ 6362159 w 7163123"/>
              <a:gd name="connsiteY9" fmla="*/ 6202466 h 6858000"/>
              <a:gd name="connsiteX10" fmla="*/ 6390494 w 7163123"/>
              <a:gd name="connsiteY10" fmla="*/ 6234327 h 6858000"/>
              <a:gd name="connsiteX11" fmla="*/ 6357500 w 7163123"/>
              <a:gd name="connsiteY11" fmla="*/ 6262914 h 6858000"/>
              <a:gd name="connsiteX12" fmla="*/ 6333951 w 7163123"/>
              <a:gd name="connsiteY12" fmla="*/ 6260647 h 6858000"/>
              <a:gd name="connsiteX13" fmla="*/ 6333951 w 7163123"/>
              <a:gd name="connsiteY13" fmla="*/ 6121619 h 6858000"/>
              <a:gd name="connsiteX14" fmla="*/ 6356618 w 7163123"/>
              <a:gd name="connsiteY14" fmla="*/ 6119982 h 6858000"/>
              <a:gd name="connsiteX15" fmla="*/ 6659104 w 7163123"/>
              <a:gd name="connsiteY15" fmla="*/ 6089380 h 6858000"/>
              <a:gd name="connsiteX16" fmla="*/ 6562138 w 7163123"/>
              <a:gd name="connsiteY16" fmla="*/ 6191385 h 6858000"/>
              <a:gd name="connsiteX17" fmla="*/ 6657594 w 7163123"/>
              <a:gd name="connsiteY17" fmla="*/ 6295153 h 6858000"/>
              <a:gd name="connsiteX18" fmla="*/ 6718671 w 7163123"/>
              <a:gd name="connsiteY18" fmla="*/ 6283440 h 6858000"/>
              <a:gd name="connsiteX19" fmla="*/ 6719929 w 7163123"/>
              <a:gd name="connsiteY19" fmla="*/ 6282685 h 6858000"/>
              <a:gd name="connsiteX20" fmla="*/ 6719929 w 7163123"/>
              <a:gd name="connsiteY20" fmla="*/ 6178918 h 6858000"/>
              <a:gd name="connsiteX21" fmla="*/ 6694743 w 7163123"/>
              <a:gd name="connsiteY21" fmla="*/ 6174635 h 6858000"/>
              <a:gd name="connsiteX22" fmla="*/ 6669683 w 7163123"/>
              <a:gd name="connsiteY22" fmla="*/ 6178918 h 6858000"/>
              <a:gd name="connsiteX23" fmla="*/ 6669683 w 7163123"/>
              <a:gd name="connsiteY23" fmla="*/ 6260647 h 6858000"/>
              <a:gd name="connsiteX24" fmla="*/ 6654949 w 7163123"/>
              <a:gd name="connsiteY24" fmla="*/ 6262914 h 6858000"/>
              <a:gd name="connsiteX25" fmla="*/ 6616037 w 7163123"/>
              <a:gd name="connsiteY25" fmla="*/ 6191511 h 6858000"/>
              <a:gd name="connsiteX26" fmla="*/ 6664898 w 7163123"/>
              <a:gd name="connsiteY26" fmla="*/ 6119982 h 6858000"/>
              <a:gd name="connsiteX27" fmla="*/ 6709855 w 7163123"/>
              <a:gd name="connsiteY27" fmla="*/ 6127663 h 6858000"/>
              <a:gd name="connsiteX28" fmla="*/ 6720055 w 7163123"/>
              <a:gd name="connsiteY28" fmla="*/ 6101722 h 6858000"/>
              <a:gd name="connsiteX29" fmla="*/ 6660742 w 7163123"/>
              <a:gd name="connsiteY29" fmla="*/ 6089380 h 6858000"/>
              <a:gd name="connsiteX30" fmla="*/ 6659231 w 7163123"/>
              <a:gd name="connsiteY30" fmla="*/ 6089380 h 6858000"/>
              <a:gd name="connsiteX31" fmla="*/ 6356367 w 7163123"/>
              <a:gd name="connsiteY31" fmla="*/ 6089380 h 6858000"/>
              <a:gd name="connsiteX32" fmla="*/ 6284964 w 7163123"/>
              <a:gd name="connsiteY32" fmla="*/ 6101092 h 6858000"/>
              <a:gd name="connsiteX33" fmla="*/ 6284838 w 7163123"/>
              <a:gd name="connsiteY33" fmla="*/ 6101092 h 6858000"/>
              <a:gd name="connsiteX34" fmla="*/ 6283578 w 7163123"/>
              <a:gd name="connsiteY34" fmla="*/ 6101722 h 6858000"/>
              <a:gd name="connsiteX35" fmla="*/ 6283578 w 7163123"/>
              <a:gd name="connsiteY35" fmla="*/ 6282685 h 6858000"/>
              <a:gd name="connsiteX36" fmla="*/ 6284964 w 7163123"/>
              <a:gd name="connsiteY36" fmla="*/ 6283440 h 6858000"/>
              <a:gd name="connsiteX37" fmla="*/ 6358633 w 7163123"/>
              <a:gd name="connsiteY37" fmla="*/ 6295153 h 6858000"/>
              <a:gd name="connsiteX38" fmla="*/ 6443763 w 7163123"/>
              <a:gd name="connsiteY38" fmla="*/ 6235964 h 6858000"/>
              <a:gd name="connsiteX39" fmla="*/ 6405732 w 7163123"/>
              <a:gd name="connsiteY39" fmla="*/ 6187103 h 6858000"/>
              <a:gd name="connsiteX40" fmla="*/ 6437844 w 7163123"/>
              <a:gd name="connsiteY40" fmla="*/ 6143657 h 6858000"/>
              <a:gd name="connsiteX41" fmla="*/ 6356367 w 7163123"/>
              <a:gd name="connsiteY41" fmla="*/ 6089380 h 6858000"/>
              <a:gd name="connsiteX42" fmla="*/ 6501817 w 7163123"/>
              <a:gd name="connsiteY42" fmla="*/ 6075401 h 6858000"/>
              <a:gd name="connsiteX43" fmla="*/ 6476631 w 7163123"/>
              <a:gd name="connsiteY43" fmla="*/ 6079556 h 6858000"/>
              <a:gd name="connsiteX44" fmla="*/ 6476631 w 7163123"/>
              <a:gd name="connsiteY44" fmla="*/ 6304975 h 6858000"/>
              <a:gd name="connsiteX45" fmla="*/ 6501817 w 7163123"/>
              <a:gd name="connsiteY45" fmla="*/ 6309130 h 6858000"/>
              <a:gd name="connsiteX46" fmla="*/ 6526878 w 7163123"/>
              <a:gd name="connsiteY46" fmla="*/ 6304975 h 6858000"/>
              <a:gd name="connsiteX47" fmla="*/ 6526878 w 7163123"/>
              <a:gd name="connsiteY47" fmla="*/ 6079556 h 6858000"/>
              <a:gd name="connsiteX48" fmla="*/ 6501817 w 7163123"/>
              <a:gd name="connsiteY48" fmla="*/ 6075401 h 6858000"/>
              <a:gd name="connsiteX49" fmla="*/ 6501691 w 7163123"/>
              <a:gd name="connsiteY49" fmla="*/ 5967856 h 6858000"/>
              <a:gd name="connsiteX50" fmla="*/ 6318586 w 7163123"/>
              <a:gd name="connsiteY50" fmla="*/ 6062556 h 6858000"/>
              <a:gd name="connsiteX51" fmla="*/ 6387345 w 7163123"/>
              <a:gd name="connsiteY51" fmla="*/ 6062556 h 6858000"/>
              <a:gd name="connsiteX52" fmla="*/ 6501564 w 7163123"/>
              <a:gd name="connsiteY52" fmla="*/ 6019488 h 6858000"/>
              <a:gd name="connsiteX53" fmla="*/ 6615785 w 7163123"/>
              <a:gd name="connsiteY53" fmla="*/ 6062556 h 6858000"/>
              <a:gd name="connsiteX54" fmla="*/ 6684795 w 7163123"/>
              <a:gd name="connsiteY54" fmla="*/ 6062556 h 6858000"/>
              <a:gd name="connsiteX55" fmla="*/ 6501691 w 7163123"/>
              <a:gd name="connsiteY55" fmla="*/ 5967856 h 6858000"/>
              <a:gd name="connsiteX56" fmla="*/ 1559842 w 7163123"/>
              <a:gd name="connsiteY56" fmla="*/ 0 h 6858000"/>
              <a:gd name="connsiteX57" fmla="*/ 3377704 w 7163123"/>
              <a:gd name="connsiteY57" fmla="*/ 0 h 6858000"/>
              <a:gd name="connsiteX58" fmla="*/ 3838777 w 7163123"/>
              <a:gd name="connsiteY58" fmla="*/ 0 h 6858000"/>
              <a:gd name="connsiteX59" fmla="*/ 4534102 w 7163123"/>
              <a:gd name="connsiteY59" fmla="*/ 0 h 6858000"/>
              <a:gd name="connsiteX60" fmla="*/ 7163123 w 7163123"/>
              <a:gd name="connsiteY60" fmla="*/ 0 h 6858000"/>
              <a:gd name="connsiteX61" fmla="*/ 7163123 w 7163123"/>
              <a:gd name="connsiteY61" fmla="*/ 6858000 h 6858000"/>
              <a:gd name="connsiteX62" fmla="*/ 4534102 w 7163123"/>
              <a:gd name="connsiteY62" fmla="*/ 6858000 h 6858000"/>
              <a:gd name="connsiteX63" fmla="*/ 3838777 w 7163123"/>
              <a:gd name="connsiteY63" fmla="*/ 6858000 h 6858000"/>
              <a:gd name="connsiteX64" fmla="*/ 3377704 w 7163123"/>
              <a:gd name="connsiteY64" fmla="*/ 6858000 h 6858000"/>
              <a:gd name="connsiteX65" fmla="*/ 1559825 w 7163123"/>
              <a:gd name="connsiteY65" fmla="*/ 6858000 h 6858000"/>
              <a:gd name="connsiteX66" fmla="*/ 1416684 w 7163123"/>
              <a:gd name="connsiteY66" fmla="*/ 6805829 h 6858000"/>
              <a:gd name="connsiteX67" fmla="*/ 702458 w 7163123"/>
              <a:gd name="connsiteY67" fmla="*/ 6415239 h 6858000"/>
              <a:gd name="connsiteX68" fmla="*/ 702458 w 7163123"/>
              <a:gd name="connsiteY68" fmla="*/ 5291180 h 6858000"/>
              <a:gd name="connsiteX69" fmla="*/ 0 w 7163123"/>
              <a:gd name="connsiteY69" fmla="*/ 3429002 h 6858000"/>
              <a:gd name="connsiteX70" fmla="*/ 702458 w 7163123"/>
              <a:gd name="connsiteY70" fmla="*/ 1566950 h 6858000"/>
              <a:gd name="connsiteX71" fmla="*/ 702458 w 7163123"/>
              <a:gd name="connsiteY71" fmla="*/ 442891 h 6858000"/>
              <a:gd name="connsiteX72" fmla="*/ 1416628 w 7163123"/>
              <a:gd name="connsiteY72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7163123" h="6858000">
                <a:moveTo>
                  <a:pt x="6318586" y="6321975"/>
                </a:moveTo>
                <a:cubicBezTo>
                  <a:pt x="6359262" y="6379274"/>
                  <a:pt x="6426132" y="6416676"/>
                  <a:pt x="6501691" y="6416676"/>
                </a:cubicBezTo>
                <a:cubicBezTo>
                  <a:pt x="6577250" y="6416676"/>
                  <a:pt x="6644118" y="6379274"/>
                  <a:pt x="6684794" y="6321975"/>
                </a:cubicBezTo>
                <a:lnTo>
                  <a:pt x="6616037" y="6321975"/>
                </a:lnTo>
                <a:cubicBezTo>
                  <a:pt x="6585561" y="6348798"/>
                  <a:pt x="6545641" y="6365044"/>
                  <a:pt x="6501816" y="6365044"/>
                </a:cubicBezTo>
                <a:cubicBezTo>
                  <a:pt x="6457992" y="6365044"/>
                  <a:pt x="6418072" y="6348798"/>
                  <a:pt x="6387596" y="6321975"/>
                </a:cubicBezTo>
                <a:close/>
                <a:moveTo>
                  <a:pt x="6356618" y="6119982"/>
                </a:moveTo>
                <a:cubicBezTo>
                  <a:pt x="6377397" y="6119982"/>
                  <a:pt x="6386591" y="6128420"/>
                  <a:pt x="6386591" y="6146805"/>
                </a:cubicBezTo>
                <a:cubicBezTo>
                  <a:pt x="6386591" y="6170354"/>
                  <a:pt x="6362159" y="6174762"/>
                  <a:pt x="6362159" y="6174762"/>
                </a:cubicBezTo>
                <a:cubicBezTo>
                  <a:pt x="6358759" y="6184962"/>
                  <a:pt x="6359011" y="6192140"/>
                  <a:pt x="6362159" y="6202466"/>
                </a:cubicBezTo>
                <a:cubicBezTo>
                  <a:pt x="6362159" y="6202466"/>
                  <a:pt x="6390494" y="6208763"/>
                  <a:pt x="6390494" y="6234327"/>
                </a:cubicBezTo>
                <a:cubicBezTo>
                  <a:pt x="6390494" y="6255106"/>
                  <a:pt x="6378908" y="6262914"/>
                  <a:pt x="6357500" y="6262914"/>
                </a:cubicBezTo>
                <a:cubicBezTo>
                  <a:pt x="6350322" y="6262914"/>
                  <a:pt x="6339114" y="6262032"/>
                  <a:pt x="6333951" y="6260647"/>
                </a:cubicBezTo>
                <a:lnTo>
                  <a:pt x="6333951" y="6121619"/>
                </a:lnTo>
                <a:cubicBezTo>
                  <a:pt x="6339492" y="6120360"/>
                  <a:pt x="6350195" y="6119982"/>
                  <a:pt x="6356618" y="6119982"/>
                </a:cubicBezTo>
                <a:close/>
                <a:moveTo>
                  <a:pt x="6659104" y="6089380"/>
                </a:moveTo>
                <a:cubicBezTo>
                  <a:pt x="6598406" y="6090262"/>
                  <a:pt x="6562138" y="6131064"/>
                  <a:pt x="6562138" y="6191385"/>
                </a:cubicBezTo>
                <a:cubicBezTo>
                  <a:pt x="6562138" y="6254728"/>
                  <a:pt x="6593621" y="6295153"/>
                  <a:pt x="6657594" y="6295153"/>
                </a:cubicBezTo>
                <a:cubicBezTo>
                  <a:pt x="6685929" y="6295153"/>
                  <a:pt x="6704692" y="6291123"/>
                  <a:pt x="6718671" y="6283440"/>
                </a:cubicBezTo>
                <a:lnTo>
                  <a:pt x="6719929" y="6282685"/>
                </a:lnTo>
                <a:lnTo>
                  <a:pt x="6719929" y="6178918"/>
                </a:lnTo>
                <a:cubicBezTo>
                  <a:pt x="6719929" y="6178918"/>
                  <a:pt x="6704692" y="6174635"/>
                  <a:pt x="6694743" y="6174635"/>
                </a:cubicBezTo>
                <a:cubicBezTo>
                  <a:pt x="6684796" y="6174635"/>
                  <a:pt x="6669683" y="6178918"/>
                  <a:pt x="6669683" y="6178918"/>
                </a:cubicBezTo>
                <a:lnTo>
                  <a:pt x="6669683" y="6260647"/>
                </a:lnTo>
                <a:cubicBezTo>
                  <a:pt x="6667164" y="6261654"/>
                  <a:pt x="6661246" y="6262914"/>
                  <a:pt x="6654949" y="6262914"/>
                </a:cubicBezTo>
                <a:cubicBezTo>
                  <a:pt x="6632281" y="6262914"/>
                  <a:pt x="6616037" y="6237097"/>
                  <a:pt x="6616037" y="6191511"/>
                </a:cubicBezTo>
                <a:cubicBezTo>
                  <a:pt x="6616037" y="6145923"/>
                  <a:pt x="6634171" y="6122752"/>
                  <a:pt x="6664898" y="6119982"/>
                </a:cubicBezTo>
                <a:cubicBezTo>
                  <a:pt x="6685425" y="6118218"/>
                  <a:pt x="6709855" y="6127663"/>
                  <a:pt x="6709855" y="6127663"/>
                </a:cubicBezTo>
                <a:cubicBezTo>
                  <a:pt x="6718167" y="6120737"/>
                  <a:pt x="6720937" y="6112552"/>
                  <a:pt x="6720055" y="6101722"/>
                </a:cubicBezTo>
                <a:cubicBezTo>
                  <a:pt x="6720055" y="6101722"/>
                  <a:pt x="6690966" y="6089380"/>
                  <a:pt x="6660742" y="6089380"/>
                </a:cubicBezTo>
                <a:cubicBezTo>
                  <a:pt x="6660239" y="6089380"/>
                  <a:pt x="6659735" y="6089380"/>
                  <a:pt x="6659231" y="6089380"/>
                </a:cubicBezTo>
                <a:close/>
                <a:moveTo>
                  <a:pt x="6356367" y="6089380"/>
                </a:moveTo>
                <a:cubicBezTo>
                  <a:pt x="6329417" y="6089380"/>
                  <a:pt x="6299319" y="6093914"/>
                  <a:pt x="6284964" y="6101092"/>
                </a:cubicBezTo>
                <a:lnTo>
                  <a:pt x="6284838" y="6101092"/>
                </a:lnTo>
                <a:lnTo>
                  <a:pt x="6283578" y="6101722"/>
                </a:lnTo>
                <a:lnTo>
                  <a:pt x="6283578" y="6282685"/>
                </a:lnTo>
                <a:lnTo>
                  <a:pt x="6284964" y="6283440"/>
                </a:lnTo>
                <a:cubicBezTo>
                  <a:pt x="6300705" y="6291123"/>
                  <a:pt x="6330299" y="6295153"/>
                  <a:pt x="6358633" y="6295153"/>
                </a:cubicBezTo>
                <a:cubicBezTo>
                  <a:pt x="6410013" y="6295153"/>
                  <a:pt x="6443763" y="6277018"/>
                  <a:pt x="6443763" y="6235964"/>
                </a:cubicBezTo>
                <a:cubicBezTo>
                  <a:pt x="6443763" y="6210652"/>
                  <a:pt x="6423614" y="6193777"/>
                  <a:pt x="6405732" y="6187103"/>
                </a:cubicBezTo>
                <a:cubicBezTo>
                  <a:pt x="6421347" y="6181184"/>
                  <a:pt x="6437844" y="6167332"/>
                  <a:pt x="6437844" y="6143657"/>
                </a:cubicBezTo>
                <a:cubicBezTo>
                  <a:pt x="6437844" y="6112552"/>
                  <a:pt x="6411021" y="6089380"/>
                  <a:pt x="6356367" y="6089380"/>
                </a:cubicBezTo>
                <a:close/>
                <a:moveTo>
                  <a:pt x="6501817" y="6075401"/>
                </a:moveTo>
                <a:cubicBezTo>
                  <a:pt x="6491994" y="6075401"/>
                  <a:pt x="6476631" y="6079556"/>
                  <a:pt x="6476631" y="6079556"/>
                </a:cubicBezTo>
                <a:lnTo>
                  <a:pt x="6476631" y="6304975"/>
                </a:lnTo>
                <a:cubicBezTo>
                  <a:pt x="6476631" y="6304975"/>
                  <a:pt x="6491868" y="6309130"/>
                  <a:pt x="6501817" y="6309130"/>
                </a:cubicBezTo>
                <a:cubicBezTo>
                  <a:pt x="6511766" y="6309130"/>
                  <a:pt x="6526878" y="6304975"/>
                  <a:pt x="6526878" y="6304975"/>
                </a:cubicBezTo>
                <a:lnTo>
                  <a:pt x="6526878" y="6079556"/>
                </a:lnTo>
                <a:cubicBezTo>
                  <a:pt x="6526878" y="6079556"/>
                  <a:pt x="6511641" y="6075401"/>
                  <a:pt x="6501817" y="6075401"/>
                </a:cubicBezTo>
                <a:close/>
                <a:moveTo>
                  <a:pt x="6501691" y="5967856"/>
                </a:moveTo>
                <a:cubicBezTo>
                  <a:pt x="6426132" y="5967856"/>
                  <a:pt x="6359262" y="6005257"/>
                  <a:pt x="6318586" y="6062556"/>
                </a:cubicBezTo>
                <a:lnTo>
                  <a:pt x="6387345" y="6062556"/>
                </a:lnTo>
                <a:cubicBezTo>
                  <a:pt x="6417820" y="6035733"/>
                  <a:pt x="6457740" y="6019488"/>
                  <a:pt x="6501564" y="6019488"/>
                </a:cubicBezTo>
                <a:cubicBezTo>
                  <a:pt x="6545388" y="6019488"/>
                  <a:pt x="6585308" y="6035733"/>
                  <a:pt x="6615785" y="6062556"/>
                </a:cubicBezTo>
                <a:lnTo>
                  <a:pt x="6684795" y="6062556"/>
                </a:lnTo>
                <a:cubicBezTo>
                  <a:pt x="6644119" y="6005257"/>
                  <a:pt x="6577250" y="5967856"/>
                  <a:pt x="6501691" y="5967856"/>
                </a:cubicBezTo>
                <a:close/>
                <a:moveTo>
                  <a:pt x="1559842" y="0"/>
                </a:moveTo>
                <a:lnTo>
                  <a:pt x="3377704" y="0"/>
                </a:lnTo>
                <a:lnTo>
                  <a:pt x="3838777" y="0"/>
                </a:lnTo>
                <a:lnTo>
                  <a:pt x="4534102" y="0"/>
                </a:lnTo>
                <a:lnTo>
                  <a:pt x="7163123" y="0"/>
                </a:lnTo>
                <a:lnTo>
                  <a:pt x="7163123" y="685800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3377704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484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2411" userDrawn="1">
          <p15:clr>
            <a:srgbClr val="FBAE40"/>
          </p15:clr>
        </p15:guide>
        <p15:guide id="10" pos="263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462DB91-A27D-31FC-20D9-C937F3B8C8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923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9F206E07-53D2-62D6-8374-452474E1BE5F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3AA2A63-8C9D-723A-34EC-905B494463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0" cy="6858000"/>
          </a:xfrm>
          <a:custGeom>
            <a:avLst/>
            <a:gdLst>
              <a:gd name="connsiteX0" fmla="*/ 3689565 w 4534100"/>
              <a:gd name="connsiteY0" fmla="*/ 6321975 h 6858000"/>
              <a:gd name="connsiteX1" fmla="*/ 3872670 w 4534100"/>
              <a:gd name="connsiteY1" fmla="*/ 6416676 h 6858000"/>
              <a:gd name="connsiteX2" fmla="*/ 4055773 w 4534100"/>
              <a:gd name="connsiteY2" fmla="*/ 6321975 h 6858000"/>
              <a:gd name="connsiteX3" fmla="*/ 3987016 w 4534100"/>
              <a:gd name="connsiteY3" fmla="*/ 6321975 h 6858000"/>
              <a:gd name="connsiteX4" fmla="*/ 3872795 w 4534100"/>
              <a:gd name="connsiteY4" fmla="*/ 6365044 h 6858000"/>
              <a:gd name="connsiteX5" fmla="*/ 3758575 w 4534100"/>
              <a:gd name="connsiteY5" fmla="*/ 6321975 h 6858000"/>
              <a:gd name="connsiteX6" fmla="*/ 3727597 w 4534100"/>
              <a:gd name="connsiteY6" fmla="*/ 6119982 h 6858000"/>
              <a:gd name="connsiteX7" fmla="*/ 3757570 w 4534100"/>
              <a:gd name="connsiteY7" fmla="*/ 6146805 h 6858000"/>
              <a:gd name="connsiteX8" fmla="*/ 3733138 w 4534100"/>
              <a:gd name="connsiteY8" fmla="*/ 6174762 h 6858000"/>
              <a:gd name="connsiteX9" fmla="*/ 3733138 w 4534100"/>
              <a:gd name="connsiteY9" fmla="*/ 6202466 h 6858000"/>
              <a:gd name="connsiteX10" fmla="*/ 3761473 w 4534100"/>
              <a:gd name="connsiteY10" fmla="*/ 6234327 h 6858000"/>
              <a:gd name="connsiteX11" fmla="*/ 3728479 w 4534100"/>
              <a:gd name="connsiteY11" fmla="*/ 6262914 h 6858000"/>
              <a:gd name="connsiteX12" fmla="*/ 3704930 w 4534100"/>
              <a:gd name="connsiteY12" fmla="*/ 6260647 h 6858000"/>
              <a:gd name="connsiteX13" fmla="*/ 3704930 w 4534100"/>
              <a:gd name="connsiteY13" fmla="*/ 6121619 h 6858000"/>
              <a:gd name="connsiteX14" fmla="*/ 3727597 w 4534100"/>
              <a:gd name="connsiteY14" fmla="*/ 6119982 h 6858000"/>
              <a:gd name="connsiteX15" fmla="*/ 4030083 w 4534100"/>
              <a:gd name="connsiteY15" fmla="*/ 6089380 h 6858000"/>
              <a:gd name="connsiteX16" fmla="*/ 3933117 w 4534100"/>
              <a:gd name="connsiteY16" fmla="*/ 6191385 h 6858000"/>
              <a:gd name="connsiteX17" fmla="*/ 4028573 w 4534100"/>
              <a:gd name="connsiteY17" fmla="*/ 6295153 h 6858000"/>
              <a:gd name="connsiteX18" fmla="*/ 4089650 w 4534100"/>
              <a:gd name="connsiteY18" fmla="*/ 6283440 h 6858000"/>
              <a:gd name="connsiteX19" fmla="*/ 4090908 w 4534100"/>
              <a:gd name="connsiteY19" fmla="*/ 6282685 h 6858000"/>
              <a:gd name="connsiteX20" fmla="*/ 4090908 w 4534100"/>
              <a:gd name="connsiteY20" fmla="*/ 6178918 h 6858000"/>
              <a:gd name="connsiteX21" fmla="*/ 4065722 w 4534100"/>
              <a:gd name="connsiteY21" fmla="*/ 6174635 h 6858000"/>
              <a:gd name="connsiteX22" fmla="*/ 4040662 w 4534100"/>
              <a:gd name="connsiteY22" fmla="*/ 6178918 h 6858000"/>
              <a:gd name="connsiteX23" fmla="*/ 4040662 w 4534100"/>
              <a:gd name="connsiteY23" fmla="*/ 6260647 h 6858000"/>
              <a:gd name="connsiteX24" fmla="*/ 4025928 w 4534100"/>
              <a:gd name="connsiteY24" fmla="*/ 6262914 h 6858000"/>
              <a:gd name="connsiteX25" fmla="*/ 3987016 w 4534100"/>
              <a:gd name="connsiteY25" fmla="*/ 6191511 h 6858000"/>
              <a:gd name="connsiteX26" fmla="*/ 4035877 w 4534100"/>
              <a:gd name="connsiteY26" fmla="*/ 6119982 h 6858000"/>
              <a:gd name="connsiteX27" fmla="*/ 4080834 w 4534100"/>
              <a:gd name="connsiteY27" fmla="*/ 6127663 h 6858000"/>
              <a:gd name="connsiteX28" fmla="*/ 4091034 w 4534100"/>
              <a:gd name="connsiteY28" fmla="*/ 6101722 h 6858000"/>
              <a:gd name="connsiteX29" fmla="*/ 4031721 w 4534100"/>
              <a:gd name="connsiteY29" fmla="*/ 6089380 h 6858000"/>
              <a:gd name="connsiteX30" fmla="*/ 4030210 w 4534100"/>
              <a:gd name="connsiteY30" fmla="*/ 6089380 h 6858000"/>
              <a:gd name="connsiteX31" fmla="*/ 3727346 w 4534100"/>
              <a:gd name="connsiteY31" fmla="*/ 6089380 h 6858000"/>
              <a:gd name="connsiteX32" fmla="*/ 3655943 w 4534100"/>
              <a:gd name="connsiteY32" fmla="*/ 6101092 h 6858000"/>
              <a:gd name="connsiteX33" fmla="*/ 3655817 w 4534100"/>
              <a:gd name="connsiteY33" fmla="*/ 6101092 h 6858000"/>
              <a:gd name="connsiteX34" fmla="*/ 3654557 w 4534100"/>
              <a:gd name="connsiteY34" fmla="*/ 6101722 h 6858000"/>
              <a:gd name="connsiteX35" fmla="*/ 3654557 w 4534100"/>
              <a:gd name="connsiteY35" fmla="*/ 6282685 h 6858000"/>
              <a:gd name="connsiteX36" fmla="*/ 3655943 w 4534100"/>
              <a:gd name="connsiteY36" fmla="*/ 6283440 h 6858000"/>
              <a:gd name="connsiteX37" fmla="*/ 3729612 w 4534100"/>
              <a:gd name="connsiteY37" fmla="*/ 6295153 h 6858000"/>
              <a:gd name="connsiteX38" fmla="*/ 3814742 w 4534100"/>
              <a:gd name="connsiteY38" fmla="*/ 6235964 h 6858000"/>
              <a:gd name="connsiteX39" fmla="*/ 3776711 w 4534100"/>
              <a:gd name="connsiteY39" fmla="*/ 6187103 h 6858000"/>
              <a:gd name="connsiteX40" fmla="*/ 3808823 w 4534100"/>
              <a:gd name="connsiteY40" fmla="*/ 6143657 h 6858000"/>
              <a:gd name="connsiteX41" fmla="*/ 3727346 w 4534100"/>
              <a:gd name="connsiteY41" fmla="*/ 6089380 h 6858000"/>
              <a:gd name="connsiteX42" fmla="*/ 3872796 w 4534100"/>
              <a:gd name="connsiteY42" fmla="*/ 6075401 h 6858000"/>
              <a:gd name="connsiteX43" fmla="*/ 3847610 w 4534100"/>
              <a:gd name="connsiteY43" fmla="*/ 6079556 h 6858000"/>
              <a:gd name="connsiteX44" fmla="*/ 3847610 w 4534100"/>
              <a:gd name="connsiteY44" fmla="*/ 6304975 h 6858000"/>
              <a:gd name="connsiteX45" fmla="*/ 3872796 w 4534100"/>
              <a:gd name="connsiteY45" fmla="*/ 6309130 h 6858000"/>
              <a:gd name="connsiteX46" fmla="*/ 3897857 w 4534100"/>
              <a:gd name="connsiteY46" fmla="*/ 6304975 h 6858000"/>
              <a:gd name="connsiteX47" fmla="*/ 3897857 w 4534100"/>
              <a:gd name="connsiteY47" fmla="*/ 6079556 h 6858000"/>
              <a:gd name="connsiteX48" fmla="*/ 3872796 w 4534100"/>
              <a:gd name="connsiteY48" fmla="*/ 6075401 h 6858000"/>
              <a:gd name="connsiteX49" fmla="*/ 3872670 w 4534100"/>
              <a:gd name="connsiteY49" fmla="*/ 5967856 h 6858000"/>
              <a:gd name="connsiteX50" fmla="*/ 3689565 w 4534100"/>
              <a:gd name="connsiteY50" fmla="*/ 6062556 h 6858000"/>
              <a:gd name="connsiteX51" fmla="*/ 3758324 w 4534100"/>
              <a:gd name="connsiteY51" fmla="*/ 6062556 h 6858000"/>
              <a:gd name="connsiteX52" fmla="*/ 3872543 w 4534100"/>
              <a:gd name="connsiteY52" fmla="*/ 6019488 h 6858000"/>
              <a:gd name="connsiteX53" fmla="*/ 3986764 w 4534100"/>
              <a:gd name="connsiteY53" fmla="*/ 6062556 h 6858000"/>
              <a:gd name="connsiteX54" fmla="*/ 4055774 w 4534100"/>
              <a:gd name="connsiteY54" fmla="*/ 6062556 h 6858000"/>
              <a:gd name="connsiteX55" fmla="*/ 3872670 w 4534100"/>
              <a:gd name="connsiteY55" fmla="*/ 5967856 h 6858000"/>
              <a:gd name="connsiteX56" fmla="*/ 1559842 w 4534100"/>
              <a:gd name="connsiteY56" fmla="*/ 0 h 6858000"/>
              <a:gd name="connsiteX57" fmla="*/ 4534100 w 4534100"/>
              <a:gd name="connsiteY57" fmla="*/ 0 h 6858000"/>
              <a:gd name="connsiteX58" fmla="*/ 4534100 w 4534100"/>
              <a:gd name="connsiteY58" fmla="*/ 6858000 h 6858000"/>
              <a:gd name="connsiteX59" fmla="*/ 1559825 w 4534100"/>
              <a:gd name="connsiteY59" fmla="*/ 6858000 h 6858000"/>
              <a:gd name="connsiteX60" fmla="*/ 1416684 w 4534100"/>
              <a:gd name="connsiteY60" fmla="*/ 6805829 h 6858000"/>
              <a:gd name="connsiteX61" fmla="*/ 702458 w 4534100"/>
              <a:gd name="connsiteY61" fmla="*/ 6415239 h 6858000"/>
              <a:gd name="connsiteX62" fmla="*/ 702458 w 4534100"/>
              <a:gd name="connsiteY62" fmla="*/ 5291180 h 6858000"/>
              <a:gd name="connsiteX63" fmla="*/ 0 w 4534100"/>
              <a:gd name="connsiteY63" fmla="*/ 3429002 h 6858000"/>
              <a:gd name="connsiteX64" fmla="*/ 702458 w 4534100"/>
              <a:gd name="connsiteY64" fmla="*/ 1566950 h 6858000"/>
              <a:gd name="connsiteX65" fmla="*/ 702458 w 4534100"/>
              <a:gd name="connsiteY65" fmla="*/ 442891 h 6858000"/>
              <a:gd name="connsiteX66" fmla="*/ 1416628 w 4534100"/>
              <a:gd name="connsiteY66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34100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441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ohne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89A4EE1-77A0-C677-22E5-43CCF0EBE7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1695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558D2A9-AACE-816B-25CE-FEBDCA8BBB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57898" y="0"/>
            <a:ext cx="4534100" cy="6858000"/>
          </a:xfrm>
          <a:custGeom>
            <a:avLst/>
            <a:gdLst>
              <a:gd name="connsiteX0" fmla="*/ 1559842 w 4534100"/>
              <a:gd name="connsiteY0" fmla="*/ 0 h 6858000"/>
              <a:gd name="connsiteX1" fmla="*/ 4534100 w 4534100"/>
              <a:gd name="connsiteY1" fmla="*/ 0 h 6858000"/>
              <a:gd name="connsiteX2" fmla="*/ 4534100 w 4534100"/>
              <a:gd name="connsiteY2" fmla="*/ 6858000 h 6858000"/>
              <a:gd name="connsiteX3" fmla="*/ 1559825 w 4534100"/>
              <a:gd name="connsiteY3" fmla="*/ 6858000 h 6858000"/>
              <a:gd name="connsiteX4" fmla="*/ 1416684 w 4534100"/>
              <a:gd name="connsiteY4" fmla="*/ 6805829 h 6858000"/>
              <a:gd name="connsiteX5" fmla="*/ 702458 w 4534100"/>
              <a:gd name="connsiteY5" fmla="*/ 6415239 h 6858000"/>
              <a:gd name="connsiteX6" fmla="*/ 702458 w 4534100"/>
              <a:gd name="connsiteY6" fmla="*/ 5291180 h 6858000"/>
              <a:gd name="connsiteX7" fmla="*/ 0 w 4534100"/>
              <a:gd name="connsiteY7" fmla="*/ 3429002 h 6858000"/>
              <a:gd name="connsiteX8" fmla="*/ 702458 w 4534100"/>
              <a:gd name="connsiteY8" fmla="*/ 1566950 h 6858000"/>
              <a:gd name="connsiteX9" fmla="*/ 702458 w 4534100"/>
              <a:gd name="connsiteY9" fmla="*/ 442891 h 6858000"/>
              <a:gd name="connsiteX10" fmla="*/ 1416628 w 4534100"/>
              <a:gd name="connsiteY10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4100" h="6858000"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65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294" userDrawn="1">
          <p15:clr>
            <a:srgbClr val="FBAE40"/>
          </p15:clr>
        </p15:guide>
        <p15:guide id="10" pos="406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94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41920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AD8949C-83AD-7046-3937-996C160F3AC9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4894410" cy="6858000"/>
          </a:xfrm>
          <a:custGeom>
            <a:avLst/>
            <a:gdLst>
              <a:gd name="connsiteX0" fmla="*/ 0 w 4894410"/>
              <a:gd name="connsiteY0" fmla="*/ 0 h 6858000"/>
              <a:gd name="connsiteX1" fmla="*/ 3335096 w 4894410"/>
              <a:gd name="connsiteY1" fmla="*/ 0 h 6858000"/>
              <a:gd name="connsiteX2" fmla="*/ 3477688 w 4894410"/>
              <a:gd name="connsiteY2" fmla="*/ 51978 h 6858000"/>
              <a:gd name="connsiteX3" fmla="*/ 4191905 w 4894410"/>
              <a:gd name="connsiteY3" fmla="*/ 442690 h 6858000"/>
              <a:gd name="connsiteX4" fmla="*/ 4191905 w 4894410"/>
              <a:gd name="connsiteY4" fmla="*/ 1566825 h 6858000"/>
              <a:gd name="connsiteX5" fmla="*/ 4894410 w 4894410"/>
              <a:gd name="connsiteY5" fmla="*/ 3429001 h 6858000"/>
              <a:gd name="connsiteX6" fmla="*/ 4191905 w 4894410"/>
              <a:gd name="connsiteY6" fmla="*/ 5291305 h 6858000"/>
              <a:gd name="connsiteX7" fmla="*/ 4191905 w 4894410"/>
              <a:gd name="connsiteY7" fmla="*/ 6415438 h 6858000"/>
              <a:gd name="connsiteX8" fmla="*/ 3477632 w 4894410"/>
              <a:gd name="connsiteY8" fmla="*/ 6806055 h 6858000"/>
              <a:gd name="connsiteX9" fmla="*/ 3335111 w 4894410"/>
              <a:gd name="connsiteY9" fmla="*/ 6858000 h 6858000"/>
              <a:gd name="connsiteX10" fmla="*/ 0 w 489441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94410" h="6858000">
                <a:moveTo>
                  <a:pt x="0" y="0"/>
                </a:moveTo>
                <a:lnTo>
                  <a:pt x="3335096" y="0"/>
                </a:lnTo>
                <a:lnTo>
                  <a:pt x="3477688" y="51978"/>
                </a:lnTo>
                <a:cubicBezTo>
                  <a:pt x="3731386" y="155590"/>
                  <a:pt x="3970730" y="287101"/>
                  <a:pt x="4191905" y="442690"/>
                </a:cubicBezTo>
                <a:lnTo>
                  <a:pt x="4191905" y="1566825"/>
                </a:lnTo>
                <a:cubicBezTo>
                  <a:pt x="4629274" y="2063464"/>
                  <a:pt x="4894410" y="2715328"/>
                  <a:pt x="4894410" y="3429001"/>
                </a:cubicBezTo>
                <a:cubicBezTo>
                  <a:pt x="4894410" y="4142674"/>
                  <a:pt x="4629274" y="4794665"/>
                  <a:pt x="4191905" y="5291305"/>
                </a:cubicBezTo>
                <a:lnTo>
                  <a:pt x="4191905" y="6415438"/>
                </a:lnTo>
                <a:cubicBezTo>
                  <a:pt x="3970683" y="6570979"/>
                  <a:pt x="3731327" y="6702461"/>
                  <a:pt x="3477632" y="6806055"/>
                </a:cubicBezTo>
                <a:lnTo>
                  <a:pt x="33351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853813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613" userDrawn="1">
          <p15:clr>
            <a:srgbClr val="FBAE40"/>
          </p15:clr>
        </p15:guide>
        <p15:guide id="10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&amp; brei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0194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CD33A-B315-3C29-8877-5AF27C93AF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63891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554C167-C292-8F60-1B3C-96BA5C2A7F4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7091510" cy="6858000"/>
          </a:xfrm>
          <a:custGeom>
            <a:avLst/>
            <a:gdLst>
              <a:gd name="connsiteX0" fmla="*/ 0 w 7091510"/>
              <a:gd name="connsiteY0" fmla="*/ 0 h 6858000"/>
              <a:gd name="connsiteX1" fmla="*/ 2197100 w 7091510"/>
              <a:gd name="connsiteY1" fmla="*/ 0 h 6858000"/>
              <a:gd name="connsiteX2" fmla="*/ 2792361 w 7091510"/>
              <a:gd name="connsiteY2" fmla="*/ 0 h 6858000"/>
              <a:gd name="connsiteX3" fmla="*/ 5532196 w 7091510"/>
              <a:gd name="connsiteY3" fmla="*/ 0 h 6858000"/>
              <a:gd name="connsiteX4" fmla="*/ 5674788 w 7091510"/>
              <a:gd name="connsiteY4" fmla="*/ 51978 h 6858000"/>
              <a:gd name="connsiteX5" fmla="*/ 6389005 w 7091510"/>
              <a:gd name="connsiteY5" fmla="*/ 442690 h 6858000"/>
              <a:gd name="connsiteX6" fmla="*/ 6389005 w 7091510"/>
              <a:gd name="connsiteY6" fmla="*/ 1566825 h 6858000"/>
              <a:gd name="connsiteX7" fmla="*/ 7091510 w 7091510"/>
              <a:gd name="connsiteY7" fmla="*/ 3429001 h 6858000"/>
              <a:gd name="connsiteX8" fmla="*/ 6389005 w 7091510"/>
              <a:gd name="connsiteY8" fmla="*/ 5291305 h 6858000"/>
              <a:gd name="connsiteX9" fmla="*/ 6389005 w 7091510"/>
              <a:gd name="connsiteY9" fmla="*/ 6415438 h 6858000"/>
              <a:gd name="connsiteX10" fmla="*/ 5674732 w 7091510"/>
              <a:gd name="connsiteY10" fmla="*/ 6806055 h 6858000"/>
              <a:gd name="connsiteX11" fmla="*/ 5532211 w 7091510"/>
              <a:gd name="connsiteY11" fmla="*/ 6858000 h 6858000"/>
              <a:gd name="connsiteX12" fmla="*/ 2792361 w 7091510"/>
              <a:gd name="connsiteY12" fmla="*/ 6858000 h 6858000"/>
              <a:gd name="connsiteX13" fmla="*/ 2197100 w 7091510"/>
              <a:gd name="connsiteY13" fmla="*/ 6858000 h 6858000"/>
              <a:gd name="connsiteX14" fmla="*/ 0 w 7091510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91510" h="6858000">
                <a:moveTo>
                  <a:pt x="0" y="0"/>
                </a:moveTo>
                <a:lnTo>
                  <a:pt x="2197100" y="0"/>
                </a:lnTo>
                <a:lnTo>
                  <a:pt x="2792361" y="0"/>
                </a:lnTo>
                <a:lnTo>
                  <a:pt x="5532196" y="0"/>
                </a:lnTo>
                <a:lnTo>
                  <a:pt x="5674788" y="51978"/>
                </a:lnTo>
                <a:cubicBezTo>
                  <a:pt x="5928486" y="155590"/>
                  <a:pt x="6167830" y="287101"/>
                  <a:pt x="6389005" y="442690"/>
                </a:cubicBezTo>
                <a:lnTo>
                  <a:pt x="6389005" y="1566825"/>
                </a:lnTo>
                <a:cubicBezTo>
                  <a:pt x="6826374" y="2063464"/>
                  <a:pt x="7091510" y="2715328"/>
                  <a:pt x="7091510" y="3429001"/>
                </a:cubicBezTo>
                <a:cubicBezTo>
                  <a:pt x="7091510" y="4142674"/>
                  <a:pt x="6826374" y="4794665"/>
                  <a:pt x="6389005" y="5291305"/>
                </a:cubicBezTo>
                <a:lnTo>
                  <a:pt x="6389005" y="6415438"/>
                </a:lnTo>
                <a:cubicBezTo>
                  <a:pt x="6167783" y="6570979"/>
                  <a:pt x="5928427" y="6702461"/>
                  <a:pt x="5674732" y="6806055"/>
                </a:cubicBezTo>
                <a:lnTo>
                  <a:pt x="5532211" y="6858000"/>
                </a:lnTo>
                <a:lnTo>
                  <a:pt x="2792361" y="6858000"/>
                </a:lnTo>
                <a:lnTo>
                  <a:pt x="219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8291513" y="408063"/>
            <a:ext cx="3457574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8291513" y="1665288"/>
            <a:ext cx="3457574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82233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997" userDrawn="1">
          <p15:clr>
            <a:srgbClr val="FBAE40"/>
          </p15:clr>
        </p15:guide>
        <p15:guide id="10" pos="522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2FF27E0-437E-3BF0-9698-83B95AF205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979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3168C1A-1D96-71E4-A06C-720A03407B7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2" cy="6400800"/>
          </a:xfrm>
          <a:custGeom>
            <a:avLst/>
            <a:gdLst>
              <a:gd name="connsiteX0" fmla="*/ 4530738 w 5375272"/>
              <a:gd name="connsiteY0" fmla="*/ 6093375 h 6400800"/>
              <a:gd name="connsiteX1" fmla="*/ 4713843 w 5375272"/>
              <a:gd name="connsiteY1" fmla="*/ 6188076 h 6400800"/>
              <a:gd name="connsiteX2" fmla="*/ 4896946 w 5375272"/>
              <a:gd name="connsiteY2" fmla="*/ 6093375 h 6400800"/>
              <a:gd name="connsiteX3" fmla="*/ 4828189 w 5375272"/>
              <a:gd name="connsiteY3" fmla="*/ 6093375 h 6400800"/>
              <a:gd name="connsiteX4" fmla="*/ 4713968 w 5375272"/>
              <a:gd name="connsiteY4" fmla="*/ 6136444 h 6400800"/>
              <a:gd name="connsiteX5" fmla="*/ 4599748 w 5375272"/>
              <a:gd name="connsiteY5" fmla="*/ 6093375 h 6400800"/>
              <a:gd name="connsiteX6" fmla="*/ 4568770 w 5375272"/>
              <a:gd name="connsiteY6" fmla="*/ 5891382 h 6400800"/>
              <a:gd name="connsiteX7" fmla="*/ 4598743 w 5375272"/>
              <a:gd name="connsiteY7" fmla="*/ 5918205 h 6400800"/>
              <a:gd name="connsiteX8" fmla="*/ 4574311 w 5375272"/>
              <a:gd name="connsiteY8" fmla="*/ 5946162 h 6400800"/>
              <a:gd name="connsiteX9" fmla="*/ 4574311 w 5375272"/>
              <a:gd name="connsiteY9" fmla="*/ 5973866 h 6400800"/>
              <a:gd name="connsiteX10" fmla="*/ 4602646 w 5375272"/>
              <a:gd name="connsiteY10" fmla="*/ 6005727 h 6400800"/>
              <a:gd name="connsiteX11" fmla="*/ 4569652 w 5375272"/>
              <a:gd name="connsiteY11" fmla="*/ 6034314 h 6400800"/>
              <a:gd name="connsiteX12" fmla="*/ 4546103 w 5375272"/>
              <a:gd name="connsiteY12" fmla="*/ 6032047 h 6400800"/>
              <a:gd name="connsiteX13" fmla="*/ 4546103 w 5375272"/>
              <a:gd name="connsiteY13" fmla="*/ 5893019 h 6400800"/>
              <a:gd name="connsiteX14" fmla="*/ 4568770 w 5375272"/>
              <a:gd name="connsiteY14" fmla="*/ 5891382 h 6400800"/>
              <a:gd name="connsiteX15" fmla="*/ 4871256 w 5375272"/>
              <a:gd name="connsiteY15" fmla="*/ 5860780 h 6400800"/>
              <a:gd name="connsiteX16" fmla="*/ 4774290 w 5375272"/>
              <a:gd name="connsiteY16" fmla="*/ 5962785 h 6400800"/>
              <a:gd name="connsiteX17" fmla="*/ 4869746 w 5375272"/>
              <a:gd name="connsiteY17" fmla="*/ 6066553 h 6400800"/>
              <a:gd name="connsiteX18" fmla="*/ 4930823 w 5375272"/>
              <a:gd name="connsiteY18" fmla="*/ 6054840 h 6400800"/>
              <a:gd name="connsiteX19" fmla="*/ 4932081 w 5375272"/>
              <a:gd name="connsiteY19" fmla="*/ 6054085 h 6400800"/>
              <a:gd name="connsiteX20" fmla="*/ 4932081 w 5375272"/>
              <a:gd name="connsiteY20" fmla="*/ 5950318 h 6400800"/>
              <a:gd name="connsiteX21" fmla="*/ 4906895 w 5375272"/>
              <a:gd name="connsiteY21" fmla="*/ 5946035 h 6400800"/>
              <a:gd name="connsiteX22" fmla="*/ 4881835 w 5375272"/>
              <a:gd name="connsiteY22" fmla="*/ 5950318 h 6400800"/>
              <a:gd name="connsiteX23" fmla="*/ 4881835 w 5375272"/>
              <a:gd name="connsiteY23" fmla="*/ 6032047 h 6400800"/>
              <a:gd name="connsiteX24" fmla="*/ 4867101 w 5375272"/>
              <a:gd name="connsiteY24" fmla="*/ 6034314 h 6400800"/>
              <a:gd name="connsiteX25" fmla="*/ 4828189 w 5375272"/>
              <a:gd name="connsiteY25" fmla="*/ 5962911 h 6400800"/>
              <a:gd name="connsiteX26" fmla="*/ 4877050 w 5375272"/>
              <a:gd name="connsiteY26" fmla="*/ 5891382 h 6400800"/>
              <a:gd name="connsiteX27" fmla="*/ 4922007 w 5375272"/>
              <a:gd name="connsiteY27" fmla="*/ 5899063 h 6400800"/>
              <a:gd name="connsiteX28" fmla="*/ 4932207 w 5375272"/>
              <a:gd name="connsiteY28" fmla="*/ 5873122 h 6400800"/>
              <a:gd name="connsiteX29" fmla="*/ 4872894 w 5375272"/>
              <a:gd name="connsiteY29" fmla="*/ 5860780 h 6400800"/>
              <a:gd name="connsiteX30" fmla="*/ 4871383 w 5375272"/>
              <a:gd name="connsiteY30" fmla="*/ 5860780 h 6400800"/>
              <a:gd name="connsiteX31" fmla="*/ 4568519 w 5375272"/>
              <a:gd name="connsiteY31" fmla="*/ 5860780 h 6400800"/>
              <a:gd name="connsiteX32" fmla="*/ 4497116 w 5375272"/>
              <a:gd name="connsiteY32" fmla="*/ 5872492 h 6400800"/>
              <a:gd name="connsiteX33" fmla="*/ 4496990 w 5375272"/>
              <a:gd name="connsiteY33" fmla="*/ 5872492 h 6400800"/>
              <a:gd name="connsiteX34" fmla="*/ 4495730 w 5375272"/>
              <a:gd name="connsiteY34" fmla="*/ 5873122 h 6400800"/>
              <a:gd name="connsiteX35" fmla="*/ 4495730 w 5375272"/>
              <a:gd name="connsiteY35" fmla="*/ 6054085 h 6400800"/>
              <a:gd name="connsiteX36" fmla="*/ 4497116 w 5375272"/>
              <a:gd name="connsiteY36" fmla="*/ 6054840 h 6400800"/>
              <a:gd name="connsiteX37" fmla="*/ 4570785 w 5375272"/>
              <a:gd name="connsiteY37" fmla="*/ 6066553 h 6400800"/>
              <a:gd name="connsiteX38" fmla="*/ 4655915 w 5375272"/>
              <a:gd name="connsiteY38" fmla="*/ 6007364 h 6400800"/>
              <a:gd name="connsiteX39" fmla="*/ 4617884 w 5375272"/>
              <a:gd name="connsiteY39" fmla="*/ 5958503 h 6400800"/>
              <a:gd name="connsiteX40" fmla="*/ 4649996 w 5375272"/>
              <a:gd name="connsiteY40" fmla="*/ 5915057 h 6400800"/>
              <a:gd name="connsiteX41" fmla="*/ 4568519 w 5375272"/>
              <a:gd name="connsiteY41" fmla="*/ 5860780 h 6400800"/>
              <a:gd name="connsiteX42" fmla="*/ 4713969 w 5375272"/>
              <a:gd name="connsiteY42" fmla="*/ 5846801 h 6400800"/>
              <a:gd name="connsiteX43" fmla="*/ 4688783 w 5375272"/>
              <a:gd name="connsiteY43" fmla="*/ 5850956 h 6400800"/>
              <a:gd name="connsiteX44" fmla="*/ 4688783 w 5375272"/>
              <a:gd name="connsiteY44" fmla="*/ 6076375 h 6400800"/>
              <a:gd name="connsiteX45" fmla="*/ 4713969 w 5375272"/>
              <a:gd name="connsiteY45" fmla="*/ 6080530 h 6400800"/>
              <a:gd name="connsiteX46" fmla="*/ 4739030 w 5375272"/>
              <a:gd name="connsiteY46" fmla="*/ 6076375 h 6400800"/>
              <a:gd name="connsiteX47" fmla="*/ 4739030 w 5375272"/>
              <a:gd name="connsiteY47" fmla="*/ 5850956 h 6400800"/>
              <a:gd name="connsiteX48" fmla="*/ 4713969 w 5375272"/>
              <a:gd name="connsiteY48" fmla="*/ 5846801 h 6400800"/>
              <a:gd name="connsiteX49" fmla="*/ 4713843 w 5375272"/>
              <a:gd name="connsiteY49" fmla="*/ 5739256 h 6400800"/>
              <a:gd name="connsiteX50" fmla="*/ 4530738 w 5375272"/>
              <a:gd name="connsiteY50" fmla="*/ 5833956 h 6400800"/>
              <a:gd name="connsiteX51" fmla="*/ 4599497 w 5375272"/>
              <a:gd name="connsiteY51" fmla="*/ 5833956 h 6400800"/>
              <a:gd name="connsiteX52" fmla="*/ 4713716 w 5375272"/>
              <a:gd name="connsiteY52" fmla="*/ 5790888 h 6400800"/>
              <a:gd name="connsiteX53" fmla="*/ 4827937 w 5375272"/>
              <a:gd name="connsiteY53" fmla="*/ 5833956 h 6400800"/>
              <a:gd name="connsiteX54" fmla="*/ 4896947 w 5375272"/>
              <a:gd name="connsiteY54" fmla="*/ 5833956 h 6400800"/>
              <a:gd name="connsiteX55" fmla="*/ 4713843 w 5375272"/>
              <a:gd name="connsiteY55" fmla="*/ 5739256 h 6400800"/>
              <a:gd name="connsiteX56" fmla="*/ 342891 w 5375272"/>
              <a:gd name="connsiteY56" fmla="*/ 0 h 6400800"/>
              <a:gd name="connsiteX57" fmla="*/ 5375272 w 5375272"/>
              <a:gd name="connsiteY57" fmla="*/ 0 h 6400800"/>
              <a:gd name="connsiteX58" fmla="*/ 5375272 w 5375272"/>
              <a:gd name="connsiteY58" fmla="*/ 6400800 h 6400800"/>
              <a:gd name="connsiteX59" fmla="*/ 342891 w 5375272"/>
              <a:gd name="connsiteY59" fmla="*/ 6400800 h 6400800"/>
              <a:gd name="connsiteX60" fmla="*/ 0 w 5375272"/>
              <a:gd name="connsiteY60" fmla="*/ 6057909 h 6400800"/>
              <a:gd name="connsiteX61" fmla="*/ 0 w 5375272"/>
              <a:gd name="connsiteY61" fmla="*/ 342891 h 6400800"/>
              <a:gd name="connsiteX62" fmla="*/ 342891 w 5375272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2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2" y="0"/>
                </a:lnTo>
                <a:lnTo>
                  <a:pt x="5375272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84216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346F8EB-61F5-FC84-A0A2-F59C8CBB1D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280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8D3C8C3D-85EB-87E9-72CB-433E7BF4DC10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B5266D4-0C00-3802-1E8E-D810764ED7D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3" cy="6400800"/>
          </a:xfrm>
          <a:custGeom>
            <a:avLst/>
            <a:gdLst>
              <a:gd name="connsiteX0" fmla="*/ 4530738 w 5375273"/>
              <a:gd name="connsiteY0" fmla="*/ 6093375 h 6400800"/>
              <a:gd name="connsiteX1" fmla="*/ 4713843 w 5375273"/>
              <a:gd name="connsiteY1" fmla="*/ 6188076 h 6400800"/>
              <a:gd name="connsiteX2" fmla="*/ 4896946 w 5375273"/>
              <a:gd name="connsiteY2" fmla="*/ 6093375 h 6400800"/>
              <a:gd name="connsiteX3" fmla="*/ 4828189 w 5375273"/>
              <a:gd name="connsiteY3" fmla="*/ 6093375 h 6400800"/>
              <a:gd name="connsiteX4" fmla="*/ 4713968 w 5375273"/>
              <a:gd name="connsiteY4" fmla="*/ 6136444 h 6400800"/>
              <a:gd name="connsiteX5" fmla="*/ 4599748 w 5375273"/>
              <a:gd name="connsiteY5" fmla="*/ 6093375 h 6400800"/>
              <a:gd name="connsiteX6" fmla="*/ 4568770 w 5375273"/>
              <a:gd name="connsiteY6" fmla="*/ 5891382 h 6400800"/>
              <a:gd name="connsiteX7" fmla="*/ 4598743 w 5375273"/>
              <a:gd name="connsiteY7" fmla="*/ 5918205 h 6400800"/>
              <a:gd name="connsiteX8" fmla="*/ 4574311 w 5375273"/>
              <a:gd name="connsiteY8" fmla="*/ 5946162 h 6400800"/>
              <a:gd name="connsiteX9" fmla="*/ 4574311 w 5375273"/>
              <a:gd name="connsiteY9" fmla="*/ 5973866 h 6400800"/>
              <a:gd name="connsiteX10" fmla="*/ 4602646 w 5375273"/>
              <a:gd name="connsiteY10" fmla="*/ 6005727 h 6400800"/>
              <a:gd name="connsiteX11" fmla="*/ 4569652 w 5375273"/>
              <a:gd name="connsiteY11" fmla="*/ 6034314 h 6400800"/>
              <a:gd name="connsiteX12" fmla="*/ 4546103 w 5375273"/>
              <a:gd name="connsiteY12" fmla="*/ 6032047 h 6400800"/>
              <a:gd name="connsiteX13" fmla="*/ 4546103 w 5375273"/>
              <a:gd name="connsiteY13" fmla="*/ 5893019 h 6400800"/>
              <a:gd name="connsiteX14" fmla="*/ 4568770 w 5375273"/>
              <a:gd name="connsiteY14" fmla="*/ 5891382 h 6400800"/>
              <a:gd name="connsiteX15" fmla="*/ 4871256 w 5375273"/>
              <a:gd name="connsiteY15" fmla="*/ 5860780 h 6400800"/>
              <a:gd name="connsiteX16" fmla="*/ 4774290 w 5375273"/>
              <a:gd name="connsiteY16" fmla="*/ 5962785 h 6400800"/>
              <a:gd name="connsiteX17" fmla="*/ 4869746 w 5375273"/>
              <a:gd name="connsiteY17" fmla="*/ 6066553 h 6400800"/>
              <a:gd name="connsiteX18" fmla="*/ 4930823 w 5375273"/>
              <a:gd name="connsiteY18" fmla="*/ 6054840 h 6400800"/>
              <a:gd name="connsiteX19" fmla="*/ 4932081 w 5375273"/>
              <a:gd name="connsiteY19" fmla="*/ 6054085 h 6400800"/>
              <a:gd name="connsiteX20" fmla="*/ 4932081 w 5375273"/>
              <a:gd name="connsiteY20" fmla="*/ 5950318 h 6400800"/>
              <a:gd name="connsiteX21" fmla="*/ 4906895 w 5375273"/>
              <a:gd name="connsiteY21" fmla="*/ 5946035 h 6400800"/>
              <a:gd name="connsiteX22" fmla="*/ 4881835 w 5375273"/>
              <a:gd name="connsiteY22" fmla="*/ 5950318 h 6400800"/>
              <a:gd name="connsiteX23" fmla="*/ 4881835 w 5375273"/>
              <a:gd name="connsiteY23" fmla="*/ 6032047 h 6400800"/>
              <a:gd name="connsiteX24" fmla="*/ 4867101 w 5375273"/>
              <a:gd name="connsiteY24" fmla="*/ 6034314 h 6400800"/>
              <a:gd name="connsiteX25" fmla="*/ 4828189 w 5375273"/>
              <a:gd name="connsiteY25" fmla="*/ 5962911 h 6400800"/>
              <a:gd name="connsiteX26" fmla="*/ 4877050 w 5375273"/>
              <a:gd name="connsiteY26" fmla="*/ 5891382 h 6400800"/>
              <a:gd name="connsiteX27" fmla="*/ 4922007 w 5375273"/>
              <a:gd name="connsiteY27" fmla="*/ 5899063 h 6400800"/>
              <a:gd name="connsiteX28" fmla="*/ 4932207 w 5375273"/>
              <a:gd name="connsiteY28" fmla="*/ 5873122 h 6400800"/>
              <a:gd name="connsiteX29" fmla="*/ 4872894 w 5375273"/>
              <a:gd name="connsiteY29" fmla="*/ 5860780 h 6400800"/>
              <a:gd name="connsiteX30" fmla="*/ 4871383 w 5375273"/>
              <a:gd name="connsiteY30" fmla="*/ 5860780 h 6400800"/>
              <a:gd name="connsiteX31" fmla="*/ 4568519 w 5375273"/>
              <a:gd name="connsiteY31" fmla="*/ 5860780 h 6400800"/>
              <a:gd name="connsiteX32" fmla="*/ 4497116 w 5375273"/>
              <a:gd name="connsiteY32" fmla="*/ 5872492 h 6400800"/>
              <a:gd name="connsiteX33" fmla="*/ 4496990 w 5375273"/>
              <a:gd name="connsiteY33" fmla="*/ 5872492 h 6400800"/>
              <a:gd name="connsiteX34" fmla="*/ 4495730 w 5375273"/>
              <a:gd name="connsiteY34" fmla="*/ 5873122 h 6400800"/>
              <a:gd name="connsiteX35" fmla="*/ 4495730 w 5375273"/>
              <a:gd name="connsiteY35" fmla="*/ 6054085 h 6400800"/>
              <a:gd name="connsiteX36" fmla="*/ 4497116 w 5375273"/>
              <a:gd name="connsiteY36" fmla="*/ 6054840 h 6400800"/>
              <a:gd name="connsiteX37" fmla="*/ 4570785 w 5375273"/>
              <a:gd name="connsiteY37" fmla="*/ 6066553 h 6400800"/>
              <a:gd name="connsiteX38" fmla="*/ 4655915 w 5375273"/>
              <a:gd name="connsiteY38" fmla="*/ 6007364 h 6400800"/>
              <a:gd name="connsiteX39" fmla="*/ 4617884 w 5375273"/>
              <a:gd name="connsiteY39" fmla="*/ 5958503 h 6400800"/>
              <a:gd name="connsiteX40" fmla="*/ 4649996 w 5375273"/>
              <a:gd name="connsiteY40" fmla="*/ 5915057 h 6400800"/>
              <a:gd name="connsiteX41" fmla="*/ 4568519 w 5375273"/>
              <a:gd name="connsiteY41" fmla="*/ 5860780 h 6400800"/>
              <a:gd name="connsiteX42" fmla="*/ 4713969 w 5375273"/>
              <a:gd name="connsiteY42" fmla="*/ 5846801 h 6400800"/>
              <a:gd name="connsiteX43" fmla="*/ 4688783 w 5375273"/>
              <a:gd name="connsiteY43" fmla="*/ 5850956 h 6400800"/>
              <a:gd name="connsiteX44" fmla="*/ 4688783 w 5375273"/>
              <a:gd name="connsiteY44" fmla="*/ 6076375 h 6400800"/>
              <a:gd name="connsiteX45" fmla="*/ 4713969 w 5375273"/>
              <a:gd name="connsiteY45" fmla="*/ 6080530 h 6400800"/>
              <a:gd name="connsiteX46" fmla="*/ 4739030 w 5375273"/>
              <a:gd name="connsiteY46" fmla="*/ 6076375 h 6400800"/>
              <a:gd name="connsiteX47" fmla="*/ 4739030 w 5375273"/>
              <a:gd name="connsiteY47" fmla="*/ 5850956 h 6400800"/>
              <a:gd name="connsiteX48" fmla="*/ 4713969 w 5375273"/>
              <a:gd name="connsiteY48" fmla="*/ 5846801 h 6400800"/>
              <a:gd name="connsiteX49" fmla="*/ 4713843 w 5375273"/>
              <a:gd name="connsiteY49" fmla="*/ 5739256 h 6400800"/>
              <a:gd name="connsiteX50" fmla="*/ 4530738 w 5375273"/>
              <a:gd name="connsiteY50" fmla="*/ 5833956 h 6400800"/>
              <a:gd name="connsiteX51" fmla="*/ 4599497 w 5375273"/>
              <a:gd name="connsiteY51" fmla="*/ 5833956 h 6400800"/>
              <a:gd name="connsiteX52" fmla="*/ 4713716 w 5375273"/>
              <a:gd name="connsiteY52" fmla="*/ 5790888 h 6400800"/>
              <a:gd name="connsiteX53" fmla="*/ 4827937 w 5375273"/>
              <a:gd name="connsiteY53" fmla="*/ 5833956 h 6400800"/>
              <a:gd name="connsiteX54" fmla="*/ 4896947 w 5375273"/>
              <a:gd name="connsiteY54" fmla="*/ 5833956 h 6400800"/>
              <a:gd name="connsiteX55" fmla="*/ 4713843 w 5375273"/>
              <a:gd name="connsiteY55" fmla="*/ 5739256 h 6400800"/>
              <a:gd name="connsiteX56" fmla="*/ 342891 w 5375273"/>
              <a:gd name="connsiteY56" fmla="*/ 0 h 6400800"/>
              <a:gd name="connsiteX57" fmla="*/ 5375273 w 5375273"/>
              <a:gd name="connsiteY57" fmla="*/ 0 h 6400800"/>
              <a:gd name="connsiteX58" fmla="*/ 5375273 w 5375273"/>
              <a:gd name="connsiteY58" fmla="*/ 6400800 h 6400800"/>
              <a:gd name="connsiteX59" fmla="*/ 342891 w 5375273"/>
              <a:gd name="connsiteY59" fmla="*/ 6400800 h 6400800"/>
              <a:gd name="connsiteX60" fmla="*/ 0 w 5375273"/>
              <a:gd name="connsiteY60" fmla="*/ 6057909 h 6400800"/>
              <a:gd name="connsiteX61" fmla="*/ 0 w 5375273"/>
              <a:gd name="connsiteY61" fmla="*/ 342891 h 6400800"/>
              <a:gd name="connsiteX62" fmla="*/ 342891 w 5375273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3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17450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9B8E9D-1B20-CEC0-6383-882A5D07E3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929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6370493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6370494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789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45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F3F0FAF-10ED-B69E-9652-564CA21156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5277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049147E-026A-6C3A-06A2-E195469087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5" y="228600"/>
            <a:ext cx="5375273" cy="6400800"/>
          </a:xfrm>
          <a:custGeom>
            <a:avLst/>
            <a:gdLst>
              <a:gd name="connsiteX0" fmla="*/ 342891 w 5375273"/>
              <a:gd name="connsiteY0" fmla="*/ 0 h 6400800"/>
              <a:gd name="connsiteX1" fmla="*/ 5375273 w 5375273"/>
              <a:gd name="connsiteY1" fmla="*/ 0 h 6400800"/>
              <a:gd name="connsiteX2" fmla="*/ 5375273 w 5375273"/>
              <a:gd name="connsiteY2" fmla="*/ 6400800 h 6400800"/>
              <a:gd name="connsiteX3" fmla="*/ 342891 w 5375273"/>
              <a:gd name="connsiteY3" fmla="*/ 6400800 h 6400800"/>
              <a:gd name="connsiteX4" fmla="*/ 0 w 5375273"/>
              <a:gd name="connsiteY4" fmla="*/ 6057909 h 6400800"/>
              <a:gd name="connsiteX5" fmla="*/ 0 w 5375273"/>
              <a:gd name="connsiteY5" fmla="*/ 342891 h 6400800"/>
              <a:gd name="connsiteX6" fmla="*/ 342891 w 5375273"/>
              <a:gd name="connsiteY6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5273" h="6400800"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59672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ckig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28E231A-91CD-075F-BC0F-642899DD87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41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092C0B0-D916-BA17-E068-CC093E51CA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5483225" cy="6400800"/>
          </a:xfrm>
          <a:custGeom>
            <a:avLst/>
            <a:gdLst>
              <a:gd name="connsiteX0" fmla="*/ 0 w 5483225"/>
              <a:gd name="connsiteY0" fmla="*/ 0 h 6400800"/>
              <a:gd name="connsiteX1" fmla="*/ 5140334 w 5483225"/>
              <a:gd name="connsiteY1" fmla="*/ 0 h 6400800"/>
              <a:gd name="connsiteX2" fmla="*/ 5483225 w 5483225"/>
              <a:gd name="connsiteY2" fmla="*/ 342891 h 6400800"/>
              <a:gd name="connsiteX3" fmla="*/ 5483225 w 5483225"/>
              <a:gd name="connsiteY3" fmla="*/ 6057909 h 6400800"/>
              <a:gd name="connsiteX4" fmla="*/ 5140334 w 5483225"/>
              <a:gd name="connsiteY4" fmla="*/ 6400800 h 6400800"/>
              <a:gd name="connsiteX5" fmla="*/ 0 w 5483225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3225" h="6400800">
                <a:moveTo>
                  <a:pt x="0" y="0"/>
                </a:moveTo>
                <a:lnTo>
                  <a:pt x="5140334" y="0"/>
                </a:lnTo>
                <a:cubicBezTo>
                  <a:pt x="5329707" y="0"/>
                  <a:pt x="5483225" y="153518"/>
                  <a:pt x="5483225" y="342891"/>
                </a:cubicBezTo>
                <a:lnTo>
                  <a:pt x="5483225" y="6057909"/>
                </a:lnTo>
                <a:cubicBezTo>
                  <a:pt x="5483225" y="6247282"/>
                  <a:pt x="5329707" y="6400800"/>
                  <a:pt x="5140334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09734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345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 eckig + Inhal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DA6B33-3EA0-D60D-95BD-333F88C66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8398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DA6B33-3EA0-D60D-95BD-333F88C66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AF9E4C2-BC23-89D8-99EB-01BA0869B0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4020663" cy="6400800"/>
          </a:xfrm>
          <a:custGeom>
            <a:avLst/>
            <a:gdLst>
              <a:gd name="connsiteX0" fmla="*/ 0 w 4020663"/>
              <a:gd name="connsiteY0" fmla="*/ 0 h 6400800"/>
              <a:gd name="connsiteX1" fmla="*/ 3677772 w 4020663"/>
              <a:gd name="connsiteY1" fmla="*/ 0 h 6400800"/>
              <a:gd name="connsiteX2" fmla="*/ 4020663 w 4020663"/>
              <a:gd name="connsiteY2" fmla="*/ 342891 h 6400800"/>
              <a:gd name="connsiteX3" fmla="*/ 4020663 w 4020663"/>
              <a:gd name="connsiteY3" fmla="*/ 6057909 h 6400800"/>
              <a:gd name="connsiteX4" fmla="*/ 3677772 w 4020663"/>
              <a:gd name="connsiteY4" fmla="*/ 6400800 h 6400800"/>
              <a:gd name="connsiteX5" fmla="*/ 0 w 4020663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0663" h="6400800">
                <a:moveTo>
                  <a:pt x="0" y="0"/>
                </a:moveTo>
                <a:lnTo>
                  <a:pt x="3677772" y="0"/>
                </a:lnTo>
                <a:cubicBezTo>
                  <a:pt x="3867145" y="0"/>
                  <a:pt x="4020663" y="153518"/>
                  <a:pt x="4020663" y="342891"/>
                </a:cubicBezTo>
                <a:lnTo>
                  <a:pt x="4020663" y="6057909"/>
                </a:lnTo>
                <a:cubicBezTo>
                  <a:pt x="4020663" y="6247282"/>
                  <a:pt x="3867145" y="6400800"/>
                  <a:pt x="3677772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72038" y="408063"/>
            <a:ext cx="6877049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4872038" y="1665288"/>
            <a:ext cx="6877049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319013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3069" userDrawn="1">
          <p15:clr>
            <a:srgbClr val="FBAE40"/>
          </p15:clr>
        </p15:guide>
        <p15:guide id="9" pos="254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1286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13DC317-99A0-BF56-7B3E-442E8FC8DF0E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74F02506-8B01-AE1B-B662-99A9D8E1187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429E1E60-B46B-1C31-EE98-E18A1660B542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239A9EBB-F9B7-DD63-1142-DD9B71E7370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1D1BE36D-DBF5-A644-1221-D3FA5B576FBC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867ABFB5-14CF-EAA0-2062-0F38E27638E1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7231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5C9DE6F-6271-9100-CE86-C568C0928B8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165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686168F-DBA8-DA5A-74B6-B39A2DFCAB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203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 err="1"/>
              <a:t>Keyfact</a:t>
            </a:r>
            <a:r>
              <a:rPr lang="de-DE" noProof="0" dirty="0"/>
              <a:t> Headline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8" name="Grafik 16">
            <a:extLst>
              <a:ext uri="{FF2B5EF4-FFF2-40B4-BE49-F238E27FC236}">
                <a16:creationId xmlns:a16="http://schemas.microsoft.com/office/drawing/2014/main" id="{59E32384-DEF8-8384-A07A-B3C7A1A7143C}"/>
              </a:ext>
            </a:extLst>
          </p:cNvPr>
          <p:cNvSpPr/>
          <p:nvPr/>
        </p:nvSpPr>
        <p:spPr bwMode="gray">
          <a:xfrm>
            <a:off x="7870031" y="876875"/>
            <a:ext cx="2057400" cy="1652004"/>
          </a:xfrm>
          <a:custGeom>
            <a:avLst/>
            <a:gdLst>
              <a:gd name="connsiteX0" fmla="*/ 1101638 w 1538815"/>
              <a:gd name="connsiteY0" fmla="*/ 932798 h 1235602"/>
              <a:gd name="connsiteX1" fmla="*/ 1114973 w 1538815"/>
              <a:gd name="connsiteY1" fmla="*/ 905176 h 1235602"/>
              <a:gd name="connsiteX2" fmla="*/ 1108115 w 1538815"/>
              <a:gd name="connsiteY2" fmla="*/ 909271 h 1235602"/>
              <a:gd name="connsiteX3" fmla="*/ 1076396 w 1538815"/>
              <a:gd name="connsiteY3" fmla="*/ 936608 h 1235602"/>
              <a:gd name="connsiteX4" fmla="*/ 1074968 w 1538815"/>
              <a:gd name="connsiteY4" fmla="*/ 939751 h 1235602"/>
              <a:gd name="connsiteX5" fmla="*/ 1076587 w 1538815"/>
              <a:gd name="connsiteY5" fmla="*/ 942418 h 1235602"/>
              <a:gd name="connsiteX6" fmla="*/ 1081730 w 1538815"/>
              <a:gd name="connsiteY6" fmla="*/ 941275 h 1235602"/>
              <a:gd name="connsiteX7" fmla="*/ 1101733 w 1538815"/>
              <a:gd name="connsiteY7" fmla="*/ 932798 h 1235602"/>
              <a:gd name="connsiteX8" fmla="*/ 977051 w 1538815"/>
              <a:gd name="connsiteY8" fmla="*/ 1001188 h 1235602"/>
              <a:gd name="connsiteX9" fmla="*/ 980575 w 1538815"/>
              <a:gd name="connsiteY9" fmla="*/ 1002521 h 1235602"/>
              <a:gd name="connsiteX10" fmla="*/ 1007245 w 1538815"/>
              <a:gd name="connsiteY10" fmla="*/ 990996 h 1235602"/>
              <a:gd name="connsiteX11" fmla="*/ 1053727 w 1538815"/>
              <a:gd name="connsiteY11" fmla="*/ 952229 h 1235602"/>
              <a:gd name="connsiteX12" fmla="*/ 1054108 w 1538815"/>
              <a:gd name="connsiteY12" fmla="*/ 949181 h 1235602"/>
              <a:gd name="connsiteX13" fmla="*/ 1047059 w 1538815"/>
              <a:gd name="connsiteY13" fmla="*/ 951658 h 1235602"/>
              <a:gd name="connsiteX14" fmla="*/ 1034867 w 1538815"/>
              <a:gd name="connsiteY14" fmla="*/ 958611 h 1235602"/>
              <a:gd name="connsiteX15" fmla="*/ 1020961 w 1538815"/>
              <a:gd name="connsiteY15" fmla="*/ 963183 h 1235602"/>
              <a:gd name="connsiteX16" fmla="*/ 996291 w 1538815"/>
              <a:gd name="connsiteY16" fmla="*/ 984328 h 1235602"/>
              <a:gd name="connsiteX17" fmla="*/ 989433 w 1538815"/>
              <a:gd name="connsiteY17" fmla="*/ 991758 h 1235602"/>
              <a:gd name="connsiteX18" fmla="*/ 976860 w 1538815"/>
              <a:gd name="connsiteY18" fmla="*/ 1001283 h 1235602"/>
              <a:gd name="connsiteX19" fmla="*/ 1027914 w 1538815"/>
              <a:gd name="connsiteY19" fmla="*/ 953658 h 1235602"/>
              <a:gd name="connsiteX20" fmla="*/ 1048012 w 1538815"/>
              <a:gd name="connsiteY20" fmla="*/ 942228 h 1235602"/>
              <a:gd name="connsiteX21" fmla="*/ 1066776 w 1538815"/>
              <a:gd name="connsiteY21" fmla="*/ 928131 h 1235602"/>
              <a:gd name="connsiteX22" fmla="*/ 1079254 w 1538815"/>
              <a:gd name="connsiteY22" fmla="*/ 920416 h 1235602"/>
              <a:gd name="connsiteX23" fmla="*/ 1109163 w 1538815"/>
              <a:gd name="connsiteY23" fmla="*/ 898794 h 1235602"/>
              <a:gd name="connsiteX24" fmla="*/ 1119640 w 1538815"/>
              <a:gd name="connsiteY24" fmla="*/ 890031 h 1235602"/>
              <a:gd name="connsiteX25" fmla="*/ 1067443 w 1538815"/>
              <a:gd name="connsiteY25" fmla="*/ 901842 h 1235602"/>
              <a:gd name="connsiteX26" fmla="*/ 1067252 w 1538815"/>
              <a:gd name="connsiteY26" fmla="*/ 913653 h 1235602"/>
              <a:gd name="connsiteX27" fmla="*/ 1044488 w 1538815"/>
              <a:gd name="connsiteY27" fmla="*/ 929083 h 1235602"/>
              <a:gd name="connsiteX28" fmla="*/ 1033534 w 1538815"/>
              <a:gd name="connsiteY28" fmla="*/ 935656 h 1235602"/>
              <a:gd name="connsiteX29" fmla="*/ 1027914 w 1538815"/>
              <a:gd name="connsiteY29" fmla="*/ 953563 h 1235602"/>
              <a:gd name="connsiteX30" fmla="*/ 133612 w 1538815"/>
              <a:gd name="connsiteY30" fmla="*/ 508840 h 1235602"/>
              <a:gd name="connsiteX31" fmla="*/ 130945 w 1538815"/>
              <a:gd name="connsiteY31" fmla="*/ 508840 h 1235602"/>
              <a:gd name="connsiteX32" fmla="*/ 58650 w 1538815"/>
              <a:gd name="connsiteY32" fmla="*/ 565990 h 1235602"/>
              <a:gd name="connsiteX33" fmla="*/ 53411 w 1538815"/>
              <a:gd name="connsiteY33" fmla="*/ 571134 h 1235602"/>
              <a:gd name="connsiteX34" fmla="*/ 53126 w 1538815"/>
              <a:gd name="connsiteY34" fmla="*/ 577039 h 1235602"/>
              <a:gd name="connsiteX35" fmla="*/ 62079 w 1538815"/>
              <a:gd name="connsiteY35" fmla="*/ 572182 h 1235602"/>
              <a:gd name="connsiteX36" fmla="*/ 97131 w 1538815"/>
              <a:gd name="connsiteY36" fmla="*/ 551798 h 1235602"/>
              <a:gd name="connsiteX37" fmla="*/ 132088 w 1538815"/>
              <a:gd name="connsiteY37" fmla="*/ 533986 h 1235602"/>
              <a:gd name="connsiteX38" fmla="*/ 133612 w 1538815"/>
              <a:gd name="connsiteY38" fmla="*/ 508840 h 1235602"/>
              <a:gd name="connsiteX39" fmla="*/ 1192602 w 1538815"/>
              <a:gd name="connsiteY39" fmla="*/ 870790 h 1235602"/>
              <a:gd name="connsiteX40" fmla="*/ 1182410 w 1538815"/>
              <a:gd name="connsiteY40" fmla="*/ 870028 h 1235602"/>
              <a:gd name="connsiteX41" fmla="*/ 1163169 w 1538815"/>
              <a:gd name="connsiteY41" fmla="*/ 873267 h 1235602"/>
              <a:gd name="connsiteX42" fmla="*/ 1156121 w 1538815"/>
              <a:gd name="connsiteY42" fmla="*/ 874696 h 1235602"/>
              <a:gd name="connsiteX43" fmla="*/ 1138976 w 1538815"/>
              <a:gd name="connsiteY43" fmla="*/ 881458 h 1235602"/>
              <a:gd name="connsiteX44" fmla="*/ 1122307 w 1538815"/>
              <a:gd name="connsiteY44" fmla="*/ 907462 h 1235602"/>
              <a:gd name="connsiteX45" fmla="*/ 1120497 w 1538815"/>
              <a:gd name="connsiteY45" fmla="*/ 912891 h 1235602"/>
              <a:gd name="connsiteX46" fmla="*/ 1146405 w 1538815"/>
              <a:gd name="connsiteY46" fmla="*/ 895174 h 1235602"/>
              <a:gd name="connsiteX47" fmla="*/ 1155740 w 1538815"/>
              <a:gd name="connsiteY47" fmla="*/ 889840 h 1235602"/>
              <a:gd name="connsiteX48" fmla="*/ 1174218 w 1538815"/>
              <a:gd name="connsiteY48" fmla="*/ 884221 h 1235602"/>
              <a:gd name="connsiteX49" fmla="*/ 1181648 w 1538815"/>
              <a:gd name="connsiteY49" fmla="*/ 886602 h 1235602"/>
              <a:gd name="connsiteX50" fmla="*/ 1205079 w 1538815"/>
              <a:gd name="connsiteY50" fmla="*/ 872029 h 1235602"/>
              <a:gd name="connsiteX51" fmla="*/ 1241370 w 1538815"/>
              <a:gd name="connsiteY51" fmla="*/ 846978 h 1235602"/>
              <a:gd name="connsiteX52" fmla="*/ 1246894 w 1538815"/>
              <a:gd name="connsiteY52" fmla="*/ 842215 h 1235602"/>
              <a:gd name="connsiteX53" fmla="*/ 1258134 w 1538815"/>
              <a:gd name="connsiteY53" fmla="*/ 829357 h 1235602"/>
              <a:gd name="connsiteX54" fmla="*/ 1200602 w 1538815"/>
              <a:gd name="connsiteY54" fmla="*/ 856408 h 1235602"/>
              <a:gd name="connsiteX55" fmla="*/ 1192411 w 1538815"/>
              <a:gd name="connsiteY55" fmla="*/ 870790 h 1235602"/>
              <a:gd name="connsiteX56" fmla="*/ 143804 w 1538815"/>
              <a:gd name="connsiteY56" fmla="*/ 443499 h 1235602"/>
              <a:gd name="connsiteX57" fmla="*/ 151233 w 1538815"/>
              <a:gd name="connsiteY57" fmla="*/ 427116 h 1235602"/>
              <a:gd name="connsiteX58" fmla="*/ 158186 w 1538815"/>
              <a:gd name="connsiteY58" fmla="*/ 409971 h 1235602"/>
              <a:gd name="connsiteX59" fmla="*/ 157329 w 1538815"/>
              <a:gd name="connsiteY59" fmla="*/ 406732 h 1235602"/>
              <a:gd name="connsiteX60" fmla="*/ 152567 w 1538815"/>
              <a:gd name="connsiteY60" fmla="*/ 406732 h 1235602"/>
              <a:gd name="connsiteX61" fmla="*/ 93607 w 1538815"/>
              <a:gd name="connsiteY61" fmla="*/ 457024 h 1235602"/>
              <a:gd name="connsiteX62" fmla="*/ 53411 w 1538815"/>
              <a:gd name="connsiteY62" fmla="*/ 492267 h 1235602"/>
              <a:gd name="connsiteX63" fmla="*/ 53221 w 1538815"/>
              <a:gd name="connsiteY63" fmla="*/ 498839 h 1235602"/>
              <a:gd name="connsiteX64" fmla="*/ 82463 w 1538815"/>
              <a:gd name="connsiteY64" fmla="*/ 484171 h 1235602"/>
              <a:gd name="connsiteX65" fmla="*/ 116657 w 1538815"/>
              <a:gd name="connsiteY65" fmla="*/ 458929 h 1235602"/>
              <a:gd name="connsiteX66" fmla="*/ 143804 w 1538815"/>
              <a:gd name="connsiteY66" fmla="*/ 443404 h 1235602"/>
              <a:gd name="connsiteX67" fmla="*/ 180570 w 1538815"/>
              <a:gd name="connsiteY67" fmla="*/ 742965 h 1235602"/>
              <a:gd name="connsiteX68" fmla="*/ 145232 w 1538815"/>
              <a:gd name="connsiteY68" fmla="*/ 769254 h 1235602"/>
              <a:gd name="connsiteX69" fmla="*/ 115705 w 1538815"/>
              <a:gd name="connsiteY69" fmla="*/ 794114 h 1235602"/>
              <a:gd name="connsiteX70" fmla="*/ 102846 w 1538815"/>
              <a:gd name="connsiteY70" fmla="*/ 804592 h 1235602"/>
              <a:gd name="connsiteX71" fmla="*/ 94845 w 1538815"/>
              <a:gd name="connsiteY71" fmla="*/ 816593 h 1235602"/>
              <a:gd name="connsiteX72" fmla="*/ 92750 w 1538815"/>
              <a:gd name="connsiteY72" fmla="*/ 824689 h 1235602"/>
              <a:gd name="connsiteX73" fmla="*/ 88654 w 1538815"/>
              <a:gd name="connsiteY73" fmla="*/ 828309 h 1235602"/>
              <a:gd name="connsiteX74" fmla="*/ 87416 w 1538815"/>
              <a:gd name="connsiteY74" fmla="*/ 833357 h 1235602"/>
              <a:gd name="connsiteX75" fmla="*/ 100751 w 1538815"/>
              <a:gd name="connsiteY75" fmla="*/ 838596 h 1235602"/>
              <a:gd name="connsiteX76" fmla="*/ 117038 w 1538815"/>
              <a:gd name="connsiteY76" fmla="*/ 826404 h 1235602"/>
              <a:gd name="connsiteX77" fmla="*/ 132469 w 1538815"/>
              <a:gd name="connsiteY77" fmla="*/ 816498 h 1235602"/>
              <a:gd name="connsiteX78" fmla="*/ 157329 w 1538815"/>
              <a:gd name="connsiteY78" fmla="*/ 800782 h 1235602"/>
              <a:gd name="connsiteX79" fmla="*/ 170188 w 1538815"/>
              <a:gd name="connsiteY79" fmla="*/ 785161 h 1235602"/>
              <a:gd name="connsiteX80" fmla="*/ 163425 w 1538815"/>
              <a:gd name="connsiteY80" fmla="*/ 784875 h 1235602"/>
              <a:gd name="connsiteX81" fmla="*/ 126182 w 1538815"/>
              <a:gd name="connsiteY81" fmla="*/ 804496 h 1235602"/>
              <a:gd name="connsiteX82" fmla="*/ 112181 w 1538815"/>
              <a:gd name="connsiteY82" fmla="*/ 813164 h 1235602"/>
              <a:gd name="connsiteX83" fmla="*/ 109418 w 1538815"/>
              <a:gd name="connsiteY83" fmla="*/ 811735 h 1235602"/>
              <a:gd name="connsiteX84" fmla="*/ 110276 w 1538815"/>
              <a:gd name="connsiteY84" fmla="*/ 808402 h 1235602"/>
              <a:gd name="connsiteX85" fmla="*/ 111514 w 1538815"/>
              <a:gd name="connsiteY85" fmla="*/ 807068 h 1235602"/>
              <a:gd name="connsiteX86" fmla="*/ 137041 w 1538815"/>
              <a:gd name="connsiteY86" fmla="*/ 792781 h 1235602"/>
              <a:gd name="connsiteX87" fmla="*/ 186761 w 1538815"/>
              <a:gd name="connsiteY87" fmla="*/ 765158 h 1235602"/>
              <a:gd name="connsiteX88" fmla="*/ 192762 w 1538815"/>
              <a:gd name="connsiteY88" fmla="*/ 761253 h 1235602"/>
              <a:gd name="connsiteX89" fmla="*/ 193524 w 1538815"/>
              <a:gd name="connsiteY89" fmla="*/ 754776 h 1235602"/>
              <a:gd name="connsiteX90" fmla="*/ 180570 w 1538815"/>
              <a:gd name="connsiteY90" fmla="*/ 742965 h 1235602"/>
              <a:gd name="connsiteX91" fmla="*/ 872276 w 1538815"/>
              <a:gd name="connsiteY91" fmla="*/ 1025953 h 1235602"/>
              <a:gd name="connsiteX92" fmla="*/ 874562 w 1538815"/>
              <a:gd name="connsiteY92" fmla="*/ 1027000 h 1235602"/>
              <a:gd name="connsiteX93" fmla="*/ 961049 w 1538815"/>
              <a:gd name="connsiteY93" fmla="*/ 1008046 h 1235602"/>
              <a:gd name="connsiteX94" fmla="*/ 962668 w 1538815"/>
              <a:gd name="connsiteY94" fmla="*/ 1007188 h 1235602"/>
              <a:gd name="connsiteX95" fmla="*/ 963430 w 1538815"/>
              <a:gd name="connsiteY95" fmla="*/ 1005664 h 1235602"/>
              <a:gd name="connsiteX96" fmla="*/ 961525 w 1538815"/>
              <a:gd name="connsiteY96" fmla="*/ 995187 h 1235602"/>
              <a:gd name="connsiteX97" fmla="*/ 966573 w 1538815"/>
              <a:gd name="connsiteY97" fmla="*/ 985471 h 1235602"/>
              <a:gd name="connsiteX98" fmla="*/ 974765 w 1538815"/>
              <a:gd name="connsiteY98" fmla="*/ 978137 h 1235602"/>
              <a:gd name="connsiteX99" fmla="*/ 997529 w 1538815"/>
              <a:gd name="connsiteY99" fmla="*/ 959278 h 1235602"/>
              <a:gd name="connsiteX100" fmla="*/ 1043154 w 1538815"/>
              <a:gd name="connsiteY100" fmla="*/ 919082 h 1235602"/>
              <a:gd name="connsiteX101" fmla="*/ 1051822 w 1538815"/>
              <a:gd name="connsiteY101" fmla="*/ 912129 h 1235602"/>
              <a:gd name="connsiteX102" fmla="*/ 1053346 w 1538815"/>
              <a:gd name="connsiteY102" fmla="*/ 906414 h 1235602"/>
              <a:gd name="connsiteX103" fmla="*/ 1012293 w 1538815"/>
              <a:gd name="connsiteY103" fmla="*/ 914224 h 1235602"/>
              <a:gd name="connsiteX104" fmla="*/ 1014008 w 1538815"/>
              <a:gd name="connsiteY104" fmla="*/ 925559 h 1235602"/>
              <a:gd name="connsiteX105" fmla="*/ 1008293 w 1538815"/>
              <a:gd name="connsiteY105" fmla="*/ 930417 h 1235602"/>
              <a:gd name="connsiteX106" fmla="*/ 984099 w 1538815"/>
              <a:gd name="connsiteY106" fmla="*/ 946800 h 1235602"/>
              <a:gd name="connsiteX107" fmla="*/ 943332 w 1538815"/>
              <a:gd name="connsiteY107" fmla="*/ 988615 h 1235602"/>
              <a:gd name="connsiteX108" fmla="*/ 908661 w 1538815"/>
              <a:gd name="connsiteY108" fmla="*/ 1004140 h 1235602"/>
              <a:gd name="connsiteX109" fmla="*/ 899803 w 1538815"/>
              <a:gd name="connsiteY109" fmla="*/ 1002045 h 1235602"/>
              <a:gd name="connsiteX110" fmla="*/ 872276 w 1538815"/>
              <a:gd name="connsiteY110" fmla="*/ 1026143 h 1235602"/>
              <a:gd name="connsiteX111" fmla="*/ 144470 w 1538815"/>
              <a:gd name="connsiteY111" fmla="*/ 663907 h 1235602"/>
              <a:gd name="connsiteX112" fmla="*/ 143137 w 1538815"/>
              <a:gd name="connsiteY112" fmla="*/ 652858 h 1235602"/>
              <a:gd name="connsiteX113" fmla="*/ 129135 w 1538815"/>
              <a:gd name="connsiteY113" fmla="*/ 648953 h 1235602"/>
              <a:gd name="connsiteX114" fmla="*/ 118467 w 1538815"/>
              <a:gd name="connsiteY114" fmla="*/ 659050 h 1235602"/>
              <a:gd name="connsiteX115" fmla="*/ 90368 w 1538815"/>
              <a:gd name="connsiteY115" fmla="*/ 680195 h 1235602"/>
              <a:gd name="connsiteX116" fmla="*/ 57507 w 1538815"/>
              <a:gd name="connsiteY116" fmla="*/ 704198 h 1235602"/>
              <a:gd name="connsiteX117" fmla="*/ 43410 w 1538815"/>
              <a:gd name="connsiteY117" fmla="*/ 718581 h 1235602"/>
              <a:gd name="connsiteX118" fmla="*/ 43886 w 1538815"/>
              <a:gd name="connsiteY118" fmla="*/ 725915 h 1235602"/>
              <a:gd name="connsiteX119" fmla="*/ 38552 w 1538815"/>
              <a:gd name="connsiteY119" fmla="*/ 732964 h 1235602"/>
              <a:gd name="connsiteX120" fmla="*/ 38267 w 1538815"/>
              <a:gd name="connsiteY120" fmla="*/ 738298 h 1235602"/>
              <a:gd name="connsiteX121" fmla="*/ 40934 w 1538815"/>
              <a:gd name="connsiteY121" fmla="*/ 745156 h 1235602"/>
              <a:gd name="connsiteX122" fmla="*/ 53888 w 1538815"/>
              <a:gd name="connsiteY122" fmla="*/ 748775 h 1235602"/>
              <a:gd name="connsiteX123" fmla="*/ 115229 w 1538815"/>
              <a:gd name="connsiteY123" fmla="*/ 704103 h 1235602"/>
              <a:gd name="connsiteX124" fmla="*/ 127802 w 1538815"/>
              <a:gd name="connsiteY124" fmla="*/ 693244 h 1235602"/>
              <a:gd name="connsiteX125" fmla="*/ 131421 w 1538815"/>
              <a:gd name="connsiteY125" fmla="*/ 683529 h 1235602"/>
              <a:gd name="connsiteX126" fmla="*/ 117419 w 1538815"/>
              <a:gd name="connsiteY126" fmla="*/ 688101 h 1235602"/>
              <a:gd name="connsiteX127" fmla="*/ 92750 w 1538815"/>
              <a:gd name="connsiteY127" fmla="*/ 700579 h 1235602"/>
              <a:gd name="connsiteX128" fmla="*/ 84082 w 1538815"/>
              <a:gd name="connsiteY128" fmla="*/ 699626 h 1235602"/>
              <a:gd name="connsiteX129" fmla="*/ 114086 w 1538815"/>
              <a:gd name="connsiteY129" fmla="*/ 681624 h 1235602"/>
              <a:gd name="connsiteX130" fmla="*/ 144470 w 1538815"/>
              <a:gd name="connsiteY130" fmla="*/ 664003 h 1235602"/>
              <a:gd name="connsiteX131" fmla="*/ 21407 w 1538815"/>
              <a:gd name="connsiteY131" fmla="*/ 672861 h 1235602"/>
              <a:gd name="connsiteX132" fmla="*/ 25598 w 1538815"/>
              <a:gd name="connsiteY132" fmla="*/ 672289 h 1235602"/>
              <a:gd name="connsiteX133" fmla="*/ 66365 w 1538815"/>
              <a:gd name="connsiteY133" fmla="*/ 640571 h 1235602"/>
              <a:gd name="connsiteX134" fmla="*/ 83987 w 1538815"/>
              <a:gd name="connsiteY134" fmla="*/ 632570 h 1235602"/>
              <a:gd name="connsiteX135" fmla="*/ 89130 w 1538815"/>
              <a:gd name="connsiteY135" fmla="*/ 630856 h 1235602"/>
              <a:gd name="connsiteX136" fmla="*/ 104751 w 1538815"/>
              <a:gd name="connsiteY136" fmla="*/ 618092 h 1235602"/>
              <a:gd name="connsiteX137" fmla="*/ 112657 w 1538815"/>
              <a:gd name="connsiteY137" fmla="*/ 610567 h 1235602"/>
              <a:gd name="connsiteX138" fmla="*/ 116086 w 1538815"/>
              <a:gd name="connsiteY138" fmla="*/ 610282 h 1235602"/>
              <a:gd name="connsiteX139" fmla="*/ 115419 w 1538815"/>
              <a:gd name="connsiteY139" fmla="*/ 615044 h 1235602"/>
              <a:gd name="connsiteX140" fmla="*/ 105037 w 1538815"/>
              <a:gd name="connsiteY140" fmla="*/ 622759 h 1235602"/>
              <a:gd name="connsiteX141" fmla="*/ 54173 w 1538815"/>
              <a:gd name="connsiteY141" fmla="*/ 667241 h 1235602"/>
              <a:gd name="connsiteX142" fmla="*/ 69223 w 1538815"/>
              <a:gd name="connsiteY142" fmla="*/ 664098 h 1235602"/>
              <a:gd name="connsiteX143" fmla="*/ 78367 w 1538815"/>
              <a:gd name="connsiteY143" fmla="*/ 661621 h 1235602"/>
              <a:gd name="connsiteX144" fmla="*/ 51221 w 1538815"/>
              <a:gd name="connsiteY144" fmla="*/ 679147 h 1235602"/>
              <a:gd name="connsiteX145" fmla="*/ 27884 w 1538815"/>
              <a:gd name="connsiteY145" fmla="*/ 689530 h 1235602"/>
              <a:gd name="connsiteX146" fmla="*/ 24551 w 1538815"/>
              <a:gd name="connsiteY146" fmla="*/ 693530 h 1235602"/>
              <a:gd name="connsiteX147" fmla="*/ 30075 w 1538815"/>
              <a:gd name="connsiteY147" fmla="*/ 710104 h 1235602"/>
              <a:gd name="connsiteX148" fmla="*/ 40076 w 1538815"/>
              <a:gd name="connsiteY148" fmla="*/ 704293 h 1235602"/>
              <a:gd name="connsiteX149" fmla="*/ 68651 w 1538815"/>
              <a:gd name="connsiteY149" fmla="*/ 683815 h 1235602"/>
              <a:gd name="connsiteX150" fmla="*/ 89797 w 1538815"/>
              <a:gd name="connsiteY150" fmla="*/ 674480 h 1235602"/>
              <a:gd name="connsiteX151" fmla="*/ 96274 w 1538815"/>
              <a:gd name="connsiteY151" fmla="*/ 671242 h 1235602"/>
              <a:gd name="connsiteX152" fmla="*/ 130564 w 1538815"/>
              <a:gd name="connsiteY152" fmla="*/ 640857 h 1235602"/>
              <a:gd name="connsiteX153" fmla="*/ 115895 w 1538815"/>
              <a:gd name="connsiteY153" fmla="*/ 645810 h 1235602"/>
              <a:gd name="connsiteX154" fmla="*/ 102656 w 1538815"/>
              <a:gd name="connsiteY154" fmla="*/ 648477 h 1235602"/>
              <a:gd name="connsiteX155" fmla="*/ 119134 w 1538815"/>
              <a:gd name="connsiteY155" fmla="*/ 638857 h 1235602"/>
              <a:gd name="connsiteX156" fmla="*/ 134183 w 1538815"/>
              <a:gd name="connsiteY156" fmla="*/ 610948 h 1235602"/>
              <a:gd name="connsiteX157" fmla="*/ 128564 w 1538815"/>
              <a:gd name="connsiteY157" fmla="*/ 602185 h 1235602"/>
              <a:gd name="connsiteX158" fmla="*/ 127230 w 1538815"/>
              <a:gd name="connsiteY158" fmla="*/ 595994 h 1235602"/>
              <a:gd name="connsiteX159" fmla="*/ 79986 w 1538815"/>
              <a:gd name="connsiteY159" fmla="*/ 616949 h 1235602"/>
              <a:gd name="connsiteX160" fmla="*/ 102465 w 1538815"/>
              <a:gd name="connsiteY160" fmla="*/ 601138 h 1235602"/>
              <a:gd name="connsiteX161" fmla="*/ 131040 w 1538815"/>
              <a:gd name="connsiteY161" fmla="*/ 581611 h 1235602"/>
              <a:gd name="connsiteX162" fmla="*/ 129897 w 1538815"/>
              <a:gd name="connsiteY162" fmla="*/ 559799 h 1235602"/>
              <a:gd name="connsiteX163" fmla="*/ 110657 w 1538815"/>
              <a:gd name="connsiteY163" fmla="*/ 556751 h 1235602"/>
              <a:gd name="connsiteX164" fmla="*/ 93702 w 1538815"/>
              <a:gd name="connsiteY164" fmla="*/ 563704 h 1235602"/>
              <a:gd name="connsiteX165" fmla="*/ 75128 w 1538815"/>
              <a:gd name="connsiteY165" fmla="*/ 571610 h 1235602"/>
              <a:gd name="connsiteX166" fmla="*/ 52554 w 1538815"/>
              <a:gd name="connsiteY166" fmla="*/ 583993 h 1235602"/>
              <a:gd name="connsiteX167" fmla="*/ 28361 w 1538815"/>
              <a:gd name="connsiteY167" fmla="*/ 597328 h 1235602"/>
              <a:gd name="connsiteX168" fmla="*/ 13406 w 1538815"/>
              <a:gd name="connsiteY168" fmla="*/ 609520 h 1235602"/>
              <a:gd name="connsiteX169" fmla="*/ 15216 w 1538815"/>
              <a:gd name="connsiteY169" fmla="*/ 626855 h 1235602"/>
              <a:gd name="connsiteX170" fmla="*/ 16454 w 1538815"/>
              <a:gd name="connsiteY170" fmla="*/ 628189 h 1235602"/>
              <a:gd name="connsiteX171" fmla="*/ 19121 w 1538815"/>
              <a:gd name="connsiteY171" fmla="*/ 629332 h 1235602"/>
              <a:gd name="connsiteX172" fmla="*/ 23503 w 1538815"/>
              <a:gd name="connsiteY172" fmla="*/ 624664 h 1235602"/>
              <a:gd name="connsiteX173" fmla="*/ 90940 w 1538815"/>
              <a:gd name="connsiteY173" fmla="*/ 577706 h 1235602"/>
              <a:gd name="connsiteX174" fmla="*/ 105037 w 1538815"/>
              <a:gd name="connsiteY174" fmla="*/ 566371 h 1235602"/>
              <a:gd name="connsiteX175" fmla="*/ 112276 w 1538815"/>
              <a:gd name="connsiteY175" fmla="*/ 561418 h 1235602"/>
              <a:gd name="connsiteX176" fmla="*/ 103037 w 1538815"/>
              <a:gd name="connsiteY176" fmla="*/ 574563 h 1235602"/>
              <a:gd name="connsiteX177" fmla="*/ 37886 w 1538815"/>
              <a:gd name="connsiteY177" fmla="*/ 626188 h 1235602"/>
              <a:gd name="connsiteX178" fmla="*/ 27789 w 1538815"/>
              <a:gd name="connsiteY178" fmla="*/ 641238 h 1235602"/>
              <a:gd name="connsiteX179" fmla="*/ 46744 w 1538815"/>
              <a:gd name="connsiteY179" fmla="*/ 632475 h 1235602"/>
              <a:gd name="connsiteX180" fmla="*/ 51030 w 1538815"/>
              <a:gd name="connsiteY180" fmla="*/ 629522 h 1235602"/>
              <a:gd name="connsiteX181" fmla="*/ 52649 w 1538815"/>
              <a:gd name="connsiteY181" fmla="*/ 629808 h 1235602"/>
              <a:gd name="connsiteX182" fmla="*/ 53221 w 1538815"/>
              <a:gd name="connsiteY182" fmla="*/ 633046 h 1235602"/>
              <a:gd name="connsiteX183" fmla="*/ 49792 w 1538815"/>
              <a:gd name="connsiteY183" fmla="*/ 637142 h 1235602"/>
              <a:gd name="connsiteX184" fmla="*/ 23979 w 1538815"/>
              <a:gd name="connsiteY184" fmla="*/ 655049 h 1235602"/>
              <a:gd name="connsiteX185" fmla="*/ 19407 w 1538815"/>
              <a:gd name="connsiteY185" fmla="*/ 666193 h 1235602"/>
              <a:gd name="connsiteX186" fmla="*/ 21312 w 1538815"/>
              <a:gd name="connsiteY186" fmla="*/ 672956 h 1235602"/>
              <a:gd name="connsiteX187" fmla="*/ 87320 w 1538815"/>
              <a:gd name="connsiteY187" fmla="*/ 783732 h 1235602"/>
              <a:gd name="connsiteX188" fmla="*/ 71604 w 1538815"/>
              <a:gd name="connsiteY188" fmla="*/ 798972 h 1235602"/>
              <a:gd name="connsiteX189" fmla="*/ 71795 w 1538815"/>
              <a:gd name="connsiteY189" fmla="*/ 807259 h 1235602"/>
              <a:gd name="connsiteX190" fmla="*/ 78176 w 1538815"/>
              <a:gd name="connsiteY190" fmla="*/ 808878 h 1235602"/>
              <a:gd name="connsiteX191" fmla="*/ 88749 w 1538815"/>
              <a:gd name="connsiteY191" fmla="*/ 801544 h 1235602"/>
              <a:gd name="connsiteX192" fmla="*/ 103989 w 1538815"/>
              <a:gd name="connsiteY192" fmla="*/ 791257 h 1235602"/>
              <a:gd name="connsiteX193" fmla="*/ 138374 w 1538815"/>
              <a:gd name="connsiteY193" fmla="*/ 769825 h 1235602"/>
              <a:gd name="connsiteX194" fmla="*/ 142565 w 1538815"/>
              <a:gd name="connsiteY194" fmla="*/ 763444 h 1235602"/>
              <a:gd name="connsiteX195" fmla="*/ 114276 w 1538815"/>
              <a:gd name="connsiteY195" fmla="*/ 777160 h 1235602"/>
              <a:gd name="connsiteX196" fmla="*/ 86654 w 1538815"/>
              <a:gd name="connsiteY196" fmla="*/ 783827 h 1235602"/>
              <a:gd name="connsiteX197" fmla="*/ 131231 w 1538815"/>
              <a:gd name="connsiteY197" fmla="*/ 757729 h 1235602"/>
              <a:gd name="connsiteX198" fmla="*/ 136279 w 1538815"/>
              <a:gd name="connsiteY198" fmla="*/ 755347 h 1235602"/>
              <a:gd name="connsiteX199" fmla="*/ 171902 w 1538815"/>
              <a:gd name="connsiteY199" fmla="*/ 731440 h 1235602"/>
              <a:gd name="connsiteX200" fmla="*/ 167711 w 1538815"/>
              <a:gd name="connsiteY200" fmla="*/ 719343 h 1235602"/>
              <a:gd name="connsiteX201" fmla="*/ 145328 w 1538815"/>
              <a:gd name="connsiteY201" fmla="*/ 729439 h 1235602"/>
              <a:gd name="connsiteX202" fmla="*/ 141613 w 1538815"/>
              <a:gd name="connsiteY202" fmla="*/ 722581 h 1235602"/>
              <a:gd name="connsiteX203" fmla="*/ 123325 w 1538815"/>
              <a:gd name="connsiteY203" fmla="*/ 732297 h 1235602"/>
              <a:gd name="connsiteX204" fmla="*/ 123706 w 1538815"/>
              <a:gd name="connsiteY204" fmla="*/ 726201 h 1235602"/>
              <a:gd name="connsiteX205" fmla="*/ 144089 w 1538815"/>
              <a:gd name="connsiteY205" fmla="*/ 713818 h 1235602"/>
              <a:gd name="connsiteX206" fmla="*/ 159615 w 1538815"/>
              <a:gd name="connsiteY206" fmla="*/ 705246 h 1235602"/>
              <a:gd name="connsiteX207" fmla="*/ 149709 w 1538815"/>
              <a:gd name="connsiteY207" fmla="*/ 682005 h 1235602"/>
              <a:gd name="connsiteX208" fmla="*/ 136088 w 1538815"/>
              <a:gd name="connsiteY208" fmla="*/ 690387 h 1235602"/>
              <a:gd name="connsiteX209" fmla="*/ 121229 w 1538815"/>
              <a:gd name="connsiteY209" fmla="*/ 704103 h 1235602"/>
              <a:gd name="connsiteX210" fmla="*/ 111038 w 1538815"/>
              <a:gd name="connsiteY210" fmla="*/ 712104 h 1235602"/>
              <a:gd name="connsiteX211" fmla="*/ 66175 w 1538815"/>
              <a:gd name="connsiteY211" fmla="*/ 753252 h 1235602"/>
              <a:gd name="connsiteX212" fmla="*/ 60269 w 1538815"/>
              <a:gd name="connsiteY212" fmla="*/ 759919 h 1235602"/>
              <a:gd name="connsiteX213" fmla="*/ 73223 w 1538815"/>
              <a:gd name="connsiteY213" fmla="*/ 755728 h 1235602"/>
              <a:gd name="connsiteX214" fmla="*/ 84368 w 1538815"/>
              <a:gd name="connsiteY214" fmla="*/ 749251 h 1235602"/>
              <a:gd name="connsiteX215" fmla="*/ 92369 w 1538815"/>
              <a:gd name="connsiteY215" fmla="*/ 745346 h 1235602"/>
              <a:gd name="connsiteX216" fmla="*/ 76557 w 1538815"/>
              <a:gd name="connsiteY216" fmla="*/ 758300 h 1235602"/>
              <a:gd name="connsiteX217" fmla="*/ 59698 w 1538815"/>
              <a:gd name="connsiteY217" fmla="*/ 772016 h 1235602"/>
              <a:gd name="connsiteX218" fmla="*/ 59888 w 1538815"/>
              <a:gd name="connsiteY218" fmla="*/ 778684 h 1235602"/>
              <a:gd name="connsiteX219" fmla="*/ 66365 w 1538815"/>
              <a:gd name="connsiteY219" fmla="*/ 780589 h 1235602"/>
              <a:gd name="connsiteX220" fmla="*/ 81415 w 1538815"/>
              <a:gd name="connsiteY220" fmla="*/ 769921 h 1235602"/>
              <a:gd name="connsiteX221" fmla="*/ 107418 w 1538815"/>
              <a:gd name="connsiteY221" fmla="*/ 752299 h 1235602"/>
              <a:gd name="connsiteX222" fmla="*/ 123611 w 1538815"/>
              <a:gd name="connsiteY222" fmla="*/ 743632 h 1235602"/>
              <a:gd name="connsiteX223" fmla="*/ 132850 w 1538815"/>
              <a:gd name="connsiteY223" fmla="*/ 738393 h 1235602"/>
              <a:gd name="connsiteX224" fmla="*/ 115895 w 1538815"/>
              <a:gd name="connsiteY224" fmla="*/ 752966 h 1235602"/>
              <a:gd name="connsiteX225" fmla="*/ 91226 w 1538815"/>
              <a:gd name="connsiteY225" fmla="*/ 772492 h 1235602"/>
              <a:gd name="connsiteX226" fmla="*/ 87416 w 1538815"/>
              <a:gd name="connsiteY226" fmla="*/ 783827 h 1235602"/>
              <a:gd name="connsiteX227" fmla="*/ 70366 w 1538815"/>
              <a:gd name="connsiteY227" fmla="*/ 525414 h 1235602"/>
              <a:gd name="connsiteX228" fmla="*/ 69794 w 1538815"/>
              <a:gd name="connsiteY228" fmla="*/ 528843 h 1235602"/>
              <a:gd name="connsiteX229" fmla="*/ 33123 w 1538815"/>
              <a:gd name="connsiteY229" fmla="*/ 556561 h 1235602"/>
              <a:gd name="connsiteX230" fmla="*/ 29599 w 1538815"/>
              <a:gd name="connsiteY230" fmla="*/ 557323 h 1235602"/>
              <a:gd name="connsiteX231" fmla="*/ 24932 w 1538815"/>
              <a:gd name="connsiteY231" fmla="*/ 553036 h 1235602"/>
              <a:gd name="connsiteX232" fmla="*/ 27789 w 1538815"/>
              <a:gd name="connsiteY232" fmla="*/ 544369 h 1235602"/>
              <a:gd name="connsiteX233" fmla="*/ 50078 w 1538815"/>
              <a:gd name="connsiteY233" fmla="*/ 517889 h 1235602"/>
              <a:gd name="connsiteX234" fmla="*/ 59603 w 1538815"/>
              <a:gd name="connsiteY234" fmla="*/ 501697 h 1235602"/>
              <a:gd name="connsiteX235" fmla="*/ 43696 w 1538815"/>
              <a:gd name="connsiteY235" fmla="*/ 513127 h 1235602"/>
              <a:gd name="connsiteX236" fmla="*/ 25979 w 1538815"/>
              <a:gd name="connsiteY236" fmla="*/ 521604 h 1235602"/>
              <a:gd name="connsiteX237" fmla="*/ 17502 w 1538815"/>
              <a:gd name="connsiteY237" fmla="*/ 581516 h 1235602"/>
              <a:gd name="connsiteX238" fmla="*/ 22455 w 1538815"/>
              <a:gd name="connsiteY238" fmla="*/ 579135 h 1235602"/>
              <a:gd name="connsiteX239" fmla="*/ 57983 w 1538815"/>
              <a:gd name="connsiteY239" fmla="*/ 552655 h 1235602"/>
              <a:gd name="connsiteX240" fmla="*/ 74938 w 1538815"/>
              <a:gd name="connsiteY240" fmla="*/ 541606 h 1235602"/>
              <a:gd name="connsiteX241" fmla="*/ 128468 w 1538815"/>
              <a:gd name="connsiteY241" fmla="*/ 505888 h 1235602"/>
              <a:gd name="connsiteX242" fmla="*/ 129421 w 1538815"/>
              <a:gd name="connsiteY242" fmla="*/ 497982 h 1235602"/>
              <a:gd name="connsiteX243" fmla="*/ 88082 w 1538815"/>
              <a:gd name="connsiteY243" fmla="*/ 517318 h 1235602"/>
              <a:gd name="connsiteX244" fmla="*/ 70080 w 1538815"/>
              <a:gd name="connsiteY244" fmla="*/ 526176 h 1235602"/>
              <a:gd name="connsiteX245" fmla="*/ 79510 w 1538815"/>
              <a:gd name="connsiteY245" fmla="*/ 515889 h 1235602"/>
              <a:gd name="connsiteX246" fmla="*/ 124944 w 1538815"/>
              <a:gd name="connsiteY246" fmla="*/ 491791 h 1235602"/>
              <a:gd name="connsiteX247" fmla="*/ 130278 w 1538815"/>
              <a:gd name="connsiteY247" fmla="*/ 490171 h 1235602"/>
              <a:gd name="connsiteX248" fmla="*/ 140184 w 1538815"/>
              <a:gd name="connsiteY248" fmla="*/ 477884 h 1235602"/>
              <a:gd name="connsiteX249" fmla="*/ 143899 w 1538815"/>
              <a:gd name="connsiteY249" fmla="*/ 455977 h 1235602"/>
              <a:gd name="connsiteX250" fmla="*/ 142756 w 1538815"/>
              <a:gd name="connsiteY250" fmla="*/ 451024 h 1235602"/>
              <a:gd name="connsiteX251" fmla="*/ 127421 w 1538815"/>
              <a:gd name="connsiteY251" fmla="*/ 462263 h 1235602"/>
              <a:gd name="connsiteX252" fmla="*/ 80653 w 1538815"/>
              <a:gd name="connsiteY252" fmla="*/ 503887 h 1235602"/>
              <a:gd name="connsiteX253" fmla="*/ 58555 w 1538815"/>
              <a:gd name="connsiteY253" fmla="*/ 525890 h 1235602"/>
              <a:gd name="connsiteX254" fmla="*/ 56650 w 1538815"/>
              <a:gd name="connsiteY254" fmla="*/ 530557 h 1235602"/>
              <a:gd name="connsiteX255" fmla="*/ 62936 w 1538815"/>
              <a:gd name="connsiteY255" fmla="*/ 530938 h 1235602"/>
              <a:gd name="connsiteX256" fmla="*/ 70461 w 1538815"/>
              <a:gd name="connsiteY256" fmla="*/ 525604 h 1235602"/>
              <a:gd name="connsiteX257" fmla="*/ 83415 w 1538815"/>
              <a:gd name="connsiteY257" fmla="*/ 448166 h 1235602"/>
              <a:gd name="connsiteX258" fmla="*/ 62841 w 1538815"/>
              <a:gd name="connsiteY258" fmla="*/ 460549 h 1235602"/>
              <a:gd name="connsiteX259" fmla="*/ 42839 w 1538815"/>
              <a:gd name="connsiteY259" fmla="*/ 473788 h 1235602"/>
              <a:gd name="connsiteX260" fmla="*/ 37314 w 1538815"/>
              <a:gd name="connsiteY260" fmla="*/ 480837 h 1235602"/>
              <a:gd name="connsiteX261" fmla="*/ 34457 w 1538815"/>
              <a:gd name="connsiteY261" fmla="*/ 491600 h 1235602"/>
              <a:gd name="connsiteX262" fmla="*/ 33885 w 1538815"/>
              <a:gd name="connsiteY262" fmla="*/ 501982 h 1235602"/>
              <a:gd name="connsiteX263" fmla="*/ 40934 w 1538815"/>
              <a:gd name="connsiteY263" fmla="*/ 495601 h 1235602"/>
              <a:gd name="connsiteX264" fmla="*/ 58936 w 1538815"/>
              <a:gd name="connsiteY264" fmla="*/ 477313 h 1235602"/>
              <a:gd name="connsiteX265" fmla="*/ 67889 w 1538815"/>
              <a:gd name="connsiteY265" fmla="*/ 468264 h 1235602"/>
              <a:gd name="connsiteX266" fmla="*/ 80177 w 1538815"/>
              <a:gd name="connsiteY266" fmla="*/ 454548 h 1235602"/>
              <a:gd name="connsiteX267" fmla="*/ 82653 w 1538815"/>
              <a:gd name="connsiteY267" fmla="*/ 448071 h 1235602"/>
              <a:gd name="connsiteX268" fmla="*/ 112943 w 1538815"/>
              <a:gd name="connsiteY268" fmla="*/ 426735 h 1235602"/>
              <a:gd name="connsiteX269" fmla="*/ 143042 w 1538815"/>
              <a:gd name="connsiteY269" fmla="*/ 405780 h 1235602"/>
              <a:gd name="connsiteX270" fmla="*/ 147709 w 1538815"/>
              <a:gd name="connsiteY270" fmla="*/ 402922 h 1235602"/>
              <a:gd name="connsiteX271" fmla="*/ 164092 w 1538815"/>
              <a:gd name="connsiteY271" fmla="*/ 385587 h 1235602"/>
              <a:gd name="connsiteX272" fmla="*/ 172569 w 1538815"/>
              <a:gd name="connsiteY272" fmla="*/ 365108 h 1235602"/>
              <a:gd name="connsiteX273" fmla="*/ 173331 w 1538815"/>
              <a:gd name="connsiteY273" fmla="*/ 356155 h 1235602"/>
              <a:gd name="connsiteX274" fmla="*/ 170378 w 1538815"/>
              <a:gd name="connsiteY274" fmla="*/ 352630 h 1235602"/>
              <a:gd name="connsiteX275" fmla="*/ 155519 w 1538815"/>
              <a:gd name="connsiteY275" fmla="*/ 371395 h 1235602"/>
              <a:gd name="connsiteX276" fmla="*/ 127611 w 1538815"/>
              <a:gd name="connsiteY276" fmla="*/ 392826 h 1235602"/>
              <a:gd name="connsiteX277" fmla="*/ 86273 w 1538815"/>
              <a:gd name="connsiteY277" fmla="*/ 426830 h 1235602"/>
              <a:gd name="connsiteX278" fmla="*/ 65794 w 1538815"/>
              <a:gd name="connsiteY278" fmla="*/ 449309 h 1235602"/>
              <a:gd name="connsiteX279" fmla="*/ 74747 w 1538815"/>
              <a:gd name="connsiteY279" fmla="*/ 449404 h 1235602"/>
              <a:gd name="connsiteX280" fmla="*/ 83415 w 1538815"/>
              <a:gd name="connsiteY280" fmla="*/ 448071 h 1235602"/>
              <a:gd name="connsiteX281" fmla="*/ 192381 w 1538815"/>
              <a:gd name="connsiteY281" fmla="*/ 294814 h 1235602"/>
              <a:gd name="connsiteX282" fmla="*/ 192191 w 1538815"/>
              <a:gd name="connsiteY282" fmla="*/ 305291 h 1235602"/>
              <a:gd name="connsiteX283" fmla="*/ 186190 w 1538815"/>
              <a:gd name="connsiteY283" fmla="*/ 312340 h 1235602"/>
              <a:gd name="connsiteX284" fmla="*/ 134945 w 1538815"/>
              <a:gd name="connsiteY284" fmla="*/ 365203 h 1235602"/>
              <a:gd name="connsiteX285" fmla="*/ 111895 w 1538815"/>
              <a:gd name="connsiteY285" fmla="*/ 386349 h 1235602"/>
              <a:gd name="connsiteX286" fmla="*/ 105608 w 1538815"/>
              <a:gd name="connsiteY286" fmla="*/ 392921 h 1235602"/>
              <a:gd name="connsiteX287" fmla="*/ 106275 w 1538815"/>
              <a:gd name="connsiteY287" fmla="*/ 396255 h 1235602"/>
              <a:gd name="connsiteX288" fmla="*/ 119801 w 1538815"/>
              <a:gd name="connsiteY288" fmla="*/ 387492 h 1235602"/>
              <a:gd name="connsiteX289" fmla="*/ 132088 w 1538815"/>
              <a:gd name="connsiteY289" fmla="*/ 376348 h 1235602"/>
              <a:gd name="connsiteX290" fmla="*/ 153329 w 1538815"/>
              <a:gd name="connsiteY290" fmla="*/ 357202 h 1235602"/>
              <a:gd name="connsiteX291" fmla="*/ 160282 w 1538815"/>
              <a:gd name="connsiteY291" fmla="*/ 351297 h 1235602"/>
              <a:gd name="connsiteX292" fmla="*/ 173617 w 1538815"/>
              <a:gd name="connsiteY292" fmla="*/ 341391 h 1235602"/>
              <a:gd name="connsiteX293" fmla="*/ 188857 w 1538815"/>
              <a:gd name="connsiteY293" fmla="*/ 323389 h 1235602"/>
              <a:gd name="connsiteX294" fmla="*/ 216003 w 1538815"/>
              <a:gd name="connsiteY294" fmla="*/ 277288 h 1235602"/>
              <a:gd name="connsiteX295" fmla="*/ 222004 w 1538815"/>
              <a:gd name="connsiteY295" fmla="*/ 265762 h 1235602"/>
              <a:gd name="connsiteX296" fmla="*/ 192286 w 1538815"/>
              <a:gd name="connsiteY296" fmla="*/ 295480 h 1235602"/>
              <a:gd name="connsiteX297" fmla="*/ 185428 w 1538815"/>
              <a:gd name="connsiteY297" fmla="*/ 296147 h 1235602"/>
              <a:gd name="connsiteX298" fmla="*/ 171140 w 1538815"/>
              <a:gd name="connsiteY298" fmla="*/ 307863 h 1235602"/>
              <a:gd name="connsiteX299" fmla="*/ 140184 w 1538815"/>
              <a:gd name="connsiteY299" fmla="*/ 336914 h 1235602"/>
              <a:gd name="connsiteX300" fmla="*/ 108466 w 1538815"/>
              <a:gd name="connsiteY300" fmla="*/ 367680 h 1235602"/>
              <a:gd name="connsiteX301" fmla="*/ 91988 w 1538815"/>
              <a:gd name="connsiteY301" fmla="*/ 387682 h 1235602"/>
              <a:gd name="connsiteX302" fmla="*/ 87797 w 1538815"/>
              <a:gd name="connsiteY302" fmla="*/ 397969 h 1235602"/>
              <a:gd name="connsiteX303" fmla="*/ 117610 w 1538815"/>
              <a:gd name="connsiteY303" fmla="*/ 371585 h 1235602"/>
              <a:gd name="connsiteX304" fmla="*/ 162949 w 1538815"/>
              <a:gd name="connsiteY304" fmla="*/ 325579 h 1235602"/>
              <a:gd name="connsiteX305" fmla="*/ 192286 w 1538815"/>
              <a:gd name="connsiteY305" fmla="*/ 294814 h 1235602"/>
              <a:gd name="connsiteX306" fmla="*/ 867894 w 1538815"/>
              <a:gd name="connsiteY306" fmla="*/ 941180 h 1235602"/>
              <a:gd name="connsiteX307" fmla="*/ 873323 w 1538815"/>
              <a:gd name="connsiteY307" fmla="*/ 933941 h 1235602"/>
              <a:gd name="connsiteX308" fmla="*/ 877324 w 1538815"/>
              <a:gd name="connsiteY308" fmla="*/ 929369 h 1235602"/>
              <a:gd name="connsiteX309" fmla="*/ 872276 w 1538815"/>
              <a:gd name="connsiteY309" fmla="*/ 924702 h 1235602"/>
              <a:gd name="connsiteX310" fmla="*/ 846654 w 1538815"/>
              <a:gd name="connsiteY310" fmla="*/ 925178 h 1235602"/>
              <a:gd name="connsiteX311" fmla="*/ 830747 w 1538815"/>
              <a:gd name="connsiteY311" fmla="*/ 923749 h 1235602"/>
              <a:gd name="connsiteX312" fmla="*/ 821698 w 1538815"/>
              <a:gd name="connsiteY312" fmla="*/ 922225 h 1235602"/>
              <a:gd name="connsiteX313" fmla="*/ 794075 w 1538815"/>
              <a:gd name="connsiteY313" fmla="*/ 923083 h 1235602"/>
              <a:gd name="connsiteX314" fmla="*/ 773597 w 1538815"/>
              <a:gd name="connsiteY314" fmla="*/ 928798 h 1235602"/>
              <a:gd name="connsiteX315" fmla="*/ 765119 w 1538815"/>
              <a:gd name="connsiteY315" fmla="*/ 921082 h 1235602"/>
              <a:gd name="connsiteX316" fmla="*/ 699111 w 1538815"/>
              <a:gd name="connsiteY316" fmla="*/ 915272 h 1235602"/>
              <a:gd name="connsiteX317" fmla="*/ 670060 w 1538815"/>
              <a:gd name="connsiteY317" fmla="*/ 923559 h 1235602"/>
              <a:gd name="connsiteX318" fmla="*/ 631579 w 1538815"/>
              <a:gd name="connsiteY318" fmla="*/ 949086 h 1235602"/>
              <a:gd name="connsiteX319" fmla="*/ 616148 w 1538815"/>
              <a:gd name="connsiteY319" fmla="*/ 959182 h 1235602"/>
              <a:gd name="connsiteX320" fmla="*/ 558713 w 1538815"/>
              <a:gd name="connsiteY320" fmla="*/ 992520 h 1235602"/>
              <a:gd name="connsiteX321" fmla="*/ 546140 w 1538815"/>
              <a:gd name="connsiteY321" fmla="*/ 1000330 h 1235602"/>
              <a:gd name="connsiteX322" fmla="*/ 518327 w 1538815"/>
              <a:gd name="connsiteY322" fmla="*/ 1014808 h 1235602"/>
              <a:gd name="connsiteX323" fmla="*/ 492990 w 1538815"/>
              <a:gd name="connsiteY323" fmla="*/ 1029001 h 1235602"/>
              <a:gd name="connsiteX324" fmla="*/ 477179 w 1538815"/>
              <a:gd name="connsiteY324" fmla="*/ 1033382 h 1235602"/>
              <a:gd name="connsiteX325" fmla="*/ 472416 w 1538815"/>
              <a:gd name="connsiteY325" fmla="*/ 1031477 h 1235602"/>
              <a:gd name="connsiteX326" fmla="*/ 474226 w 1538815"/>
              <a:gd name="connsiteY326" fmla="*/ 1025191 h 1235602"/>
              <a:gd name="connsiteX327" fmla="*/ 516136 w 1538815"/>
              <a:gd name="connsiteY327" fmla="*/ 1002331 h 1235602"/>
              <a:gd name="connsiteX328" fmla="*/ 539377 w 1538815"/>
              <a:gd name="connsiteY328" fmla="*/ 991282 h 1235602"/>
              <a:gd name="connsiteX329" fmla="*/ 570619 w 1538815"/>
              <a:gd name="connsiteY329" fmla="*/ 975470 h 1235602"/>
              <a:gd name="connsiteX330" fmla="*/ 590145 w 1538815"/>
              <a:gd name="connsiteY330" fmla="*/ 964993 h 1235602"/>
              <a:gd name="connsiteX331" fmla="*/ 630627 w 1538815"/>
              <a:gd name="connsiteY331" fmla="*/ 942704 h 1235602"/>
              <a:gd name="connsiteX332" fmla="*/ 662916 w 1538815"/>
              <a:gd name="connsiteY332" fmla="*/ 920416 h 1235602"/>
              <a:gd name="connsiteX333" fmla="*/ 657201 w 1538815"/>
              <a:gd name="connsiteY333" fmla="*/ 912891 h 1235602"/>
              <a:gd name="connsiteX334" fmla="*/ 635675 w 1538815"/>
              <a:gd name="connsiteY334" fmla="*/ 909081 h 1235602"/>
              <a:gd name="connsiteX335" fmla="*/ 540710 w 1538815"/>
              <a:gd name="connsiteY335" fmla="*/ 894889 h 1235602"/>
              <a:gd name="connsiteX336" fmla="*/ 519755 w 1538815"/>
              <a:gd name="connsiteY336" fmla="*/ 888031 h 1235602"/>
              <a:gd name="connsiteX337" fmla="*/ 518422 w 1538815"/>
              <a:gd name="connsiteY337" fmla="*/ 884983 h 1235602"/>
              <a:gd name="connsiteX338" fmla="*/ 520041 w 1538815"/>
              <a:gd name="connsiteY338" fmla="*/ 882030 h 1235602"/>
              <a:gd name="connsiteX339" fmla="*/ 525089 w 1538815"/>
              <a:gd name="connsiteY339" fmla="*/ 880411 h 1235602"/>
              <a:gd name="connsiteX340" fmla="*/ 544901 w 1538815"/>
              <a:gd name="connsiteY340" fmla="*/ 884411 h 1235602"/>
              <a:gd name="connsiteX341" fmla="*/ 606433 w 1538815"/>
              <a:gd name="connsiteY341" fmla="*/ 896127 h 1235602"/>
              <a:gd name="connsiteX342" fmla="*/ 632150 w 1538815"/>
              <a:gd name="connsiteY342" fmla="*/ 899365 h 1235602"/>
              <a:gd name="connsiteX343" fmla="*/ 674441 w 1538815"/>
              <a:gd name="connsiteY343" fmla="*/ 903271 h 1235602"/>
              <a:gd name="connsiteX344" fmla="*/ 695396 w 1538815"/>
              <a:gd name="connsiteY344" fmla="*/ 899842 h 1235602"/>
              <a:gd name="connsiteX345" fmla="*/ 708636 w 1538815"/>
              <a:gd name="connsiteY345" fmla="*/ 906033 h 1235602"/>
              <a:gd name="connsiteX346" fmla="*/ 747308 w 1538815"/>
              <a:gd name="connsiteY346" fmla="*/ 907843 h 1235602"/>
              <a:gd name="connsiteX347" fmla="*/ 804362 w 1538815"/>
              <a:gd name="connsiteY347" fmla="*/ 911367 h 1235602"/>
              <a:gd name="connsiteX348" fmla="*/ 815411 w 1538815"/>
              <a:gd name="connsiteY348" fmla="*/ 911367 h 1235602"/>
              <a:gd name="connsiteX349" fmla="*/ 830175 w 1538815"/>
              <a:gd name="connsiteY349" fmla="*/ 910891 h 1235602"/>
              <a:gd name="connsiteX350" fmla="*/ 915043 w 1538815"/>
              <a:gd name="connsiteY350" fmla="*/ 912796 h 1235602"/>
              <a:gd name="connsiteX351" fmla="*/ 955619 w 1538815"/>
              <a:gd name="connsiteY351" fmla="*/ 910129 h 1235602"/>
              <a:gd name="connsiteX352" fmla="*/ 977717 w 1538815"/>
              <a:gd name="connsiteY352" fmla="*/ 908033 h 1235602"/>
              <a:gd name="connsiteX353" fmla="*/ 1055537 w 1538815"/>
              <a:gd name="connsiteY353" fmla="*/ 892793 h 1235602"/>
              <a:gd name="connsiteX354" fmla="*/ 1147263 w 1538815"/>
              <a:gd name="connsiteY354" fmla="*/ 864313 h 1235602"/>
              <a:gd name="connsiteX355" fmla="*/ 1188792 w 1538815"/>
              <a:gd name="connsiteY355" fmla="*/ 848978 h 1235602"/>
              <a:gd name="connsiteX356" fmla="*/ 1212128 w 1538815"/>
              <a:gd name="connsiteY356" fmla="*/ 838215 h 1235602"/>
              <a:gd name="connsiteX357" fmla="*/ 1279565 w 1538815"/>
              <a:gd name="connsiteY357" fmla="*/ 799924 h 1235602"/>
              <a:gd name="connsiteX358" fmla="*/ 1307663 w 1538815"/>
              <a:gd name="connsiteY358" fmla="*/ 782113 h 1235602"/>
              <a:gd name="connsiteX359" fmla="*/ 1355384 w 1538815"/>
              <a:gd name="connsiteY359" fmla="*/ 744108 h 1235602"/>
              <a:gd name="connsiteX360" fmla="*/ 1412058 w 1538815"/>
              <a:gd name="connsiteY360" fmla="*/ 683338 h 1235602"/>
              <a:gd name="connsiteX361" fmla="*/ 1439109 w 1538815"/>
              <a:gd name="connsiteY361" fmla="*/ 643619 h 1235602"/>
              <a:gd name="connsiteX362" fmla="*/ 1490543 w 1538815"/>
              <a:gd name="connsiteY362" fmla="*/ 549131 h 1235602"/>
              <a:gd name="connsiteX363" fmla="*/ 1508165 w 1538815"/>
              <a:gd name="connsiteY363" fmla="*/ 498458 h 1235602"/>
              <a:gd name="connsiteX364" fmla="*/ 1516547 w 1538815"/>
              <a:gd name="connsiteY364" fmla="*/ 464263 h 1235602"/>
              <a:gd name="connsiteX365" fmla="*/ 1523976 w 1538815"/>
              <a:gd name="connsiteY365" fmla="*/ 379681 h 1235602"/>
              <a:gd name="connsiteX366" fmla="*/ 1505307 w 1538815"/>
              <a:gd name="connsiteY366" fmla="*/ 306529 h 1235602"/>
              <a:gd name="connsiteX367" fmla="*/ 1463874 w 1538815"/>
              <a:gd name="connsiteY367" fmla="*/ 250141 h 1235602"/>
              <a:gd name="connsiteX368" fmla="*/ 1424059 w 1538815"/>
              <a:gd name="connsiteY368" fmla="*/ 214423 h 1235602"/>
              <a:gd name="connsiteX369" fmla="*/ 1379196 w 1538815"/>
              <a:gd name="connsiteY369" fmla="*/ 182038 h 1235602"/>
              <a:gd name="connsiteX370" fmla="*/ 1312235 w 1538815"/>
              <a:gd name="connsiteY370" fmla="*/ 139366 h 1235602"/>
              <a:gd name="connsiteX371" fmla="*/ 1278041 w 1538815"/>
              <a:gd name="connsiteY371" fmla="*/ 120982 h 1235602"/>
              <a:gd name="connsiteX372" fmla="*/ 1189363 w 1538815"/>
              <a:gd name="connsiteY372" fmla="*/ 79358 h 1235602"/>
              <a:gd name="connsiteX373" fmla="*/ 1152692 w 1538815"/>
              <a:gd name="connsiteY373" fmla="*/ 66785 h 1235602"/>
              <a:gd name="connsiteX374" fmla="*/ 1105543 w 1538815"/>
              <a:gd name="connsiteY374" fmla="*/ 50497 h 1235602"/>
              <a:gd name="connsiteX375" fmla="*/ 1073348 w 1538815"/>
              <a:gd name="connsiteY375" fmla="*/ 42401 h 1235602"/>
              <a:gd name="connsiteX376" fmla="*/ 1008102 w 1538815"/>
              <a:gd name="connsiteY376" fmla="*/ 29161 h 1235602"/>
              <a:gd name="connsiteX377" fmla="*/ 925616 w 1538815"/>
              <a:gd name="connsiteY377" fmla="*/ 18398 h 1235602"/>
              <a:gd name="connsiteX378" fmla="*/ 864846 w 1538815"/>
              <a:gd name="connsiteY378" fmla="*/ 15445 h 1235602"/>
              <a:gd name="connsiteX379" fmla="*/ 844558 w 1538815"/>
              <a:gd name="connsiteY379" fmla="*/ 13921 h 1235602"/>
              <a:gd name="connsiteX380" fmla="*/ 770739 w 1538815"/>
              <a:gd name="connsiteY380" fmla="*/ 16303 h 1235602"/>
              <a:gd name="connsiteX381" fmla="*/ 614339 w 1538815"/>
              <a:gd name="connsiteY381" fmla="*/ 43068 h 1235602"/>
              <a:gd name="connsiteX382" fmla="*/ 518327 w 1538815"/>
              <a:gd name="connsiteY382" fmla="*/ 75453 h 1235602"/>
              <a:gd name="connsiteX383" fmla="*/ 467368 w 1538815"/>
              <a:gd name="connsiteY383" fmla="*/ 96979 h 1235602"/>
              <a:gd name="connsiteX384" fmla="*/ 442793 w 1538815"/>
              <a:gd name="connsiteY384" fmla="*/ 109552 h 1235602"/>
              <a:gd name="connsiteX385" fmla="*/ 318492 w 1538815"/>
              <a:gd name="connsiteY385" fmla="*/ 189467 h 1235602"/>
              <a:gd name="connsiteX386" fmla="*/ 298109 w 1538815"/>
              <a:gd name="connsiteY386" fmla="*/ 205564 h 1235602"/>
              <a:gd name="connsiteX387" fmla="*/ 240006 w 1538815"/>
              <a:gd name="connsiteY387" fmla="*/ 267382 h 1235602"/>
              <a:gd name="connsiteX388" fmla="*/ 236958 w 1538815"/>
              <a:gd name="connsiteY388" fmla="*/ 272049 h 1235602"/>
              <a:gd name="connsiteX389" fmla="*/ 190286 w 1538815"/>
              <a:gd name="connsiteY389" fmla="*/ 355488 h 1235602"/>
              <a:gd name="connsiteX390" fmla="*/ 183237 w 1538815"/>
              <a:gd name="connsiteY390" fmla="*/ 372538 h 1235602"/>
              <a:gd name="connsiteX391" fmla="*/ 180284 w 1538815"/>
              <a:gd name="connsiteY391" fmla="*/ 381205 h 1235602"/>
              <a:gd name="connsiteX392" fmla="*/ 170759 w 1538815"/>
              <a:gd name="connsiteY392" fmla="*/ 411019 h 1235602"/>
              <a:gd name="connsiteX393" fmla="*/ 169331 w 1538815"/>
              <a:gd name="connsiteY393" fmla="*/ 414448 h 1235602"/>
              <a:gd name="connsiteX394" fmla="*/ 153043 w 1538815"/>
              <a:gd name="connsiteY394" fmla="*/ 484552 h 1235602"/>
              <a:gd name="connsiteX395" fmla="*/ 146947 w 1538815"/>
              <a:gd name="connsiteY395" fmla="*/ 517222 h 1235602"/>
              <a:gd name="connsiteX396" fmla="*/ 142851 w 1538815"/>
              <a:gd name="connsiteY396" fmla="*/ 559323 h 1235602"/>
              <a:gd name="connsiteX397" fmla="*/ 145518 w 1538815"/>
              <a:gd name="connsiteY397" fmla="*/ 581135 h 1235602"/>
              <a:gd name="connsiteX398" fmla="*/ 145994 w 1538815"/>
              <a:gd name="connsiteY398" fmla="*/ 589993 h 1235602"/>
              <a:gd name="connsiteX399" fmla="*/ 146280 w 1538815"/>
              <a:gd name="connsiteY399" fmla="*/ 611996 h 1235602"/>
              <a:gd name="connsiteX400" fmla="*/ 155329 w 1538815"/>
              <a:gd name="connsiteY400" fmla="*/ 625998 h 1235602"/>
              <a:gd name="connsiteX401" fmla="*/ 158758 w 1538815"/>
              <a:gd name="connsiteY401" fmla="*/ 662098 h 1235602"/>
              <a:gd name="connsiteX402" fmla="*/ 161806 w 1538815"/>
              <a:gd name="connsiteY402" fmla="*/ 670575 h 1235602"/>
              <a:gd name="connsiteX403" fmla="*/ 190762 w 1538815"/>
              <a:gd name="connsiteY403" fmla="*/ 736012 h 1235602"/>
              <a:gd name="connsiteX404" fmla="*/ 215717 w 1538815"/>
              <a:gd name="connsiteY404" fmla="*/ 762967 h 1235602"/>
              <a:gd name="connsiteX405" fmla="*/ 250103 w 1538815"/>
              <a:gd name="connsiteY405" fmla="*/ 790590 h 1235602"/>
              <a:gd name="connsiteX406" fmla="*/ 271248 w 1538815"/>
              <a:gd name="connsiteY406" fmla="*/ 801734 h 1235602"/>
              <a:gd name="connsiteX407" fmla="*/ 305062 w 1538815"/>
              <a:gd name="connsiteY407" fmla="*/ 816117 h 1235602"/>
              <a:gd name="connsiteX408" fmla="*/ 309920 w 1538815"/>
              <a:gd name="connsiteY408" fmla="*/ 826880 h 1235602"/>
              <a:gd name="connsiteX409" fmla="*/ 303157 w 1538815"/>
              <a:gd name="connsiteY409" fmla="*/ 831738 h 1235602"/>
              <a:gd name="connsiteX410" fmla="*/ 290393 w 1538815"/>
              <a:gd name="connsiteY410" fmla="*/ 824689 h 1235602"/>
              <a:gd name="connsiteX411" fmla="*/ 266486 w 1538815"/>
              <a:gd name="connsiteY411" fmla="*/ 810973 h 1235602"/>
              <a:gd name="connsiteX412" fmla="*/ 251627 w 1538815"/>
              <a:gd name="connsiteY412" fmla="*/ 821451 h 1235602"/>
              <a:gd name="connsiteX413" fmla="*/ 214193 w 1538815"/>
              <a:gd name="connsiteY413" fmla="*/ 856979 h 1235602"/>
              <a:gd name="connsiteX414" fmla="*/ 193715 w 1538815"/>
              <a:gd name="connsiteY414" fmla="*/ 878125 h 1235602"/>
              <a:gd name="connsiteX415" fmla="*/ 163139 w 1538815"/>
              <a:gd name="connsiteY415" fmla="*/ 915653 h 1235602"/>
              <a:gd name="connsiteX416" fmla="*/ 161044 w 1538815"/>
              <a:gd name="connsiteY416" fmla="*/ 910700 h 1235602"/>
              <a:gd name="connsiteX417" fmla="*/ 165902 w 1538815"/>
              <a:gd name="connsiteY417" fmla="*/ 900985 h 1235602"/>
              <a:gd name="connsiteX418" fmla="*/ 212098 w 1538815"/>
              <a:gd name="connsiteY418" fmla="*/ 853550 h 1235602"/>
              <a:gd name="connsiteX419" fmla="*/ 234291 w 1538815"/>
              <a:gd name="connsiteY419" fmla="*/ 826880 h 1235602"/>
              <a:gd name="connsiteX420" fmla="*/ 227052 w 1538815"/>
              <a:gd name="connsiteY420" fmla="*/ 829357 h 1235602"/>
              <a:gd name="connsiteX421" fmla="*/ 218575 w 1538815"/>
              <a:gd name="connsiteY421" fmla="*/ 832881 h 1235602"/>
              <a:gd name="connsiteX422" fmla="*/ 208288 w 1538815"/>
              <a:gd name="connsiteY422" fmla="*/ 836024 h 1235602"/>
              <a:gd name="connsiteX423" fmla="*/ 250579 w 1538815"/>
              <a:gd name="connsiteY423" fmla="*/ 801734 h 1235602"/>
              <a:gd name="connsiteX424" fmla="*/ 244388 w 1538815"/>
              <a:gd name="connsiteY424" fmla="*/ 796876 h 1235602"/>
              <a:gd name="connsiteX425" fmla="*/ 212003 w 1538815"/>
              <a:gd name="connsiteY425" fmla="*/ 772588 h 1235602"/>
              <a:gd name="connsiteX426" fmla="*/ 199239 w 1538815"/>
              <a:gd name="connsiteY426" fmla="*/ 773254 h 1235602"/>
              <a:gd name="connsiteX427" fmla="*/ 158567 w 1538815"/>
              <a:gd name="connsiteY427" fmla="*/ 805258 h 1235602"/>
              <a:gd name="connsiteX428" fmla="*/ 139041 w 1538815"/>
              <a:gd name="connsiteY428" fmla="*/ 822213 h 1235602"/>
              <a:gd name="connsiteX429" fmla="*/ 120372 w 1538815"/>
              <a:gd name="connsiteY429" fmla="*/ 837358 h 1235602"/>
              <a:gd name="connsiteX430" fmla="*/ 109799 w 1538815"/>
              <a:gd name="connsiteY430" fmla="*/ 845073 h 1235602"/>
              <a:gd name="connsiteX431" fmla="*/ 108561 w 1538815"/>
              <a:gd name="connsiteY431" fmla="*/ 862504 h 1235602"/>
              <a:gd name="connsiteX432" fmla="*/ 108656 w 1538815"/>
              <a:gd name="connsiteY432" fmla="*/ 871076 h 1235602"/>
              <a:gd name="connsiteX433" fmla="*/ 128564 w 1538815"/>
              <a:gd name="connsiteY433" fmla="*/ 904509 h 1235602"/>
              <a:gd name="connsiteX434" fmla="*/ 147995 w 1538815"/>
              <a:gd name="connsiteY434" fmla="*/ 926702 h 1235602"/>
              <a:gd name="connsiteX435" fmla="*/ 161806 w 1538815"/>
              <a:gd name="connsiteY435" fmla="*/ 928798 h 1235602"/>
              <a:gd name="connsiteX436" fmla="*/ 145137 w 1538815"/>
              <a:gd name="connsiteY436" fmla="*/ 947181 h 1235602"/>
              <a:gd name="connsiteX437" fmla="*/ 139517 w 1538815"/>
              <a:gd name="connsiteY437" fmla="*/ 936322 h 1235602"/>
              <a:gd name="connsiteX438" fmla="*/ 103799 w 1538815"/>
              <a:gd name="connsiteY438" fmla="*/ 892317 h 1235602"/>
              <a:gd name="connsiteX439" fmla="*/ 85511 w 1538815"/>
              <a:gd name="connsiteY439" fmla="*/ 866980 h 1235602"/>
              <a:gd name="connsiteX440" fmla="*/ 81034 w 1538815"/>
              <a:gd name="connsiteY440" fmla="*/ 859360 h 1235602"/>
              <a:gd name="connsiteX441" fmla="*/ 67413 w 1538815"/>
              <a:gd name="connsiteY441" fmla="*/ 831357 h 1235602"/>
              <a:gd name="connsiteX442" fmla="*/ 49316 w 1538815"/>
              <a:gd name="connsiteY442" fmla="*/ 795067 h 1235602"/>
              <a:gd name="connsiteX443" fmla="*/ 39029 w 1538815"/>
              <a:gd name="connsiteY443" fmla="*/ 780017 h 1235602"/>
              <a:gd name="connsiteX444" fmla="*/ 33409 w 1538815"/>
              <a:gd name="connsiteY444" fmla="*/ 768682 h 1235602"/>
              <a:gd name="connsiteX445" fmla="*/ 19693 w 1538815"/>
              <a:gd name="connsiteY445" fmla="*/ 734773 h 1235602"/>
              <a:gd name="connsiteX446" fmla="*/ 15692 w 1538815"/>
              <a:gd name="connsiteY446" fmla="*/ 726582 h 1235602"/>
              <a:gd name="connsiteX447" fmla="*/ 5501 w 1538815"/>
              <a:gd name="connsiteY447" fmla="*/ 668289 h 1235602"/>
              <a:gd name="connsiteX448" fmla="*/ 1310 w 1538815"/>
              <a:gd name="connsiteY448" fmla="*/ 625903 h 1235602"/>
              <a:gd name="connsiteX449" fmla="*/ 1405 w 1538815"/>
              <a:gd name="connsiteY449" fmla="*/ 587041 h 1235602"/>
              <a:gd name="connsiteX450" fmla="*/ 8358 w 1538815"/>
              <a:gd name="connsiteY450" fmla="*/ 543035 h 1235602"/>
              <a:gd name="connsiteX451" fmla="*/ 49030 w 1538815"/>
              <a:gd name="connsiteY451" fmla="*/ 432259 h 1235602"/>
              <a:gd name="connsiteX452" fmla="*/ 94655 w 1538815"/>
              <a:gd name="connsiteY452" fmla="*/ 364918 h 1235602"/>
              <a:gd name="connsiteX453" fmla="*/ 151614 w 1538815"/>
              <a:gd name="connsiteY453" fmla="*/ 310054 h 1235602"/>
              <a:gd name="connsiteX454" fmla="*/ 165235 w 1538815"/>
              <a:gd name="connsiteY454" fmla="*/ 297671 h 1235602"/>
              <a:gd name="connsiteX455" fmla="*/ 221242 w 1538815"/>
              <a:gd name="connsiteY455" fmla="*/ 246427 h 1235602"/>
              <a:gd name="connsiteX456" fmla="*/ 254865 w 1538815"/>
              <a:gd name="connsiteY456" fmla="*/ 214804 h 1235602"/>
              <a:gd name="connsiteX457" fmla="*/ 268772 w 1538815"/>
              <a:gd name="connsiteY457" fmla="*/ 209565 h 1235602"/>
              <a:gd name="connsiteX458" fmla="*/ 273915 w 1538815"/>
              <a:gd name="connsiteY458" fmla="*/ 208327 h 1235602"/>
              <a:gd name="connsiteX459" fmla="*/ 281249 w 1538815"/>
              <a:gd name="connsiteY459" fmla="*/ 202802 h 1235602"/>
              <a:gd name="connsiteX460" fmla="*/ 363831 w 1538815"/>
              <a:gd name="connsiteY460" fmla="*/ 140318 h 1235602"/>
              <a:gd name="connsiteX461" fmla="*/ 465749 w 1538815"/>
              <a:gd name="connsiteY461" fmla="*/ 84311 h 1235602"/>
              <a:gd name="connsiteX462" fmla="*/ 549283 w 1538815"/>
              <a:gd name="connsiteY462" fmla="*/ 49640 h 1235602"/>
              <a:gd name="connsiteX463" fmla="*/ 612910 w 1538815"/>
              <a:gd name="connsiteY463" fmla="*/ 30590 h 1235602"/>
              <a:gd name="connsiteX464" fmla="*/ 641390 w 1538815"/>
              <a:gd name="connsiteY464" fmla="*/ 22875 h 1235602"/>
              <a:gd name="connsiteX465" fmla="*/ 774644 w 1538815"/>
              <a:gd name="connsiteY465" fmla="*/ 2587 h 1235602"/>
              <a:gd name="connsiteX466" fmla="*/ 793123 w 1538815"/>
              <a:gd name="connsiteY466" fmla="*/ 1539 h 1235602"/>
              <a:gd name="connsiteX467" fmla="*/ 881705 w 1538815"/>
              <a:gd name="connsiteY467" fmla="*/ 2682 h 1235602"/>
              <a:gd name="connsiteX468" fmla="*/ 938855 w 1538815"/>
              <a:gd name="connsiteY468" fmla="*/ 6301 h 1235602"/>
              <a:gd name="connsiteX469" fmla="*/ 1042964 w 1538815"/>
              <a:gd name="connsiteY469" fmla="*/ 21922 h 1235602"/>
              <a:gd name="connsiteX470" fmla="*/ 1096971 w 1538815"/>
              <a:gd name="connsiteY470" fmla="*/ 34210 h 1235602"/>
              <a:gd name="connsiteX471" fmla="*/ 1123450 w 1538815"/>
              <a:gd name="connsiteY471" fmla="*/ 42211 h 1235602"/>
              <a:gd name="connsiteX472" fmla="*/ 1162121 w 1538815"/>
              <a:gd name="connsiteY472" fmla="*/ 54784 h 1235602"/>
              <a:gd name="connsiteX473" fmla="*/ 1222320 w 1538815"/>
              <a:gd name="connsiteY473" fmla="*/ 78406 h 1235602"/>
              <a:gd name="connsiteX474" fmla="*/ 1234130 w 1538815"/>
              <a:gd name="connsiteY474" fmla="*/ 83549 h 1235602"/>
              <a:gd name="connsiteX475" fmla="*/ 1254514 w 1538815"/>
              <a:gd name="connsiteY475" fmla="*/ 92312 h 1235602"/>
              <a:gd name="connsiteX476" fmla="*/ 1320522 w 1538815"/>
              <a:gd name="connsiteY476" fmla="*/ 129364 h 1235602"/>
              <a:gd name="connsiteX477" fmla="*/ 1400151 w 1538815"/>
              <a:gd name="connsiteY477" fmla="*/ 179656 h 1235602"/>
              <a:gd name="connsiteX478" fmla="*/ 1471493 w 1538815"/>
              <a:gd name="connsiteY478" fmla="*/ 238045 h 1235602"/>
              <a:gd name="connsiteX479" fmla="*/ 1500354 w 1538815"/>
              <a:gd name="connsiteY479" fmla="*/ 271668 h 1235602"/>
              <a:gd name="connsiteX480" fmla="*/ 1528834 w 1538815"/>
              <a:gd name="connsiteY480" fmla="*/ 329389 h 1235602"/>
              <a:gd name="connsiteX481" fmla="*/ 1538264 w 1538815"/>
              <a:gd name="connsiteY481" fmla="*/ 376538 h 1235602"/>
              <a:gd name="connsiteX482" fmla="*/ 1537597 w 1538815"/>
              <a:gd name="connsiteY482" fmla="*/ 409780 h 1235602"/>
              <a:gd name="connsiteX483" fmla="*/ 1535216 w 1538815"/>
              <a:gd name="connsiteY483" fmla="*/ 437498 h 1235602"/>
              <a:gd name="connsiteX484" fmla="*/ 1516451 w 1538815"/>
              <a:gd name="connsiteY484" fmla="*/ 512746 h 1235602"/>
              <a:gd name="connsiteX485" fmla="*/ 1513022 w 1538815"/>
              <a:gd name="connsiteY485" fmla="*/ 523318 h 1235602"/>
              <a:gd name="connsiteX486" fmla="*/ 1479971 w 1538815"/>
              <a:gd name="connsiteY486" fmla="*/ 597709 h 1235602"/>
              <a:gd name="connsiteX487" fmla="*/ 1463207 w 1538815"/>
              <a:gd name="connsiteY487" fmla="*/ 628760 h 1235602"/>
              <a:gd name="connsiteX488" fmla="*/ 1425392 w 1538815"/>
              <a:gd name="connsiteY488" fmla="*/ 688006 h 1235602"/>
              <a:gd name="connsiteX489" fmla="*/ 1405009 w 1538815"/>
              <a:gd name="connsiteY489" fmla="*/ 714199 h 1235602"/>
              <a:gd name="connsiteX490" fmla="*/ 1401104 w 1538815"/>
              <a:gd name="connsiteY490" fmla="*/ 718105 h 1235602"/>
              <a:gd name="connsiteX491" fmla="*/ 1375577 w 1538815"/>
              <a:gd name="connsiteY491" fmla="*/ 742203 h 1235602"/>
              <a:gd name="connsiteX492" fmla="*/ 1332905 w 1538815"/>
              <a:gd name="connsiteY492" fmla="*/ 785542 h 1235602"/>
              <a:gd name="connsiteX493" fmla="*/ 1309568 w 1538815"/>
              <a:gd name="connsiteY493" fmla="*/ 803734 h 1235602"/>
              <a:gd name="connsiteX494" fmla="*/ 1300520 w 1538815"/>
              <a:gd name="connsiteY494" fmla="*/ 814879 h 1235602"/>
              <a:gd name="connsiteX495" fmla="*/ 1277088 w 1538815"/>
              <a:gd name="connsiteY495" fmla="*/ 842025 h 1235602"/>
              <a:gd name="connsiteX496" fmla="*/ 1230130 w 1538815"/>
              <a:gd name="connsiteY496" fmla="*/ 871552 h 1235602"/>
              <a:gd name="connsiteX497" fmla="*/ 1184600 w 1538815"/>
              <a:gd name="connsiteY497" fmla="*/ 903366 h 1235602"/>
              <a:gd name="connsiteX498" fmla="*/ 1156502 w 1538815"/>
              <a:gd name="connsiteY498" fmla="*/ 920225 h 1235602"/>
              <a:gd name="connsiteX499" fmla="*/ 1136499 w 1538815"/>
              <a:gd name="connsiteY499" fmla="*/ 933560 h 1235602"/>
              <a:gd name="connsiteX500" fmla="*/ 1105162 w 1538815"/>
              <a:gd name="connsiteY500" fmla="*/ 952801 h 1235602"/>
              <a:gd name="connsiteX501" fmla="*/ 1102019 w 1538815"/>
              <a:gd name="connsiteY501" fmla="*/ 954706 h 1235602"/>
              <a:gd name="connsiteX502" fmla="*/ 1048869 w 1538815"/>
              <a:gd name="connsiteY502" fmla="*/ 988138 h 1235602"/>
              <a:gd name="connsiteX503" fmla="*/ 1042583 w 1538815"/>
              <a:gd name="connsiteY503" fmla="*/ 991948 h 1235602"/>
              <a:gd name="connsiteX504" fmla="*/ 991052 w 1538815"/>
              <a:gd name="connsiteY504" fmla="*/ 1011856 h 1235602"/>
              <a:gd name="connsiteX505" fmla="*/ 956096 w 1538815"/>
              <a:gd name="connsiteY505" fmla="*/ 1022905 h 1235602"/>
              <a:gd name="connsiteX506" fmla="*/ 909137 w 1538815"/>
              <a:gd name="connsiteY506" fmla="*/ 1033096 h 1235602"/>
              <a:gd name="connsiteX507" fmla="*/ 845701 w 1538815"/>
              <a:gd name="connsiteY507" fmla="*/ 1044907 h 1235602"/>
              <a:gd name="connsiteX508" fmla="*/ 823698 w 1538815"/>
              <a:gd name="connsiteY508" fmla="*/ 1046908 h 1235602"/>
              <a:gd name="connsiteX509" fmla="*/ 789027 w 1538815"/>
              <a:gd name="connsiteY509" fmla="*/ 1051003 h 1235602"/>
              <a:gd name="connsiteX510" fmla="*/ 730353 w 1538815"/>
              <a:gd name="connsiteY510" fmla="*/ 1057004 h 1235602"/>
              <a:gd name="connsiteX511" fmla="*/ 691682 w 1538815"/>
              <a:gd name="connsiteY511" fmla="*/ 1059290 h 1235602"/>
              <a:gd name="connsiteX512" fmla="*/ 617958 w 1538815"/>
              <a:gd name="connsiteY512" fmla="*/ 1061290 h 1235602"/>
              <a:gd name="connsiteX513" fmla="*/ 558998 w 1538815"/>
              <a:gd name="connsiteY513" fmla="*/ 1062529 h 1235602"/>
              <a:gd name="connsiteX514" fmla="*/ 538805 w 1538815"/>
              <a:gd name="connsiteY514" fmla="*/ 1062433 h 1235602"/>
              <a:gd name="connsiteX515" fmla="*/ 448794 w 1538815"/>
              <a:gd name="connsiteY515" fmla="*/ 1054147 h 1235602"/>
              <a:gd name="connsiteX516" fmla="*/ 431935 w 1538815"/>
              <a:gd name="connsiteY516" fmla="*/ 1048336 h 1235602"/>
              <a:gd name="connsiteX517" fmla="*/ 438317 w 1538815"/>
              <a:gd name="connsiteY517" fmla="*/ 1041669 h 1235602"/>
              <a:gd name="connsiteX518" fmla="*/ 510040 w 1538815"/>
              <a:gd name="connsiteY518" fmla="*/ 1047384 h 1235602"/>
              <a:gd name="connsiteX519" fmla="*/ 516422 w 1538815"/>
              <a:gd name="connsiteY519" fmla="*/ 1047765 h 1235602"/>
              <a:gd name="connsiteX520" fmla="*/ 518898 w 1538815"/>
              <a:gd name="connsiteY520" fmla="*/ 1039669 h 1235602"/>
              <a:gd name="connsiteX521" fmla="*/ 525756 w 1538815"/>
              <a:gd name="connsiteY521" fmla="*/ 1033763 h 1235602"/>
              <a:gd name="connsiteX522" fmla="*/ 548426 w 1538815"/>
              <a:gd name="connsiteY522" fmla="*/ 1021381 h 1235602"/>
              <a:gd name="connsiteX523" fmla="*/ 600527 w 1538815"/>
              <a:gd name="connsiteY523" fmla="*/ 993758 h 1235602"/>
              <a:gd name="connsiteX524" fmla="*/ 607290 w 1538815"/>
              <a:gd name="connsiteY524" fmla="*/ 990710 h 1235602"/>
              <a:gd name="connsiteX525" fmla="*/ 667964 w 1538815"/>
              <a:gd name="connsiteY525" fmla="*/ 959563 h 1235602"/>
              <a:gd name="connsiteX526" fmla="*/ 728543 w 1538815"/>
              <a:gd name="connsiteY526" fmla="*/ 932703 h 1235602"/>
              <a:gd name="connsiteX527" fmla="*/ 735687 w 1538815"/>
              <a:gd name="connsiteY527" fmla="*/ 932512 h 1235602"/>
              <a:gd name="connsiteX528" fmla="*/ 736735 w 1538815"/>
              <a:gd name="connsiteY528" fmla="*/ 933655 h 1235602"/>
              <a:gd name="connsiteX529" fmla="*/ 734735 w 1538815"/>
              <a:gd name="connsiteY529" fmla="*/ 936513 h 1235602"/>
              <a:gd name="connsiteX530" fmla="*/ 691967 w 1538815"/>
              <a:gd name="connsiteY530" fmla="*/ 958039 h 1235602"/>
              <a:gd name="connsiteX531" fmla="*/ 666059 w 1538815"/>
              <a:gd name="connsiteY531" fmla="*/ 972327 h 1235602"/>
              <a:gd name="connsiteX532" fmla="*/ 615291 w 1538815"/>
              <a:gd name="connsiteY532" fmla="*/ 998140 h 1235602"/>
              <a:gd name="connsiteX533" fmla="*/ 587383 w 1538815"/>
              <a:gd name="connsiteY533" fmla="*/ 1012427 h 1235602"/>
              <a:gd name="connsiteX534" fmla="*/ 552902 w 1538815"/>
              <a:gd name="connsiteY534" fmla="*/ 1029953 h 1235602"/>
              <a:gd name="connsiteX535" fmla="*/ 544711 w 1538815"/>
              <a:gd name="connsiteY535" fmla="*/ 1034239 h 1235602"/>
              <a:gd name="connsiteX536" fmla="*/ 539948 w 1538815"/>
              <a:gd name="connsiteY536" fmla="*/ 1041383 h 1235602"/>
              <a:gd name="connsiteX537" fmla="*/ 546616 w 1538815"/>
              <a:gd name="connsiteY537" fmla="*/ 1049670 h 1235602"/>
              <a:gd name="connsiteX538" fmla="*/ 571667 w 1538815"/>
              <a:gd name="connsiteY538" fmla="*/ 1047193 h 1235602"/>
              <a:gd name="connsiteX539" fmla="*/ 619482 w 1538815"/>
              <a:gd name="connsiteY539" fmla="*/ 1023476 h 1235602"/>
              <a:gd name="connsiteX540" fmla="*/ 656534 w 1538815"/>
              <a:gd name="connsiteY540" fmla="*/ 1002807 h 1235602"/>
              <a:gd name="connsiteX541" fmla="*/ 698540 w 1538815"/>
              <a:gd name="connsiteY541" fmla="*/ 975851 h 1235602"/>
              <a:gd name="connsiteX542" fmla="*/ 730544 w 1538815"/>
              <a:gd name="connsiteY542" fmla="*/ 953753 h 1235602"/>
              <a:gd name="connsiteX543" fmla="*/ 745117 w 1538815"/>
              <a:gd name="connsiteY543" fmla="*/ 946038 h 1235602"/>
              <a:gd name="connsiteX544" fmla="*/ 752451 w 1538815"/>
              <a:gd name="connsiteY544" fmla="*/ 936989 h 1235602"/>
              <a:gd name="connsiteX545" fmla="*/ 757595 w 1538815"/>
              <a:gd name="connsiteY545" fmla="*/ 932608 h 1235602"/>
              <a:gd name="connsiteX546" fmla="*/ 765405 w 1538815"/>
              <a:gd name="connsiteY546" fmla="*/ 931846 h 1235602"/>
              <a:gd name="connsiteX547" fmla="*/ 764834 w 1538815"/>
              <a:gd name="connsiteY547" fmla="*/ 937465 h 1235602"/>
              <a:gd name="connsiteX548" fmla="*/ 759404 w 1538815"/>
              <a:gd name="connsiteY548" fmla="*/ 942418 h 1235602"/>
              <a:gd name="connsiteX549" fmla="*/ 725019 w 1538815"/>
              <a:gd name="connsiteY549" fmla="*/ 970231 h 1235602"/>
              <a:gd name="connsiteX550" fmla="*/ 692825 w 1538815"/>
              <a:gd name="connsiteY550" fmla="*/ 991282 h 1235602"/>
              <a:gd name="connsiteX551" fmla="*/ 686633 w 1538815"/>
              <a:gd name="connsiteY551" fmla="*/ 995282 h 1235602"/>
              <a:gd name="connsiteX552" fmla="*/ 630245 w 1538815"/>
              <a:gd name="connsiteY552" fmla="*/ 1030620 h 1235602"/>
              <a:gd name="connsiteX553" fmla="*/ 608433 w 1538815"/>
              <a:gd name="connsiteY553" fmla="*/ 1040621 h 1235602"/>
              <a:gd name="connsiteX554" fmla="*/ 599861 w 1538815"/>
              <a:gd name="connsiteY554" fmla="*/ 1044431 h 1235602"/>
              <a:gd name="connsiteX555" fmla="*/ 636532 w 1538815"/>
              <a:gd name="connsiteY555" fmla="*/ 1049765 h 1235602"/>
              <a:gd name="connsiteX556" fmla="*/ 649010 w 1538815"/>
              <a:gd name="connsiteY556" fmla="*/ 1043383 h 1235602"/>
              <a:gd name="connsiteX557" fmla="*/ 669488 w 1538815"/>
              <a:gd name="connsiteY557" fmla="*/ 1028429 h 1235602"/>
              <a:gd name="connsiteX558" fmla="*/ 708160 w 1538815"/>
              <a:gd name="connsiteY558" fmla="*/ 1011189 h 1235602"/>
              <a:gd name="connsiteX559" fmla="*/ 726448 w 1538815"/>
              <a:gd name="connsiteY559" fmla="*/ 1002426 h 1235602"/>
              <a:gd name="connsiteX560" fmla="*/ 776740 w 1538815"/>
              <a:gd name="connsiteY560" fmla="*/ 971374 h 1235602"/>
              <a:gd name="connsiteX561" fmla="*/ 807791 w 1538815"/>
              <a:gd name="connsiteY561" fmla="*/ 947943 h 1235602"/>
              <a:gd name="connsiteX562" fmla="*/ 826175 w 1538815"/>
              <a:gd name="connsiteY562" fmla="*/ 936418 h 1235602"/>
              <a:gd name="connsiteX563" fmla="*/ 821984 w 1538815"/>
              <a:gd name="connsiteY563" fmla="*/ 946609 h 1235602"/>
              <a:gd name="connsiteX564" fmla="*/ 767405 w 1538815"/>
              <a:gd name="connsiteY564" fmla="*/ 990805 h 1235602"/>
              <a:gd name="connsiteX565" fmla="*/ 724067 w 1538815"/>
              <a:gd name="connsiteY565" fmla="*/ 1015285 h 1235602"/>
              <a:gd name="connsiteX566" fmla="*/ 677870 w 1538815"/>
              <a:gd name="connsiteY566" fmla="*/ 1038145 h 1235602"/>
              <a:gd name="connsiteX567" fmla="*/ 669012 w 1538815"/>
              <a:gd name="connsiteY567" fmla="*/ 1044526 h 1235602"/>
              <a:gd name="connsiteX568" fmla="*/ 676537 w 1538815"/>
              <a:gd name="connsiteY568" fmla="*/ 1047479 h 1235602"/>
              <a:gd name="connsiteX569" fmla="*/ 691301 w 1538815"/>
              <a:gd name="connsiteY569" fmla="*/ 1047003 h 1235602"/>
              <a:gd name="connsiteX570" fmla="*/ 735592 w 1538815"/>
              <a:gd name="connsiteY570" fmla="*/ 1044336 h 1235602"/>
              <a:gd name="connsiteX571" fmla="*/ 800457 w 1538815"/>
              <a:gd name="connsiteY571" fmla="*/ 1036049 h 1235602"/>
              <a:gd name="connsiteX572" fmla="*/ 804077 w 1538815"/>
              <a:gd name="connsiteY572" fmla="*/ 1026238 h 1235602"/>
              <a:gd name="connsiteX573" fmla="*/ 809125 w 1538815"/>
              <a:gd name="connsiteY573" fmla="*/ 1018714 h 1235602"/>
              <a:gd name="connsiteX574" fmla="*/ 851416 w 1538815"/>
              <a:gd name="connsiteY574" fmla="*/ 986043 h 1235602"/>
              <a:gd name="connsiteX575" fmla="*/ 897422 w 1538815"/>
              <a:gd name="connsiteY575" fmla="*/ 951658 h 1235602"/>
              <a:gd name="connsiteX576" fmla="*/ 909614 w 1538815"/>
              <a:gd name="connsiteY576" fmla="*/ 943180 h 1235602"/>
              <a:gd name="connsiteX577" fmla="*/ 914376 w 1538815"/>
              <a:gd name="connsiteY577" fmla="*/ 943466 h 1235602"/>
              <a:gd name="connsiteX578" fmla="*/ 914376 w 1538815"/>
              <a:gd name="connsiteY578" fmla="*/ 948229 h 1235602"/>
              <a:gd name="connsiteX579" fmla="*/ 899993 w 1538815"/>
              <a:gd name="connsiteY579" fmla="*/ 962516 h 1235602"/>
              <a:gd name="connsiteX580" fmla="*/ 848273 w 1538815"/>
              <a:gd name="connsiteY580" fmla="*/ 1001664 h 1235602"/>
              <a:gd name="connsiteX581" fmla="*/ 835795 w 1538815"/>
              <a:gd name="connsiteY581" fmla="*/ 1018904 h 1235602"/>
              <a:gd name="connsiteX582" fmla="*/ 826651 w 1538815"/>
              <a:gd name="connsiteY582" fmla="*/ 1033477 h 1235602"/>
              <a:gd name="connsiteX583" fmla="*/ 862274 w 1538815"/>
              <a:gd name="connsiteY583" fmla="*/ 1028620 h 1235602"/>
              <a:gd name="connsiteX584" fmla="*/ 863608 w 1538815"/>
              <a:gd name="connsiteY584" fmla="*/ 1024333 h 1235602"/>
              <a:gd name="connsiteX585" fmla="*/ 861512 w 1538815"/>
              <a:gd name="connsiteY585" fmla="*/ 1013951 h 1235602"/>
              <a:gd name="connsiteX586" fmla="*/ 868561 w 1538815"/>
              <a:gd name="connsiteY586" fmla="*/ 1006045 h 1235602"/>
              <a:gd name="connsiteX587" fmla="*/ 889992 w 1538815"/>
              <a:gd name="connsiteY587" fmla="*/ 988996 h 1235602"/>
              <a:gd name="connsiteX588" fmla="*/ 909518 w 1538815"/>
              <a:gd name="connsiteY588" fmla="*/ 972136 h 1235602"/>
              <a:gd name="connsiteX589" fmla="*/ 953143 w 1538815"/>
              <a:gd name="connsiteY589" fmla="*/ 940609 h 1235602"/>
              <a:gd name="connsiteX590" fmla="*/ 954667 w 1538815"/>
              <a:gd name="connsiteY590" fmla="*/ 948610 h 1235602"/>
              <a:gd name="connsiteX591" fmla="*/ 938951 w 1538815"/>
              <a:gd name="connsiteY591" fmla="*/ 958516 h 1235602"/>
              <a:gd name="connsiteX592" fmla="*/ 928854 w 1538815"/>
              <a:gd name="connsiteY592" fmla="*/ 966612 h 1235602"/>
              <a:gd name="connsiteX593" fmla="*/ 923330 w 1538815"/>
              <a:gd name="connsiteY593" fmla="*/ 977089 h 1235602"/>
              <a:gd name="connsiteX594" fmla="*/ 923520 w 1538815"/>
              <a:gd name="connsiteY594" fmla="*/ 978804 h 1235602"/>
              <a:gd name="connsiteX595" fmla="*/ 926568 w 1538815"/>
              <a:gd name="connsiteY595" fmla="*/ 979852 h 1235602"/>
              <a:gd name="connsiteX596" fmla="*/ 942380 w 1538815"/>
              <a:gd name="connsiteY596" fmla="*/ 970422 h 1235602"/>
              <a:gd name="connsiteX597" fmla="*/ 1002102 w 1538815"/>
              <a:gd name="connsiteY597" fmla="*/ 920606 h 1235602"/>
              <a:gd name="connsiteX598" fmla="*/ 983432 w 1538815"/>
              <a:gd name="connsiteY598" fmla="*/ 918892 h 1235602"/>
              <a:gd name="connsiteX599" fmla="*/ 976670 w 1538815"/>
              <a:gd name="connsiteY599" fmla="*/ 930607 h 1235602"/>
              <a:gd name="connsiteX600" fmla="*/ 963144 w 1538815"/>
              <a:gd name="connsiteY600" fmla="*/ 939942 h 1235602"/>
              <a:gd name="connsiteX601" fmla="*/ 969431 w 1538815"/>
              <a:gd name="connsiteY601" fmla="*/ 924511 h 1235602"/>
              <a:gd name="connsiteX602" fmla="*/ 966478 w 1538815"/>
              <a:gd name="connsiteY602" fmla="*/ 921749 h 1235602"/>
              <a:gd name="connsiteX603" fmla="*/ 948476 w 1538815"/>
              <a:gd name="connsiteY603" fmla="*/ 923464 h 1235602"/>
              <a:gd name="connsiteX604" fmla="*/ 927330 w 1538815"/>
              <a:gd name="connsiteY604" fmla="*/ 925940 h 1235602"/>
              <a:gd name="connsiteX605" fmla="*/ 921901 w 1538815"/>
              <a:gd name="connsiteY605" fmla="*/ 924892 h 1235602"/>
              <a:gd name="connsiteX606" fmla="*/ 882372 w 1538815"/>
              <a:gd name="connsiteY606" fmla="*/ 934894 h 1235602"/>
              <a:gd name="connsiteX607" fmla="*/ 873228 w 1538815"/>
              <a:gd name="connsiteY607" fmla="*/ 941180 h 1235602"/>
              <a:gd name="connsiteX608" fmla="*/ 868180 w 1538815"/>
              <a:gd name="connsiteY608" fmla="*/ 940894 h 1235602"/>
              <a:gd name="connsiteX609" fmla="*/ 868180 w 1538815"/>
              <a:gd name="connsiteY609" fmla="*/ 941561 h 1235602"/>
              <a:gd name="connsiteX610" fmla="*/ 236196 w 1538815"/>
              <a:gd name="connsiteY610" fmla="*/ 1189021 h 1235602"/>
              <a:gd name="connsiteX611" fmla="*/ 247150 w 1538815"/>
              <a:gd name="connsiteY611" fmla="*/ 1179686 h 1235602"/>
              <a:gd name="connsiteX612" fmla="*/ 261342 w 1538815"/>
              <a:gd name="connsiteY612" fmla="*/ 1170923 h 1235602"/>
              <a:gd name="connsiteX613" fmla="*/ 295346 w 1538815"/>
              <a:gd name="connsiteY613" fmla="*/ 1145206 h 1235602"/>
              <a:gd name="connsiteX614" fmla="*/ 308015 w 1538815"/>
              <a:gd name="connsiteY614" fmla="*/ 1132252 h 1235602"/>
              <a:gd name="connsiteX615" fmla="*/ 306586 w 1538815"/>
              <a:gd name="connsiteY615" fmla="*/ 1120441 h 1235602"/>
              <a:gd name="connsiteX616" fmla="*/ 305348 w 1538815"/>
              <a:gd name="connsiteY616" fmla="*/ 1108630 h 1235602"/>
              <a:gd name="connsiteX617" fmla="*/ 282964 w 1538815"/>
              <a:gd name="connsiteY617" fmla="*/ 1135014 h 1235602"/>
              <a:gd name="connsiteX618" fmla="*/ 280487 w 1538815"/>
              <a:gd name="connsiteY618" fmla="*/ 1137681 h 1235602"/>
              <a:gd name="connsiteX619" fmla="*/ 269915 w 1538815"/>
              <a:gd name="connsiteY619" fmla="*/ 1150444 h 1235602"/>
              <a:gd name="connsiteX620" fmla="*/ 252865 w 1538815"/>
              <a:gd name="connsiteY620" fmla="*/ 1167113 h 1235602"/>
              <a:gd name="connsiteX621" fmla="*/ 236101 w 1538815"/>
              <a:gd name="connsiteY621" fmla="*/ 1188925 h 1235602"/>
              <a:gd name="connsiteX622" fmla="*/ 274010 w 1538815"/>
              <a:gd name="connsiteY622" fmla="*/ 1105677 h 1235602"/>
              <a:gd name="connsiteX623" fmla="*/ 274010 w 1538815"/>
              <a:gd name="connsiteY623" fmla="*/ 1106344 h 1235602"/>
              <a:gd name="connsiteX624" fmla="*/ 278678 w 1538815"/>
              <a:gd name="connsiteY624" fmla="*/ 1101295 h 1235602"/>
              <a:gd name="connsiteX625" fmla="*/ 292965 w 1538815"/>
              <a:gd name="connsiteY625" fmla="*/ 1098724 h 1235602"/>
              <a:gd name="connsiteX626" fmla="*/ 308396 w 1538815"/>
              <a:gd name="connsiteY626" fmla="*/ 1098724 h 1235602"/>
              <a:gd name="connsiteX627" fmla="*/ 317063 w 1538815"/>
              <a:gd name="connsiteY627" fmla="*/ 984233 h 1235602"/>
              <a:gd name="connsiteX628" fmla="*/ 318968 w 1538815"/>
              <a:gd name="connsiteY628" fmla="*/ 932608 h 1235602"/>
              <a:gd name="connsiteX629" fmla="*/ 317444 w 1538815"/>
              <a:gd name="connsiteY629" fmla="*/ 926512 h 1235602"/>
              <a:gd name="connsiteX630" fmla="*/ 304967 w 1538815"/>
              <a:gd name="connsiteY630" fmla="*/ 928607 h 1235602"/>
              <a:gd name="connsiteX631" fmla="*/ 205430 w 1538815"/>
              <a:gd name="connsiteY631" fmla="*/ 947657 h 1235602"/>
              <a:gd name="connsiteX632" fmla="*/ 191333 w 1538815"/>
              <a:gd name="connsiteY632" fmla="*/ 952134 h 1235602"/>
              <a:gd name="connsiteX633" fmla="*/ 176760 w 1538815"/>
              <a:gd name="connsiteY633" fmla="*/ 976804 h 1235602"/>
              <a:gd name="connsiteX634" fmla="*/ 183999 w 1538815"/>
              <a:gd name="connsiteY634" fmla="*/ 1020619 h 1235602"/>
              <a:gd name="connsiteX635" fmla="*/ 210764 w 1538815"/>
              <a:gd name="connsiteY635" fmla="*/ 1039192 h 1235602"/>
              <a:gd name="connsiteX636" fmla="*/ 246959 w 1538815"/>
              <a:gd name="connsiteY636" fmla="*/ 1031953 h 1235602"/>
              <a:gd name="connsiteX637" fmla="*/ 254294 w 1538815"/>
              <a:gd name="connsiteY637" fmla="*/ 1035097 h 1235602"/>
              <a:gd name="connsiteX638" fmla="*/ 190952 w 1538815"/>
              <a:gd name="connsiteY638" fmla="*/ 1047670 h 1235602"/>
              <a:gd name="connsiteX639" fmla="*/ 189047 w 1538815"/>
              <a:gd name="connsiteY639" fmla="*/ 1060814 h 1235602"/>
              <a:gd name="connsiteX640" fmla="*/ 203144 w 1538815"/>
              <a:gd name="connsiteY640" fmla="*/ 1146634 h 1235602"/>
              <a:gd name="connsiteX641" fmla="*/ 211145 w 1538815"/>
              <a:gd name="connsiteY641" fmla="*/ 1176924 h 1235602"/>
              <a:gd name="connsiteX642" fmla="*/ 217527 w 1538815"/>
              <a:gd name="connsiteY642" fmla="*/ 1182258 h 1235602"/>
              <a:gd name="connsiteX643" fmla="*/ 233434 w 1538815"/>
              <a:gd name="connsiteY643" fmla="*/ 1158350 h 1235602"/>
              <a:gd name="connsiteX644" fmla="*/ 241244 w 1538815"/>
              <a:gd name="connsiteY644" fmla="*/ 1148444 h 1235602"/>
              <a:gd name="connsiteX645" fmla="*/ 250198 w 1538815"/>
              <a:gd name="connsiteY645" fmla="*/ 1141872 h 1235602"/>
              <a:gd name="connsiteX646" fmla="*/ 289536 w 1538815"/>
              <a:gd name="connsiteY646" fmla="*/ 1105963 h 1235602"/>
              <a:gd name="connsiteX647" fmla="*/ 273820 w 1538815"/>
              <a:gd name="connsiteY647" fmla="*/ 1105772 h 1235602"/>
              <a:gd name="connsiteX648" fmla="*/ 354020 w 1538815"/>
              <a:gd name="connsiteY648" fmla="*/ 1100438 h 1235602"/>
              <a:gd name="connsiteX649" fmla="*/ 328112 w 1538815"/>
              <a:gd name="connsiteY649" fmla="*/ 1130156 h 1235602"/>
              <a:gd name="connsiteX650" fmla="*/ 308015 w 1538815"/>
              <a:gd name="connsiteY650" fmla="*/ 1149206 h 1235602"/>
              <a:gd name="connsiteX651" fmla="*/ 260199 w 1538815"/>
              <a:gd name="connsiteY651" fmla="*/ 1190068 h 1235602"/>
              <a:gd name="connsiteX652" fmla="*/ 236387 w 1538815"/>
              <a:gd name="connsiteY652" fmla="*/ 1210452 h 1235602"/>
              <a:gd name="connsiteX653" fmla="*/ 223718 w 1538815"/>
              <a:gd name="connsiteY653" fmla="*/ 1226263 h 1235602"/>
              <a:gd name="connsiteX654" fmla="*/ 212574 w 1538815"/>
              <a:gd name="connsiteY654" fmla="*/ 1235407 h 1235602"/>
              <a:gd name="connsiteX655" fmla="*/ 205335 w 1538815"/>
              <a:gd name="connsiteY655" fmla="*/ 1231597 h 1235602"/>
              <a:gd name="connsiteX656" fmla="*/ 200954 w 1538815"/>
              <a:gd name="connsiteY656" fmla="*/ 1196926 h 1235602"/>
              <a:gd name="connsiteX657" fmla="*/ 199334 w 1538815"/>
              <a:gd name="connsiteY657" fmla="*/ 1187878 h 1235602"/>
              <a:gd name="connsiteX658" fmla="*/ 186285 w 1538815"/>
              <a:gd name="connsiteY658" fmla="*/ 1126346 h 1235602"/>
              <a:gd name="connsiteX659" fmla="*/ 178760 w 1538815"/>
              <a:gd name="connsiteY659" fmla="*/ 1073101 h 1235602"/>
              <a:gd name="connsiteX660" fmla="*/ 176570 w 1538815"/>
              <a:gd name="connsiteY660" fmla="*/ 1058433 h 1235602"/>
              <a:gd name="connsiteX661" fmla="*/ 163139 w 1538815"/>
              <a:gd name="connsiteY661" fmla="*/ 974232 h 1235602"/>
              <a:gd name="connsiteX662" fmla="*/ 161615 w 1538815"/>
              <a:gd name="connsiteY662" fmla="*/ 961849 h 1235602"/>
              <a:gd name="connsiteX663" fmla="*/ 174474 w 1538815"/>
              <a:gd name="connsiteY663" fmla="*/ 943657 h 1235602"/>
              <a:gd name="connsiteX664" fmla="*/ 176760 w 1538815"/>
              <a:gd name="connsiteY664" fmla="*/ 940990 h 1235602"/>
              <a:gd name="connsiteX665" fmla="*/ 229910 w 1538815"/>
              <a:gd name="connsiteY665" fmla="*/ 892984 h 1235602"/>
              <a:gd name="connsiteX666" fmla="*/ 250769 w 1538815"/>
              <a:gd name="connsiteY666" fmla="*/ 872029 h 1235602"/>
              <a:gd name="connsiteX667" fmla="*/ 264390 w 1538815"/>
              <a:gd name="connsiteY667" fmla="*/ 854884 h 1235602"/>
              <a:gd name="connsiteX668" fmla="*/ 274677 w 1538815"/>
              <a:gd name="connsiteY668" fmla="*/ 844692 h 1235602"/>
              <a:gd name="connsiteX669" fmla="*/ 282964 w 1538815"/>
              <a:gd name="connsiteY669" fmla="*/ 844025 h 1235602"/>
              <a:gd name="connsiteX670" fmla="*/ 284869 w 1538815"/>
              <a:gd name="connsiteY670" fmla="*/ 852502 h 1235602"/>
              <a:gd name="connsiteX671" fmla="*/ 278201 w 1538815"/>
              <a:gd name="connsiteY671" fmla="*/ 871362 h 1235602"/>
              <a:gd name="connsiteX672" fmla="*/ 274868 w 1538815"/>
              <a:gd name="connsiteY672" fmla="*/ 875648 h 1235602"/>
              <a:gd name="connsiteX673" fmla="*/ 248769 w 1538815"/>
              <a:gd name="connsiteY673" fmla="*/ 898984 h 1235602"/>
              <a:gd name="connsiteX674" fmla="*/ 239816 w 1538815"/>
              <a:gd name="connsiteY674" fmla="*/ 908224 h 1235602"/>
              <a:gd name="connsiteX675" fmla="*/ 233243 w 1538815"/>
              <a:gd name="connsiteY675" fmla="*/ 914320 h 1235602"/>
              <a:gd name="connsiteX676" fmla="*/ 213241 w 1538815"/>
              <a:gd name="connsiteY676" fmla="*/ 926797 h 1235602"/>
              <a:gd name="connsiteX677" fmla="*/ 211907 w 1538815"/>
              <a:gd name="connsiteY677" fmla="*/ 931369 h 1235602"/>
              <a:gd name="connsiteX678" fmla="*/ 215717 w 1538815"/>
              <a:gd name="connsiteY678" fmla="*/ 934608 h 1235602"/>
              <a:gd name="connsiteX679" fmla="*/ 222956 w 1538815"/>
              <a:gd name="connsiteY679" fmla="*/ 934036 h 1235602"/>
              <a:gd name="connsiteX680" fmla="*/ 237244 w 1538815"/>
              <a:gd name="connsiteY680" fmla="*/ 930322 h 1235602"/>
              <a:gd name="connsiteX681" fmla="*/ 308491 w 1538815"/>
              <a:gd name="connsiteY681" fmla="*/ 921273 h 1235602"/>
              <a:gd name="connsiteX682" fmla="*/ 316492 w 1538815"/>
              <a:gd name="connsiteY682" fmla="*/ 920130 h 1235602"/>
              <a:gd name="connsiteX683" fmla="*/ 317921 w 1538815"/>
              <a:gd name="connsiteY683" fmla="*/ 898032 h 1235602"/>
              <a:gd name="connsiteX684" fmla="*/ 316301 w 1538815"/>
              <a:gd name="connsiteY684" fmla="*/ 894889 h 1235602"/>
              <a:gd name="connsiteX685" fmla="*/ 312301 w 1538815"/>
              <a:gd name="connsiteY685" fmla="*/ 885649 h 1235602"/>
              <a:gd name="connsiteX686" fmla="*/ 310205 w 1538815"/>
              <a:gd name="connsiteY686" fmla="*/ 876886 h 1235602"/>
              <a:gd name="connsiteX687" fmla="*/ 313253 w 1538815"/>
              <a:gd name="connsiteY687" fmla="*/ 871076 h 1235602"/>
              <a:gd name="connsiteX688" fmla="*/ 319826 w 1538815"/>
              <a:gd name="connsiteY688" fmla="*/ 872505 h 1235602"/>
              <a:gd name="connsiteX689" fmla="*/ 329351 w 1538815"/>
              <a:gd name="connsiteY689" fmla="*/ 896127 h 1235602"/>
              <a:gd name="connsiteX690" fmla="*/ 328684 w 1538815"/>
              <a:gd name="connsiteY690" fmla="*/ 1005379 h 1235602"/>
              <a:gd name="connsiteX691" fmla="*/ 321350 w 1538815"/>
              <a:gd name="connsiteY691" fmla="*/ 1081007 h 1235602"/>
              <a:gd name="connsiteX692" fmla="*/ 320873 w 1538815"/>
              <a:gd name="connsiteY692" fmla="*/ 1106915 h 1235602"/>
              <a:gd name="connsiteX693" fmla="*/ 323445 w 1538815"/>
              <a:gd name="connsiteY693" fmla="*/ 1109963 h 1235602"/>
              <a:gd name="connsiteX694" fmla="*/ 336304 w 1538815"/>
              <a:gd name="connsiteY694" fmla="*/ 1097676 h 1235602"/>
              <a:gd name="connsiteX695" fmla="*/ 349353 w 1538815"/>
              <a:gd name="connsiteY695" fmla="*/ 1084817 h 1235602"/>
              <a:gd name="connsiteX696" fmla="*/ 350687 w 1538815"/>
              <a:gd name="connsiteY696" fmla="*/ 1083579 h 1235602"/>
              <a:gd name="connsiteX697" fmla="*/ 389644 w 1538815"/>
              <a:gd name="connsiteY697" fmla="*/ 1049575 h 1235602"/>
              <a:gd name="connsiteX698" fmla="*/ 411837 w 1538815"/>
              <a:gd name="connsiteY698" fmla="*/ 1030144 h 1235602"/>
              <a:gd name="connsiteX699" fmla="*/ 414218 w 1538815"/>
              <a:gd name="connsiteY699" fmla="*/ 1027381 h 1235602"/>
              <a:gd name="connsiteX700" fmla="*/ 433078 w 1538815"/>
              <a:gd name="connsiteY700" fmla="*/ 1005188 h 1235602"/>
              <a:gd name="connsiteX701" fmla="*/ 439174 w 1538815"/>
              <a:gd name="connsiteY701" fmla="*/ 1001473 h 1235602"/>
              <a:gd name="connsiteX702" fmla="*/ 445746 w 1538815"/>
              <a:gd name="connsiteY702" fmla="*/ 998425 h 1235602"/>
              <a:gd name="connsiteX703" fmla="*/ 481465 w 1538815"/>
              <a:gd name="connsiteY703" fmla="*/ 969279 h 1235602"/>
              <a:gd name="connsiteX704" fmla="*/ 491752 w 1538815"/>
              <a:gd name="connsiteY704" fmla="*/ 958801 h 1235602"/>
              <a:gd name="connsiteX705" fmla="*/ 505373 w 1538815"/>
              <a:gd name="connsiteY705" fmla="*/ 948133 h 1235602"/>
              <a:gd name="connsiteX706" fmla="*/ 510326 w 1538815"/>
              <a:gd name="connsiteY706" fmla="*/ 952229 h 1235602"/>
              <a:gd name="connsiteX707" fmla="*/ 520327 w 1538815"/>
              <a:gd name="connsiteY707" fmla="*/ 954134 h 1235602"/>
              <a:gd name="connsiteX708" fmla="*/ 531281 w 1538815"/>
              <a:gd name="connsiteY708" fmla="*/ 947181 h 1235602"/>
              <a:gd name="connsiteX709" fmla="*/ 545663 w 1538815"/>
              <a:gd name="connsiteY709" fmla="*/ 938989 h 1235602"/>
              <a:gd name="connsiteX710" fmla="*/ 559760 w 1538815"/>
              <a:gd name="connsiteY710" fmla="*/ 927845 h 1235602"/>
              <a:gd name="connsiteX711" fmla="*/ 563094 w 1538815"/>
              <a:gd name="connsiteY711" fmla="*/ 926988 h 1235602"/>
              <a:gd name="connsiteX712" fmla="*/ 563951 w 1538815"/>
              <a:gd name="connsiteY712" fmla="*/ 931560 h 1235602"/>
              <a:gd name="connsiteX713" fmla="*/ 557760 w 1538815"/>
              <a:gd name="connsiteY713" fmla="*/ 937942 h 1235602"/>
              <a:gd name="connsiteX714" fmla="*/ 496133 w 1538815"/>
              <a:gd name="connsiteY714" fmla="*/ 974899 h 1235602"/>
              <a:gd name="connsiteX715" fmla="*/ 486989 w 1538815"/>
              <a:gd name="connsiteY715" fmla="*/ 980995 h 1235602"/>
              <a:gd name="connsiteX716" fmla="*/ 485180 w 1538815"/>
              <a:gd name="connsiteY716" fmla="*/ 985662 h 1235602"/>
              <a:gd name="connsiteX717" fmla="*/ 495657 w 1538815"/>
              <a:gd name="connsiteY717" fmla="*/ 985376 h 1235602"/>
              <a:gd name="connsiteX718" fmla="*/ 581858 w 1538815"/>
              <a:gd name="connsiteY718" fmla="*/ 947848 h 1235602"/>
              <a:gd name="connsiteX719" fmla="*/ 615005 w 1538815"/>
              <a:gd name="connsiteY719" fmla="*/ 927940 h 1235602"/>
              <a:gd name="connsiteX720" fmla="*/ 644914 w 1538815"/>
              <a:gd name="connsiteY720" fmla="*/ 917368 h 1235602"/>
              <a:gd name="connsiteX721" fmla="*/ 622721 w 1538815"/>
              <a:gd name="connsiteY721" fmla="*/ 933941 h 1235602"/>
              <a:gd name="connsiteX722" fmla="*/ 554522 w 1538815"/>
              <a:gd name="connsiteY722" fmla="*/ 970612 h 1235602"/>
              <a:gd name="connsiteX723" fmla="*/ 521756 w 1538815"/>
              <a:gd name="connsiteY723" fmla="*/ 982519 h 1235602"/>
              <a:gd name="connsiteX724" fmla="*/ 471368 w 1538815"/>
              <a:gd name="connsiteY724" fmla="*/ 1000426 h 1235602"/>
              <a:gd name="connsiteX725" fmla="*/ 452890 w 1538815"/>
              <a:gd name="connsiteY725" fmla="*/ 1012427 h 1235602"/>
              <a:gd name="connsiteX726" fmla="*/ 449556 w 1538815"/>
              <a:gd name="connsiteY726" fmla="*/ 1016713 h 1235602"/>
              <a:gd name="connsiteX727" fmla="*/ 448413 w 1538815"/>
              <a:gd name="connsiteY727" fmla="*/ 1022524 h 1235602"/>
              <a:gd name="connsiteX728" fmla="*/ 414885 w 1538815"/>
              <a:gd name="connsiteY728" fmla="*/ 1043383 h 1235602"/>
              <a:gd name="connsiteX729" fmla="*/ 371451 w 1538815"/>
              <a:gd name="connsiteY729" fmla="*/ 1080721 h 1235602"/>
              <a:gd name="connsiteX730" fmla="*/ 364022 w 1538815"/>
              <a:gd name="connsiteY730" fmla="*/ 1085198 h 1235602"/>
              <a:gd name="connsiteX731" fmla="*/ 368213 w 1538815"/>
              <a:gd name="connsiteY731" fmla="*/ 1077197 h 1235602"/>
              <a:gd name="connsiteX732" fmla="*/ 355259 w 1538815"/>
              <a:gd name="connsiteY732" fmla="*/ 1088151 h 1235602"/>
              <a:gd name="connsiteX733" fmla="*/ 354020 w 1538815"/>
              <a:gd name="connsiteY733" fmla="*/ 1100533 h 1235602"/>
              <a:gd name="connsiteX734" fmla="*/ 173712 w 1538815"/>
              <a:gd name="connsiteY734" fmla="*/ 860027 h 1235602"/>
              <a:gd name="connsiteX735" fmla="*/ 170283 w 1538815"/>
              <a:gd name="connsiteY735" fmla="*/ 864885 h 1235602"/>
              <a:gd name="connsiteX736" fmla="*/ 149138 w 1538815"/>
              <a:gd name="connsiteY736" fmla="*/ 879744 h 1235602"/>
              <a:gd name="connsiteX737" fmla="*/ 135422 w 1538815"/>
              <a:gd name="connsiteY737" fmla="*/ 884316 h 1235602"/>
              <a:gd name="connsiteX738" fmla="*/ 128183 w 1538815"/>
              <a:gd name="connsiteY738" fmla="*/ 875648 h 1235602"/>
              <a:gd name="connsiteX739" fmla="*/ 135898 w 1538815"/>
              <a:gd name="connsiteY739" fmla="*/ 863456 h 1235602"/>
              <a:gd name="connsiteX740" fmla="*/ 168188 w 1538815"/>
              <a:gd name="connsiteY740" fmla="*/ 838882 h 1235602"/>
              <a:gd name="connsiteX741" fmla="*/ 183237 w 1538815"/>
              <a:gd name="connsiteY741" fmla="*/ 825547 h 1235602"/>
              <a:gd name="connsiteX742" fmla="*/ 198953 w 1538815"/>
              <a:gd name="connsiteY742" fmla="*/ 810211 h 1235602"/>
              <a:gd name="connsiteX743" fmla="*/ 155615 w 1538815"/>
              <a:gd name="connsiteY743" fmla="*/ 827642 h 1235602"/>
              <a:gd name="connsiteX744" fmla="*/ 214289 w 1538815"/>
              <a:gd name="connsiteY744" fmla="*/ 788685 h 1235602"/>
              <a:gd name="connsiteX745" fmla="*/ 219718 w 1538815"/>
              <a:gd name="connsiteY745" fmla="*/ 787828 h 1235602"/>
              <a:gd name="connsiteX746" fmla="*/ 222766 w 1538815"/>
              <a:gd name="connsiteY746" fmla="*/ 789447 h 1235602"/>
              <a:gd name="connsiteX747" fmla="*/ 223337 w 1538815"/>
              <a:gd name="connsiteY747" fmla="*/ 792781 h 1235602"/>
              <a:gd name="connsiteX748" fmla="*/ 212860 w 1538815"/>
              <a:gd name="connsiteY748" fmla="*/ 805354 h 1235602"/>
              <a:gd name="connsiteX749" fmla="*/ 173998 w 1538815"/>
              <a:gd name="connsiteY749" fmla="*/ 839167 h 1235602"/>
              <a:gd name="connsiteX750" fmla="*/ 154757 w 1538815"/>
              <a:gd name="connsiteY750" fmla="*/ 858789 h 1235602"/>
              <a:gd name="connsiteX751" fmla="*/ 155234 w 1538815"/>
              <a:gd name="connsiteY751" fmla="*/ 865456 h 1235602"/>
              <a:gd name="connsiteX752" fmla="*/ 161806 w 1538815"/>
              <a:gd name="connsiteY752" fmla="*/ 866790 h 1235602"/>
              <a:gd name="connsiteX753" fmla="*/ 173712 w 1538815"/>
              <a:gd name="connsiteY753" fmla="*/ 860027 h 1235602"/>
              <a:gd name="connsiteX754" fmla="*/ 176665 w 1538815"/>
              <a:gd name="connsiteY754" fmla="*/ 916225 h 1235602"/>
              <a:gd name="connsiteX755" fmla="*/ 188952 w 1538815"/>
              <a:gd name="connsiteY755" fmla="*/ 902890 h 1235602"/>
              <a:gd name="connsiteX756" fmla="*/ 228386 w 1538815"/>
              <a:gd name="connsiteY756" fmla="*/ 869457 h 1235602"/>
              <a:gd name="connsiteX757" fmla="*/ 253627 w 1538815"/>
              <a:gd name="connsiteY757" fmla="*/ 845073 h 1235602"/>
              <a:gd name="connsiteX758" fmla="*/ 274677 w 1538815"/>
              <a:gd name="connsiteY758" fmla="*/ 827356 h 1235602"/>
              <a:gd name="connsiteX759" fmla="*/ 274201 w 1538815"/>
              <a:gd name="connsiteY759" fmla="*/ 834976 h 1235602"/>
              <a:gd name="connsiteX760" fmla="*/ 224099 w 1538815"/>
              <a:gd name="connsiteY760" fmla="*/ 881268 h 1235602"/>
              <a:gd name="connsiteX761" fmla="*/ 176665 w 1538815"/>
              <a:gd name="connsiteY761" fmla="*/ 916320 h 1235602"/>
              <a:gd name="connsiteX762" fmla="*/ 300871 w 1538815"/>
              <a:gd name="connsiteY762" fmla="*/ 952896 h 1235602"/>
              <a:gd name="connsiteX763" fmla="*/ 292965 w 1538815"/>
              <a:gd name="connsiteY763" fmla="*/ 957277 h 1235602"/>
              <a:gd name="connsiteX764" fmla="*/ 211336 w 1538815"/>
              <a:gd name="connsiteY764" fmla="*/ 970993 h 1235602"/>
              <a:gd name="connsiteX765" fmla="*/ 186476 w 1538815"/>
              <a:gd name="connsiteY765" fmla="*/ 970708 h 1235602"/>
              <a:gd name="connsiteX766" fmla="*/ 190190 w 1538815"/>
              <a:gd name="connsiteY766" fmla="*/ 967279 h 1235602"/>
              <a:gd name="connsiteX767" fmla="*/ 201144 w 1538815"/>
              <a:gd name="connsiteY767" fmla="*/ 966231 h 1235602"/>
              <a:gd name="connsiteX768" fmla="*/ 220099 w 1538815"/>
              <a:gd name="connsiteY768" fmla="*/ 962040 h 1235602"/>
              <a:gd name="connsiteX769" fmla="*/ 232291 w 1538815"/>
              <a:gd name="connsiteY769" fmla="*/ 958516 h 1235602"/>
              <a:gd name="connsiteX770" fmla="*/ 299823 w 1538815"/>
              <a:gd name="connsiteY770" fmla="*/ 950419 h 1235602"/>
              <a:gd name="connsiteX771" fmla="*/ 300776 w 1538815"/>
              <a:gd name="connsiteY771" fmla="*/ 952896 h 1235602"/>
              <a:gd name="connsiteX772" fmla="*/ 295537 w 1538815"/>
              <a:gd name="connsiteY772" fmla="*/ 987376 h 1235602"/>
              <a:gd name="connsiteX773" fmla="*/ 287726 w 1538815"/>
              <a:gd name="connsiteY773" fmla="*/ 992806 h 1235602"/>
              <a:gd name="connsiteX774" fmla="*/ 253722 w 1538815"/>
              <a:gd name="connsiteY774" fmla="*/ 1001092 h 1235602"/>
              <a:gd name="connsiteX775" fmla="*/ 211145 w 1538815"/>
              <a:gd name="connsiteY775" fmla="*/ 1012808 h 1235602"/>
              <a:gd name="connsiteX776" fmla="*/ 192762 w 1538815"/>
              <a:gd name="connsiteY776" fmla="*/ 1010617 h 1235602"/>
              <a:gd name="connsiteX777" fmla="*/ 195143 w 1538815"/>
              <a:gd name="connsiteY777" fmla="*/ 1008331 h 1235602"/>
              <a:gd name="connsiteX778" fmla="*/ 247150 w 1538815"/>
              <a:gd name="connsiteY778" fmla="*/ 996330 h 1235602"/>
              <a:gd name="connsiteX779" fmla="*/ 282964 w 1538815"/>
              <a:gd name="connsiteY779" fmla="*/ 987853 h 1235602"/>
              <a:gd name="connsiteX780" fmla="*/ 295537 w 1538815"/>
              <a:gd name="connsiteY780" fmla="*/ 987472 h 1235602"/>
              <a:gd name="connsiteX781" fmla="*/ 273629 w 1538815"/>
              <a:gd name="connsiteY781" fmla="*/ 1105963 h 1235602"/>
              <a:gd name="connsiteX782" fmla="*/ 258675 w 1538815"/>
              <a:gd name="connsiteY782" fmla="*/ 1112535 h 1235602"/>
              <a:gd name="connsiteX783" fmla="*/ 213717 w 1538815"/>
              <a:gd name="connsiteY783" fmla="*/ 1118536 h 1235602"/>
              <a:gd name="connsiteX784" fmla="*/ 209431 w 1538815"/>
              <a:gd name="connsiteY784" fmla="*/ 1115773 h 1235602"/>
              <a:gd name="connsiteX785" fmla="*/ 212384 w 1538815"/>
              <a:gd name="connsiteY785" fmla="*/ 1109868 h 1235602"/>
              <a:gd name="connsiteX786" fmla="*/ 235720 w 1538815"/>
              <a:gd name="connsiteY786" fmla="*/ 1099390 h 1235602"/>
              <a:gd name="connsiteX787" fmla="*/ 250769 w 1538815"/>
              <a:gd name="connsiteY787" fmla="*/ 1093104 h 1235602"/>
              <a:gd name="connsiteX788" fmla="*/ 223814 w 1538815"/>
              <a:gd name="connsiteY788" fmla="*/ 1113106 h 1235602"/>
              <a:gd name="connsiteX789" fmla="*/ 257723 w 1538815"/>
              <a:gd name="connsiteY789" fmla="*/ 1108630 h 1235602"/>
              <a:gd name="connsiteX790" fmla="*/ 273629 w 1538815"/>
              <a:gd name="connsiteY790" fmla="*/ 1106629 h 1235602"/>
              <a:gd name="connsiteX791" fmla="*/ 273629 w 1538815"/>
              <a:gd name="connsiteY791" fmla="*/ 1105963 h 1235602"/>
              <a:gd name="connsiteX792" fmla="*/ 258866 w 1538815"/>
              <a:gd name="connsiteY792" fmla="*/ 1069196 h 1235602"/>
              <a:gd name="connsiteX793" fmla="*/ 256008 w 1538815"/>
              <a:gd name="connsiteY793" fmla="*/ 1072911 h 1235602"/>
              <a:gd name="connsiteX794" fmla="*/ 212479 w 1538815"/>
              <a:gd name="connsiteY794" fmla="*/ 1080626 h 1235602"/>
              <a:gd name="connsiteX795" fmla="*/ 205240 w 1538815"/>
              <a:gd name="connsiteY795" fmla="*/ 1079578 h 1235602"/>
              <a:gd name="connsiteX796" fmla="*/ 201430 w 1538815"/>
              <a:gd name="connsiteY796" fmla="*/ 1074054 h 1235602"/>
              <a:gd name="connsiteX797" fmla="*/ 208097 w 1538815"/>
              <a:gd name="connsiteY797" fmla="*/ 1069006 h 1235602"/>
              <a:gd name="connsiteX798" fmla="*/ 249722 w 1538815"/>
              <a:gd name="connsiteY798" fmla="*/ 1069768 h 1235602"/>
              <a:gd name="connsiteX799" fmla="*/ 258866 w 1538815"/>
              <a:gd name="connsiteY799" fmla="*/ 1069101 h 1235602"/>
              <a:gd name="connsiteX800" fmla="*/ 891897 w 1538815"/>
              <a:gd name="connsiteY800" fmla="*/ 595613 h 1235602"/>
              <a:gd name="connsiteX801" fmla="*/ 913519 w 1538815"/>
              <a:gd name="connsiteY801" fmla="*/ 598090 h 1235602"/>
              <a:gd name="connsiteX802" fmla="*/ 975050 w 1538815"/>
              <a:gd name="connsiteY802" fmla="*/ 595899 h 1235602"/>
              <a:gd name="connsiteX803" fmla="*/ 981527 w 1538815"/>
              <a:gd name="connsiteY803" fmla="*/ 585136 h 1235602"/>
              <a:gd name="connsiteX804" fmla="*/ 988004 w 1538815"/>
              <a:gd name="connsiteY804" fmla="*/ 571134 h 1235602"/>
              <a:gd name="connsiteX805" fmla="*/ 996767 w 1538815"/>
              <a:gd name="connsiteY805" fmla="*/ 550560 h 1235602"/>
              <a:gd name="connsiteX806" fmla="*/ 1002387 w 1538815"/>
              <a:gd name="connsiteY806" fmla="*/ 539320 h 1235602"/>
              <a:gd name="connsiteX807" fmla="*/ 1013246 w 1538815"/>
              <a:gd name="connsiteY807" fmla="*/ 534748 h 1235602"/>
              <a:gd name="connsiteX808" fmla="*/ 1020104 w 1538815"/>
              <a:gd name="connsiteY808" fmla="*/ 535510 h 1235602"/>
              <a:gd name="connsiteX809" fmla="*/ 1050679 w 1538815"/>
              <a:gd name="connsiteY809" fmla="*/ 535796 h 1235602"/>
              <a:gd name="connsiteX810" fmla="*/ 1064681 w 1538815"/>
              <a:gd name="connsiteY810" fmla="*/ 536939 h 1235602"/>
              <a:gd name="connsiteX811" fmla="*/ 1077063 w 1538815"/>
              <a:gd name="connsiteY811" fmla="*/ 539225 h 1235602"/>
              <a:gd name="connsiteX812" fmla="*/ 1081635 w 1538815"/>
              <a:gd name="connsiteY812" fmla="*/ 541225 h 1235602"/>
              <a:gd name="connsiteX813" fmla="*/ 1074777 w 1538815"/>
              <a:gd name="connsiteY813" fmla="*/ 548845 h 1235602"/>
              <a:gd name="connsiteX814" fmla="*/ 1077635 w 1538815"/>
              <a:gd name="connsiteY814" fmla="*/ 620759 h 1235602"/>
              <a:gd name="connsiteX815" fmla="*/ 1094589 w 1538815"/>
              <a:gd name="connsiteY815" fmla="*/ 619807 h 1235602"/>
              <a:gd name="connsiteX816" fmla="*/ 1129546 w 1538815"/>
              <a:gd name="connsiteY816" fmla="*/ 616949 h 1235602"/>
              <a:gd name="connsiteX817" fmla="*/ 1134975 w 1538815"/>
              <a:gd name="connsiteY817" fmla="*/ 617711 h 1235602"/>
              <a:gd name="connsiteX818" fmla="*/ 1132784 w 1538815"/>
              <a:gd name="connsiteY818" fmla="*/ 624855 h 1235602"/>
              <a:gd name="connsiteX819" fmla="*/ 1118878 w 1538815"/>
              <a:gd name="connsiteY819" fmla="*/ 626093 h 1235602"/>
              <a:gd name="connsiteX820" fmla="*/ 1085636 w 1538815"/>
              <a:gd name="connsiteY820" fmla="*/ 631141 h 1235602"/>
              <a:gd name="connsiteX821" fmla="*/ 1077921 w 1538815"/>
              <a:gd name="connsiteY821" fmla="*/ 638761 h 1235602"/>
              <a:gd name="connsiteX822" fmla="*/ 1069824 w 1538815"/>
              <a:gd name="connsiteY822" fmla="*/ 638666 h 1235602"/>
              <a:gd name="connsiteX823" fmla="*/ 1061061 w 1538815"/>
              <a:gd name="connsiteY823" fmla="*/ 624379 h 1235602"/>
              <a:gd name="connsiteX824" fmla="*/ 1066871 w 1538815"/>
              <a:gd name="connsiteY824" fmla="*/ 613901 h 1235602"/>
              <a:gd name="connsiteX825" fmla="*/ 1066871 w 1538815"/>
              <a:gd name="connsiteY825" fmla="*/ 599899 h 1235602"/>
              <a:gd name="connsiteX826" fmla="*/ 1066109 w 1538815"/>
              <a:gd name="connsiteY826" fmla="*/ 583135 h 1235602"/>
              <a:gd name="connsiteX827" fmla="*/ 1065062 w 1538815"/>
              <a:gd name="connsiteY827" fmla="*/ 550846 h 1235602"/>
              <a:gd name="connsiteX828" fmla="*/ 1058585 w 1538815"/>
              <a:gd name="connsiteY828" fmla="*/ 545035 h 1235602"/>
              <a:gd name="connsiteX829" fmla="*/ 1030581 w 1538815"/>
              <a:gd name="connsiteY829" fmla="*/ 544083 h 1235602"/>
              <a:gd name="connsiteX830" fmla="*/ 1017627 w 1538815"/>
              <a:gd name="connsiteY830" fmla="*/ 541225 h 1235602"/>
              <a:gd name="connsiteX831" fmla="*/ 1014770 w 1538815"/>
              <a:gd name="connsiteY831" fmla="*/ 542749 h 1235602"/>
              <a:gd name="connsiteX832" fmla="*/ 1001720 w 1538815"/>
              <a:gd name="connsiteY832" fmla="*/ 561704 h 1235602"/>
              <a:gd name="connsiteX833" fmla="*/ 994100 w 1538815"/>
              <a:gd name="connsiteY833" fmla="*/ 578182 h 1235602"/>
              <a:gd name="connsiteX834" fmla="*/ 989147 w 1538815"/>
              <a:gd name="connsiteY834" fmla="*/ 603614 h 1235602"/>
              <a:gd name="connsiteX835" fmla="*/ 977527 w 1538815"/>
              <a:gd name="connsiteY835" fmla="*/ 616187 h 1235602"/>
              <a:gd name="connsiteX836" fmla="*/ 974860 w 1538815"/>
              <a:gd name="connsiteY836" fmla="*/ 616854 h 1235602"/>
              <a:gd name="connsiteX837" fmla="*/ 969431 w 1538815"/>
              <a:gd name="connsiteY837" fmla="*/ 605329 h 1235602"/>
              <a:gd name="connsiteX838" fmla="*/ 963239 w 1538815"/>
              <a:gd name="connsiteY838" fmla="*/ 604567 h 1235602"/>
              <a:gd name="connsiteX839" fmla="*/ 922568 w 1538815"/>
              <a:gd name="connsiteY839" fmla="*/ 606281 h 1235602"/>
              <a:gd name="connsiteX840" fmla="*/ 904375 w 1538815"/>
              <a:gd name="connsiteY840" fmla="*/ 607329 h 1235602"/>
              <a:gd name="connsiteX841" fmla="*/ 893421 w 1538815"/>
              <a:gd name="connsiteY841" fmla="*/ 605519 h 1235602"/>
              <a:gd name="connsiteX842" fmla="*/ 891707 w 1538815"/>
              <a:gd name="connsiteY842" fmla="*/ 603709 h 1235602"/>
              <a:gd name="connsiteX843" fmla="*/ 891611 w 1538815"/>
              <a:gd name="connsiteY843" fmla="*/ 600185 h 1235602"/>
              <a:gd name="connsiteX844" fmla="*/ 885801 w 1538815"/>
              <a:gd name="connsiteY844" fmla="*/ 602947 h 1235602"/>
              <a:gd name="connsiteX845" fmla="*/ 880658 w 1538815"/>
              <a:gd name="connsiteY845" fmla="*/ 602090 h 1235602"/>
              <a:gd name="connsiteX846" fmla="*/ 879515 w 1538815"/>
              <a:gd name="connsiteY846" fmla="*/ 595613 h 1235602"/>
              <a:gd name="connsiteX847" fmla="*/ 880181 w 1538815"/>
              <a:gd name="connsiteY847" fmla="*/ 594375 h 1235602"/>
              <a:gd name="connsiteX848" fmla="*/ 889040 w 1538815"/>
              <a:gd name="connsiteY848" fmla="*/ 575420 h 1235602"/>
              <a:gd name="connsiteX849" fmla="*/ 905423 w 1538815"/>
              <a:gd name="connsiteY849" fmla="*/ 536558 h 1235602"/>
              <a:gd name="connsiteX850" fmla="*/ 924568 w 1538815"/>
              <a:gd name="connsiteY850" fmla="*/ 495886 h 1235602"/>
              <a:gd name="connsiteX851" fmla="*/ 948190 w 1538815"/>
              <a:gd name="connsiteY851" fmla="*/ 446452 h 1235602"/>
              <a:gd name="connsiteX852" fmla="*/ 962096 w 1538815"/>
              <a:gd name="connsiteY852" fmla="*/ 414257 h 1235602"/>
              <a:gd name="connsiteX853" fmla="*/ 975336 w 1538815"/>
              <a:gd name="connsiteY853" fmla="*/ 387968 h 1235602"/>
              <a:gd name="connsiteX854" fmla="*/ 978956 w 1538815"/>
              <a:gd name="connsiteY854" fmla="*/ 386635 h 1235602"/>
              <a:gd name="connsiteX855" fmla="*/ 981432 w 1538815"/>
              <a:gd name="connsiteY855" fmla="*/ 389397 h 1235602"/>
              <a:gd name="connsiteX856" fmla="*/ 981623 w 1538815"/>
              <a:gd name="connsiteY856" fmla="*/ 394731 h 1235602"/>
              <a:gd name="connsiteX857" fmla="*/ 972764 w 1538815"/>
              <a:gd name="connsiteY857" fmla="*/ 413781 h 1235602"/>
              <a:gd name="connsiteX858" fmla="*/ 969716 w 1538815"/>
              <a:gd name="connsiteY858" fmla="*/ 420067 h 1235602"/>
              <a:gd name="connsiteX859" fmla="*/ 915519 w 1538815"/>
              <a:gd name="connsiteY859" fmla="*/ 534367 h 1235602"/>
              <a:gd name="connsiteX860" fmla="*/ 893421 w 1538815"/>
              <a:gd name="connsiteY860" fmla="*/ 589041 h 1235602"/>
              <a:gd name="connsiteX861" fmla="*/ 891897 w 1538815"/>
              <a:gd name="connsiteY861" fmla="*/ 595423 h 1235602"/>
              <a:gd name="connsiteX862" fmla="*/ 1371005 w 1538815"/>
              <a:gd name="connsiteY862" fmla="*/ 414638 h 1235602"/>
              <a:gd name="connsiteX863" fmla="*/ 1351574 w 1538815"/>
              <a:gd name="connsiteY863" fmla="*/ 411495 h 1235602"/>
              <a:gd name="connsiteX864" fmla="*/ 1349192 w 1538815"/>
              <a:gd name="connsiteY864" fmla="*/ 411685 h 1235602"/>
              <a:gd name="connsiteX865" fmla="*/ 1344335 w 1538815"/>
              <a:gd name="connsiteY865" fmla="*/ 413495 h 1235602"/>
              <a:gd name="connsiteX866" fmla="*/ 1308521 w 1538815"/>
              <a:gd name="connsiteY866" fmla="*/ 409018 h 1235602"/>
              <a:gd name="connsiteX867" fmla="*/ 1277755 w 1538815"/>
              <a:gd name="connsiteY867" fmla="*/ 409304 h 1235602"/>
              <a:gd name="connsiteX868" fmla="*/ 1271945 w 1538815"/>
              <a:gd name="connsiteY868" fmla="*/ 414448 h 1235602"/>
              <a:gd name="connsiteX869" fmla="*/ 1262229 w 1538815"/>
              <a:gd name="connsiteY869" fmla="*/ 413781 h 1235602"/>
              <a:gd name="connsiteX870" fmla="*/ 1261753 w 1538815"/>
              <a:gd name="connsiteY870" fmla="*/ 418448 h 1235602"/>
              <a:gd name="connsiteX871" fmla="*/ 1272230 w 1538815"/>
              <a:gd name="connsiteY871" fmla="*/ 487885 h 1235602"/>
              <a:gd name="connsiteX872" fmla="*/ 1273088 w 1538815"/>
              <a:gd name="connsiteY872" fmla="*/ 491981 h 1235602"/>
              <a:gd name="connsiteX873" fmla="*/ 1272897 w 1538815"/>
              <a:gd name="connsiteY873" fmla="*/ 536749 h 1235602"/>
              <a:gd name="connsiteX874" fmla="*/ 1273278 w 1538815"/>
              <a:gd name="connsiteY874" fmla="*/ 544559 h 1235602"/>
              <a:gd name="connsiteX875" fmla="*/ 1325666 w 1538815"/>
              <a:gd name="connsiteY875" fmla="*/ 543226 h 1235602"/>
              <a:gd name="connsiteX876" fmla="*/ 1334619 w 1538815"/>
              <a:gd name="connsiteY876" fmla="*/ 535129 h 1235602"/>
              <a:gd name="connsiteX877" fmla="*/ 1335858 w 1538815"/>
              <a:gd name="connsiteY877" fmla="*/ 528271 h 1235602"/>
              <a:gd name="connsiteX878" fmla="*/ 1344335 w 1538815"/>
              <a:gd name="connsiteY878" fmla="*/ 509317 h 1235602"/>
              <a:gd name="connsiteX879" fmla="*/ 1350240 w 1538815"/>
              <a:gd name="connsiteY879" fmla="*/ 497506 h 1235602"/>
              <a:gd name="connsiteX880" fmla="*/ 1358051 w 1538815"/>
              <a:gd name="connsiteY880" fmla="*/ 467883 h 1235602"/>
              <a:gd name="connsiteX881" fmla="*/ 1370814 w 1538815"/>
              <a:gd name="connsiteY881" fmla="*/ 430831 h 1235602"/>
              <a:gd name="connsiteX882" fmla="*/ 1371005 w 1538815"/>
              <a:gd name="connsiteY882" fmla="*/ 414733 h 1235602"/>
              <a:gd name="connsiteX883" fmla="*/ 1258324 w 1538815"/>
              <a:gd name="connsiteY883" fmla="*/ 551131 h 1235602"/>
              <a:gd name="connsiteX884" fmla="*/ 1265087 w 1538815"/>
              <a:gd name="connsiteY884" fmla="*/ 509412 h 1235602"/>
              <a:gd name="connsiteX885" fmla="*/ 1256991 w 1538815"/>
              <a:gd name="connsiteY885" fmla="*/ 439498 h 1235602"/>
              <a:gd name="connsiteX886" fmla="*/ 1253371 w 1538815"/>
              <a:gd name="connsiteY886" fmla="*/ 424449 h 1235602"/>
              <a:gd name="connsiteX887" fmla="*/ 1253371 w 1538815"/>
              <a:gd name="connsiteY887" fmla="*/ 416257 h 1235602"/>
              <a:gd name="connsiteX888" fmla="*/ 1252133 w 1538815"/>
              <a:gd name="connsiteY888" fmla="*/ 402256 h 1235602"/>
              <a:gd name="connsiteX889" fmla="*/ 1252704 w 1538815"/>
              <a:gd name="connsiteY889" fmla="*/ 393588 h 1235602"/>
              <a:gd name="connsiteX890" fmla="*/ 1254038 w 1538815"/>
              <a:gd name="connsiteY890" fmla="*/ 393588 h 1235602"/>
              <a:gd name="connsiteX891" fmla="*/ 1278422 w 1538815"/>
              <a:gd name="connsiteY891" fmla="*/ 400351 h 1235602"/>
              <a:gd name="connsiteX892" fmla="*/ 1303568 w 1538815"/>
              <a:gd name="connsiteY892" fmla="*/ 400922 h 1235602"/>
              <a:gd name="connsiteX893" fmla="*/ 1345383 w 1538815"/>
              <a:gd name="connsiteY893" fmla="*/ 405399 h 1235602"/>
              <a:gd name="connsiteX894" fmla="*/ 1356431 w 1538815"/>
              <a:gd name="connsiteY894" fmla="*/ 405208 h 1235602"/>
              <a:gd name="connsiteX895" fmla="*/ 1368719 w 1538815"/>
              <a:gd name="connsiteY895" fmla="*/ 406161 h 1235602"/>
              <a:gd name="connsiteX896" fmla="*/ 1379006 w 1538815"/>
              <a:gd name="connsiteY896" fmla="*/ 404065 h 1235602"/>
              <a:gd name="connsiteX897" fmla="*/ 1387578 w 1538815"/>
              <a:gd name="connsiteY897" fmla="*/ 402446 h 1235602"/>
              <a:gd name="connsiteX898" fmla="*/ 1386912 w 1538815"/>
              <a:gd name="connsiteY898" fmla="*/ 410161 h 1235602"/>
              <a:gd name="connsiteX899" fmla="*/ 1377767 w 1538815"/>
              <a:gd name="connsiteY899" fmla="*/ 435117 h 1235602"/>
              <a:gd name="connsiteX900" fmla="*/ 1360146 w 1538815"/>
              <a:gd name="connsiteY900" fmla="*/ 485504 h 1235602"/>
              <a:gd name="connsiteX901" fmla="*/ 1341763 w 1538815"/>
              <a:gd name="connsiteY901" fmla="*/ 535606 h 1235602"/>
              <a:gd name="connsiteX902" fmla="*/ 1341763 w 1538815"/>
              <a:gd name="connsiteY902" fmla="*/ 543607 h 1235602"/>
              <a:gd name="connsiteX903" fmla="*/ 1337191 w 1538815"/>
              <a:gd name="connsiteY903" fmla="*/ 551417 h 1235602"/>
              <a:gd name="connsiteX904" fmla="*/ 1323284 w 1538815"/>
              <a:gd name="connsiteY904" fmla="*/ 551608 h 1235602"/>
              <a:gd name="connsiteX905" fmla="*/ 1280041 w 1538815"/>
              <a:gd name="connsiteY905" fmla="*/ 555132 h 1235602"/>
              <a:gd name="connsiteX906" fmla="*/ 1270040 w 1538815"/>
              <a:gd name="connsiteY906" fmla="*/ 551608 h 1235602"/>
              <a:gd name="connsiteX907" fmla="*/ 1264992 w 1538815"/>
              <a:gd name="connsiteY907" fmla="*/ 550465 h 1235602"/>
              <a:gd name="connsiteX908" fmla="*/ 1258419 w 1538815"/>
              <a:gd name="connsiteY908" fmla="*/ 551227 h 1235602"/>
              <a:gd name="connsiteX909" fmla="*/ 345257 w 1538815"/>
              <a:gd name="connsiteY909" fmla="*/ 331485 h 1235602"/>
              <a:gd name="connsiteX910" fmla="*/ 344019 w 1538815"/>
              <a:gd name="connsiteY910" fmla="*/ 336438 h 1235602"/>
              <a:gd name="connsiteX911" fmla="*/ 327065 w 1538815"/>
              <a:gd name="connsiteY911" fmla="*/ 341486 h 1235602"/>
              <a:gd name="connsiteX912" fmla="*/ 322302 w 1538815"/>
              <a:gd name="connsiteY912" fmla="*/ 363298 h 1235602"/>
              <a:gd name="connsiteX913" fmla="*/ 321254 w 1538815"/>
              <a:gd name="connsiteY913" fmla="*/ 368061 h 1235602"/>
              <a:gd name="connsiteX914" fmla="*/ 317444 w 1538815"/>
              <a:gd name="connsiteY914" fmla="*/ 378348 h 1235602"/>
              <a:gd name="connsiteX915" fmla="*/ 311634 w 1538815"/>
              <a:gd name="connsiteY915" fmla="*/ 389397 h 1235602"/>
              <a:gd name="connsiteX916" fmla="*/ 298585 w 1538815"/>
              <a:gd name="connsiteY916" fmla="*/ 424735 h 1235602"/>
              <a:gd name="connsiteX917" fmla="*/ 289060 w 1538815"/>
              <a:gd name="connsiteY917" fmla="*/ 450928 h 1235602"/>
              <a:gd name="connsiteX918" fmla="*/ 278678 w 1538815"/>
              <a:gd name="connsiteY918" fmla="*/ 476932 h 1235602"/>
              <a:gd name="connsiteX919" fmla="*/ 254865 w 1538815"/>
              <a:gd name="connsiteY919" fmla="*/ 532272 h 1235602"/>
              <a:gd name="connsiteX920" fmla="*/ 243530 w 1538815"/>
              <a:gd name="connsiteY920" fmla="*/ 561228 h 1235602"/>
              <a:gd name="connsiteX921" fmla="*/ 251722 w 1538815"/>
              <a:gd name="connsiteY921" fmla="*/ 564847 h 1235602"/>
              <a:gd name="connsiteX922" fmla="*/ 269915 w 1538815"/>
              <a:gd name="connsiteY922" fmla="*/ 565609 h 1235602"/>
              <a:gd name="connsiteX923" fmla="*/ 297918 w 1538815"/>
              <a:gd name="connsiteY923" fmla="*/ 565990 h 1235602"/>
              <a:gd name="connsiteX924" fmla="*/ 331541 w 1538815"/>
              <a:gd name="connsiteY924" fmla="*/ 563895 h 1235602"/>
              <a:gd name="connsiteX925" fmla="*/ 340495 w 1538815"/>
              <a:gd name="connsiteY925" fmla="*/ 563228 h 1235602"/>
              <a:gd name="connsiteX926" fmla="*/ 339066 w 1538815"/>
              <a:gd name="connsiteY926" fmla="*/ 569515 h 1235602"/>
              <a:gd name="connsiteX927" fmla="*/ 343829 w 1538815"/>
              <a:gd name="connsiteY927" fmla="*/ 573991 h 1235602"/>
              <a:gd name="connsiteX928" fmla="*/ 347258 w 1538815"/>
              <a:gd name="connsiteY928" fmla="*/ 576087 h 1235602"/>
              <a:gd name="connsiteX929" fmla="*/ 346496 w 1538815"/>
              <a:gd name="connsiteY929" fmla="*/ 579706 h 1235602"/>
              <a:gd name="connsiteX930" fmla="*/ 344114 w 1538815"/>
              <a:gd name="connsiteY930" fmla="*/ 580945 h 1235602"/>
              <a:gd name="connsiteX931" fmla="*/ 325922 w 1538815"/>
              <a:gd name="connsiteY931" fmla="*/ 580945 h 1235602"/>
              <a:gd name="connsiteX932" fmla="*/ 320492 w 1538815"/>
              <a:gd name="connsiteY932" fmla="*/ 579897 h 1235602"/>
              <a:gd name="connsiteX933" fmla="*/ 299156 w 1538815"/>
              <a:gd name="connsiteY933" fmla="*/ 576277 h 1235602"/>
              <a:gd name="connsiteX934" fmla="*/ 254294 w 1538815"/>
              <a:gd name="connsiteY934" fmla="*/ 577706 h 1235602"/>
              <a:gd name="connsiteX935" fmla="*/ 233910 w 1538815"/>
              <a:gd name="connsiteY935" fmla="*/ 573229 h 1235602"/>
              <a:gd name="connsiteX936" fmla="*/ 229433 w 1538815"/>
              <a:gd name="connsiteY936" fmla="*/ 569229 h 1235602"/>
              <a:gd name="connsiteX937" fmla="*/ 242578 w 1538815"/>
              <a:gd name="connsiteY937" fmla="*/ 535225 h 1235602"/>
              <a:gd name="connsiteX938" fmla="*/ 266962 w 1538815"/>
              <a:gd name="connsiteY938" fmla="*/ 476932 h 1235602"/>
              <a:gd name="connsiteX939" fmla="*/ 284202 w 1538815"/>
              <a:gd name="connsiteY939" fmla="*/ 432355 h 1235602"/>
              <a:gd name="connsiteX940" fmla="*/ 286869 w 1538815"/>
              <a:gd name="connsiteY940" fmla="*/ 425878 h 1235602"/>
              <a:gd name="connsiteX941" fmla="*/ 307253 w 1538815"/>
              <a:gd name="connsiteY941" fmla="*/ 381205 h 1235602"/>
              <a:gd name="connsiteX942" fmla="*/ 319445 w 1538815"/>
              <a:gd name="connsiteY942" fmla="*/ 346820 h 1235602"/>
              <a:gd name="connsiteX943" fmla="*/ 325636 w 1538815"/>
              <a:gd name="connsiteY943" fmla="*/ 332723 h 1235602"/>
              <a:gd name="connsiteX944" fmla="*/ 333065 w 1538815"/>
              <a:gd name="connsiteY944" fmla="*/ 327103 h 1235602"/>
              <a:gd name="connsiteX945" fmla="*/ 344305 w 1538815"/>
              <a:gd name="connsiteY945" fmla="*/ 331009 h 1235602"/>
              <a:gd name="connsiteX946" fmla="*/ 345257 w 1538815"/>
              <a:gd name="connsiteY946" fmla="*/ 331961 h 1235602"/>
              <a:gd name="connsiteX947" fmla="*/ 345257 w 1538815"/>
              <a:gd name="connsiteY947" fmla="*/ 331390 h 1235602"/>
              <a:gd name="connsiteX948" fmla="*/ 664345 w 1538815"/>
              <a:gd name="connsiteY948" fmla="*/ 350630 h 1235602"/>
              <a:gd name="connsiteX949" fmla="*/ 675394 w 1538815"/>
              <a:gd name="connsiteY949" fmla="*/ 345582 h 1235602"/>
              <a:gd name="connsiteX950" fmla="*/ 701969 w 1538815"/>
              <a:gd name="connsiteY950" fmla="*/ 343772 h 1235602"/>
              <a:gd name="connsiteX951" fmla="*/ 746450 w 1538815"/>
              <a:gd name="connsiteY951" fmla="*/ 338629 h 1235602"/>
              <a:gd name="connsiteX952" fmla="*/ 753404 w 1538815"/>
              <a:gd name="connsiteY952" fmla="*/ 338724 h 1235602"/>
              <a:gd name="connsiteX953" fmla="*/ 756261 w 1538815"/>
              <a:gd name="connsiteY953" fmla="*/ 342820 h 1235602"/>
              <a:gd name="connsiteX954" fmla="*/ 749498 w 1538815"/>
              <a:gd name="connsiteY954" fmla="*/ 382634 h 1235602"/>
              <a:gd name="connsiteX955" fmla="*/ 744545 w 1538815"/>
              <a:gd name="connsiteY955" fmla="*/ 437117 h 1235602"/>
              <a:gd name="connsiteX956" fmla="*/ 744831 w 1538815"/>
              <a:gd name="connsiteY956" fmla="*/ 443213 h 1235602"/>
              <a:gd name="connsiteX957" fmla="*/ 752070 w 1538815"/>
              <a:gd name="connsiteY957" fmla="*/ 443118 h 1235602"/>
              <a:gd name="connsiteX958" fmla="*/ 774359 w 1538815"/>
              <a:gd name="connsiteY958" fmla="*/ 441118 h 1235602"/>
              <a:gd name="connsiteX959" fmla="*/ 778454 w 1538815"/>
              <a:gd name="connsiteY959" fmla="*/ 440356 h 1235602"/>
              <a:gd name="connsiteX960" fmla="*/ 787694 w 1538815"/>
              <a:gd name="connsiteY960" fmla="*/ 430926 h 1235602"/>
              <a:gd name="connsiteX961" fmla="*/ 790265 w 1538815"/>
              <a:gd name="connsiteY961" fmla="*/ 409971 h 1235602"/>
              <a:gd name="connsiteX962" fmla="*/ 791694 w 1538815"/>
              <a:gd name="connsiteY962" fmla="*/ 373585 h 1235602"/>
              <a:gd name="connsiteX963" fmla="*/ 788837 w 1538815"/>
              <a:gd name="connsiteY963" fmla="*/ 365965 h 1235602"/>
              <a:gd name="connsiteX964" fmla="*/ 788456 w 1538815"/>
              <a:gd name="connsiteY964" fmla="*/ 356917 h 1235602"/>
              <a:gd name="connsiteX965" fmla="*/ 791218 w 1538815"/>
              <a:gd name="connsiteY965" fmla="*/ 355393 h 1235602"/>
              <a:gd name="connsiteX966" fmla="*/ 835890 w 1538815"/>
              <a:gd name="connsiteY966" fmla="*/ 353392 h 1235602"/>
              <a:gd name="connsiteX967" fmla="*/ 872276 w 1538815"/>
              <a:gd name="connsiteY967" fmla="*/ 352630 h 1235602"/>
              <a:gd name="connsiteX968" fmla="*/ 877133 w 1538815"/>
              <a:gd name="connsiteY968" fmla="*/ 360346 h 1235602"/>
              <a:gd name="connsiteX969" fmla="*/ 876276 w 1538815"/>
              <a:gd name="connsiteY969" fmla="*/ 363013 h 1235602"/>
              <a:gd name="connsiteX970" fmla="*/ 871418 w 1538815"/>
              <a:gd name="connsiteY970" fmla="*/ 362251 h 1235602"/>
              <a:gd name="connsiteX971" fmla="*/ 859227 w 1538815"/>
              <a:gd name="connsiteY971" fmla="*/ 360346 h 1235602"/>
              <a:gd name="connsiteX972" fmla="*/ 807506 w 1538815"/>
              <a:gd name="connsiteY972" fmla="*/ 364156 h 1235602"/>
              <a:gd name="connsiteX973" fmla="*/ 797885 w 1538815"/>
              <a:gd name="connsiteY973" fmla="*/ 361203 h 1235602"/>
              <a:gd name="connsiteX974" fmla="*/ 798838 w 1538815"/>
              <a:gd name="connsiteY974" fmla="*/ 371680 h 1235602"/>
              <a:gd name="connsiteX975" fmla="*/ 797123 w 1538815"/>
              <a:gd name="connsiteY975" fmla="*/ 379015 h 1235602"/>
              <a:gd name="connsiteX976" fmla="*/ 799886 w 1538815"/>
              <a:gd name="connsiteY976" fmla="*/ 384825 h 1235602"/>
              <a:gd name="connsiteX977" fmla="*/ 800171 w 1538815"/>
              <a:gd name="connsiteY977" fmla="*/ 393302 h 1235602"/>
              <a:gd name="connsiteX978" fmla="*/ 794552 w 1538815"/>
              <a:gd name="connsiteY978" fmla="*/ 450547 h 1235602"/>
              <a:gd name="connsiteX979" fmla="*/ 793504 w 1538815"/>
              <a:gd name="connsiteY979" fmla="*/ 454643 h 1235602"/>
              <a:gd name="connsiteX980" fmla="*/ 788551 w 1538815"/>
              <a:gd name="connsiteY980" fmla="*/ 459025 h 1235602"/>
              <a:gd name="connsiteX981" fmla="*/ 783788 w 1538815"/>
              <a:gd name="connsiteY981" fmla="*/ 455024 h 1235602"/>
              <a:gd name="connsiteX982" fmla="*/ 782169 w 1538815"/>
              <a:gd name="connsiteY982" fmla="*/ 450547 h 1235602"/>
              <a:gd name="connsiteX983" fmla="*/ 741974 w 1538815"/>
              <a:gd name="connsiteY983" fmla="*/ 453214 h 1235602"/>
              <a:gd name="connsiteX984" fmla="*/ 729591 w 1538815"/>
              <a:gd name="connsiteY984" fmla="*/ 448071 h 1235602"/>
              <a:gd name="connsiteX985" fmla="*/ 736640 w 1538815"/>
              <a:gd name="connsiteY985" fmla="*/ 423211 h 1235602"/>
              <a:gd name="connsiteX986" fmla="*/ 743307 w 1538815"/>
              <a:gd name="connsiteY986" fmla="*/ 358917 h 1235602"/>
              <a:gd name="connsiteX987" fmla="*/ 743593 w 1538815"/>
              <a:gd name="connsiteY987" fmla="*/ 356155 h 1235602"/>
              <a:gd name="connsiteX988" fmla="*/ 738449 w 1538815"/>
              <a:gd name="connsiteY988" fmla="*/ 350344 h 1235602"/>
              <a:gd name="connsiteX989" fmla="*/ 732830 w 1538815"/>
              <a:gd name="connsiteY989" fmla="*/ 350154 h 1235602"/>
              <a:gd name="connsiteX990" fmla="*/ 695111 w 1538815"/>
              <a:gd name="connsiteY990" fmla="*/ 353202 h 1235602"/>
              <a:gd name="connsiteX991" fmla="*/ 672727 w 1538815"/>
              <a:gd name="connsiteY991" fmla="*/ 354631 h 1235602"/>
              <a:gd name="connsiteX992" fmla="*/ 664440 w 1538815"/>
              <a:gd name="connsiteY992" fmla="*/ 350249 h 1235602"/>
              <a:gd name="connsiteX993" fmla="*/ 664440 w 1538815"/>
              <a:gd name="connsiteY993" fmla="*/ 350725 h 1235602"/>
              <a:gd name="connsiteX994" fmla="*/ 540520 w 1538815"/>
              <a:gd name="connsiteY994" fmla="*/ 343677 h 1235602"/>
              <a:gd name="connsiteX995" fmla="*/ 544806 w 1538815"/>
              <a:gd name="connsiteY995" fmla="*/ 347296 h 1235602"/>
              <a:gd name="connsiteX996" fmla="*/ 549854 w 1538815"/>
              <a:gd name="connsiteY996" fmla="*/ 356821 h 1235602"/>
              <a:gd name="connsiteX997" fmla="*/ 560618 w 1538815"/>
              <a:gd name="connsiteY997" fmla="*/ 461692 h 1235602"/>
              <a:gd name="connsiteX998" fmla="*/ 562332 w 1538815"/>
              <a:gd name="connsiteY998" fmla="*/ 496839 h 1235602"/>
              <a:gd name="connsiteX999" fmla="*/ 564428 w 1538815"/>
              <a:gd name="connsiteY999" fmla="*/ 558751 h 1235602"/>
              <a:gd name="connsiteX1000" fmla="*/ 568238 w 1538815"/>
              <a:gd name="connsiteY1000" fmla="*/ 587993 h 1235602"/>
              <a:gd name="connsiteX1001" fmla="*/ 569666 w 1538815"/>
              <a:gd name="connsiteY1001" fmla="*/ 604662 h 1235602"/>
              <a:gd name="connsiteX1002" fmla="*/ 566809 w 1538815"/>
              <a:gd name="connsiteY1002" fmla="*/ 610758 h 1235602"/>
              <a:gd name="connsiteX1003" fmla="*/ 563094 w 1538815"/>
              <a:gd name="connsiteY1003" fmla="*/ 611996 h 1235602"/>
              <a:gd name="connsiteX1004" fmla="*/ 559951 w 1538815"/>
              <a:gd name="connsiteY1004" fmla="*/ 609424 h 1235602"/>
              <a:gd name="connsiteX1005" fmla="*/ 559094 w 1538815"/>
              <a:gd name="connsiteY1005" fmla="*/ 603995 h 1235602"/>
              <a:gd name="connsiteX1006" fmla="*/ 553950 w 1538815"/>
              <a:gd name="connsiteY1006" fmla="*/ 528176 h 1235602"/>
              <a:gd name="connsiteX1007" fmla="*/ 549473 w 1538815"/>
              <a:gd name="connsiteY1007" fmla="*/ 443975 h 1235602"/>
              <a:gd name="connsiteX1008" fmla="*/ 544806 w 1538815"/>
              <a:gd name="connsiteY1008" fmla="*/ 399303 h 1235602"/>
              <a:gd name="connsiteX1009" fmla="*/ 539758 w 1538815"/>
              <a:gd name="connsiteY1009" fmla="*/ 353297 h 1235602"/>
              <a:gd name="connsiteX1010" fmla="*/ 540996 w 1538815"/>
              <a:gd name="connsiteY1010" fmla="*/ 343772 h 1235602"/>
              <a:gd name="connsiteX1011" fmla="*/ 540520 w 1538815"/>
              <a:gd name="connsiteY1011" fmla="*/ 343772 h 1235602"/>
              <a:gd name="connsiteX1012" fmla="*/ 1149739 w 1538815"/>
              <a:gd name="connsiteY1012" fmla="*/ 403970 h 1235602"/>
              <a:gd name="connsiteX1013" fmla="*/ 1157930 w 1538815"/>
              <a:gd name="connsiteY1013" fmla="*/ 405113 h 1235602"/>
              <a:gd name="connsiteX1014" fmla="*/ 1160598 w 1538815"/>
              <a:gd name="connsiteY1014" fmla="*/ 425878 h 1235602"/>
              <a:gd name="connsiteX1015" fmla="*/ 1159264 w 1538815"/>
              <a:gd name="connsiteY1015" fmla="*/ 466645 h 1235602"/>
              <a:gd name="connsiteX1016" fmla="*/ 1158788 w 1538815"/>
              <a:gd name="connsiteY1016" fmla="*/ 508840 h 1235602"/>
              <a:gd name="connsiteX1017" fmla="*/ 1157454 w 1538815"/>
              <a:gd name="connsiteY1017" fmla="*/ 557989 h 1235602"/>
              <a:gd name="connsiteX1018" fmla="*/ 1157930 w 1538815"/>
              <a:gd name="connsiteY1018" fmla="*/ 591708 h 1235602"/>
              <a:gd name="connsiteX1019" fmla="*/ 1157930 w 1538815"/>
              <a:gd name="connsiteY1019" fmla="*/ 614187 h 1235602"/>
              <a:gd name="connsiteX1020" fmla="*/ 1158311 w 1538815"/>
              <a:gd name="connsiteY1020" fmla="*/ 619807 h 1235602"/>
              <a:gd name="connsiteX1021" fmla="*/ 1161550 w 1538815"/>
              <a:gd name="connsiteY1021" fmla="*/ 633142 h 1235602"/>
              <a:gd name="connsiteX1022" fmla="*/ 1161836 w 1538815"/>
              <a:gd name="connsiteY1022" fmla="*/ 645619 h 1235602"/>
              <a:gd name="connsiteX1023" fmla="*/ 1157930 w 1538815"/>
              <a:gd name="connsiteY1023" fmla="*/ 652573 h 1235602"/>
              <a:gd name="connsiteX1024" fmla="*/ 1153073 w 1538815"/>
              <a:gd name="connsiteY1024" fmla="*/ 651430 h 1235602"/>
              <a:gd name="connsiteX1025" fmla="*/ 1150787 w 1538815"/>
              <a:gd name="connsiteY1025" fmla="*/ 643524 h 1235602"/>
              <a:gd name="connsiteX1026" fmla="*/ 1148691 w 1538815"/>
              <a:gd name="connsiteY1026" fmla="*/ 595804 h 1235602"/>
              <a:gd name="connsiteX1027" fmla="*/ 1148405 w 1538815"/>
              <a:gd name="connsiteY1027" fmla="*/ 560656 h 1235602"/>
              <a:gd name="connsiteX1028" fmla="*/ 1149167 w 1538815"/>
              <a:gd name="connsiteY1028" fmla="*/ 527033 h 1235602"/>
              <a:gd name="connsiteX1029" fmla="*/ 1149929 w 1538815"/>
              <a:gd name="connsiteY1029" fmla="*/ 483504 h 1235602"/>
              <a:gd name="connsiteX1030" fmla="*/ 1151263 w 1538815"/>
              <a:gd name="connsiteY1030" fmla="*/ 439975 h 1235602"/>
              <a:gd name="connsiteX1031" fmla="*/ 1150215 w 1538815"/>
              <a:gd name="connsiteY1031" fmla="*/ 416162 h 1235602"/>
              <a:gd name="connsiteX1032" fmla="*/ 1150406 w 1538815"/>
              <a:gd name="connsiteY1032" fmla="*/ 403970 h 1235602"/>
              <a:gd name="connsiteX1033" fmla="*/ 1149929 w 1538815"/>
              <a:gd name="connsiteY1033" fmla="*/ 403970 h 1235602"/>
              <a:gd name="connsiteX1034" fmla="*/ 1328142 w 1538815"/>
              <a:gd name="connsiteY1034" fmla="*/ 599328 h 1235602"/>
              <a:gd name="connsiteX1035" fmla="*/ 1314712 w 1538815"/>
              <a:gd name="connsiteY1035" fmla="*/ 587041 h 1235602"/>
              <a:gd name="connsiteX1036" fmla="*/ 1309950 w 1538815"/>
              <a:gd name="connsiteY1036" fmla="*/ 584374 h 1235602"/>
              <a:gd name="connsiteX1037" fmla="*/ 1306616 w 1538815"/>
              <a:gd name="connsiteY1037" fmla="*/ 589041 h 1235602"/>
              <a:gd name="connsiteX1038" fmla="*/ 1283565 w 1538815"/>
              <a:gd name="connsiteY1038" fmla="*/ 587993 h 1235602"/>
              <a:gd name="connsiteX1039" fmla="*/ 1276803 w 1538815"/>
              <a:gd name="connsiteY1039" fmla="*/ 588565 h 1235602"/>
              <a:gd name="connsiteX1040" fmla="*/ 1253085 w 1538815"/>
              <a:gd name="connsiteY1040" fmla="*/ 600090 h 1235602"/>
              <a:gd name="connsiteX1041" fmla="*/ 1243275 w 1538815"/>
              <a:gd name="connsiteY1041" fmla="*/ 630284 h 1235602"/>
              <a:gd name="connsiteX1042" fmla="*/ 1265277 w 1538815"/>
              <a:gd name="connsiteY1042" fmla="*/ 653811 h 1235602"/>
              <a:gd name="connsiteX1043" fmla="*/ 1296710 w 1538815"/>
              <a:gd name="connsiteY1043" fmla="*/ 658478 h 1235602"/>
              <a:gd name="connsiteX1044" fmla="*/ 1306616 w 1538815"/>
              <a:gd name="connsiteY1044" fmla="*/ 653906 h 1235602"/>
              <a:gd name="connsiteX1045" fmla="*/ 1311759 w 1538815"/>
              <a:gd name="connsiteY1045" fmla="*/ 649144 h 1235602"/>
              <a:gd name="connsiteX1046" fmla="*/ 1326904 w 1538815"/>
              <a:gd name="connsiteY1046" fmla="*/ 618664 h 1235602"/>
              <a:gd name="connsiteX1047" fmla="*/ 1330333 w 1538815"/>
              <a:gd name="connsiteY1047" fmla="*/ 606757 h 1235602"/>
              <a:gd name="connsiteX1048" fmla="*/ 1332524 w 1538815"/>
              <a:gd name="connsiteY1048" fmla="*/ 616282 h 1235602"/>
              <a:gd name="connsiteX1049" fmla="*/ 1326428 w 1538815"/>
              <a:gd name="connsiteY1049" fmla="*/ 643810 h 1235602"/>
              <a:gd name="connsiteX1050" fmla="*/ 1312807 w 1538815"/>
              <a:gd name="connsiteY1050" fmla="*/ 657716 h 1235602"/>
              <a:gd name="connsiteX1051" fmla="*/ 1270897 w 1538815"/>
              <a:gd name="connsiteY1051" fmla="*/ 663431 h 1235602"/>
              <a:gd name="connsiteX1052" fmla="*/ 1261467 w 1538815"/>
              <a:gd name="connsiteY1052" fmla="*/ 660859 h 1235602"/>
              <a:gd name="connsiteX1053" fmla="*/ 1233464 w 1538815"/>
              <a:gd name="connsiteY1053" fmla="*/ 629427 h 1235602"/>
              <a:gd name="connsiteX1054" fmla="*/ 1240893 w 1538815"/>
              <a:gd name="connsiteY1054" fmla="*/ 600471 h 1235602"/>
              <a:gd name="connsiteX1055" fmla="*/ 1253562 w 1538815"/>
              <a:gd name="connsiteY1055" fmla="*/ 587422 h 1235602"/>
              <a:gd name="connsiteX1056" fmla="*/ 1277660 w 1538815"/>
              <a:gd name="connsiteY1056" fmla="*/ 577325 h 1235602"/>
              <a:gd name="connsiteX1057" fmla="*/ 1300043 w 1538815"/>
              <a:gd name="connsiteY1057" fmla="*/ 577039 h 1235602"/>
              <a:gd name="connsiteX1058" fmla="*/ 1325380 w 1538815"/>
              <a:gd name="connsiteY1058" fmla="*/ 590089 h 1235602"/>
              <a:gd name="connsiteX1059" fmla="*/ 1328142 w 1538815"/>
              <a:gd name="connsiteY1059" fmla="*/ 599328 h 1235602"/>
              <a:gd name="connsiteX1060" fmla="*/ 888563 w 1538815"/>
              <a:gd name="connsiteY1060" fmla="*/ 356250 h 1235602"/>
              <a:gd name="connsiteX1061" fmla="*/ 891230 w 1538815"/>
              <a:gd name="connsiteY1061" fmla="*/ 371299 h 1235602"/>
              <a:gd name="connsiteX1062" fmla="*/ 890087 w 1538815"/>
              <a:gd name="connsiteY1062" fmla="*/ 378253 h 1235602"/>
              <a:gd name="connsiteX1063" fmla="*/ 876943 w 1538815"/>
              <a:gd name="connsiteY1063" fmla="*/ 440165 h 1235602"/>
              <a:gd name="connsiteX1064" fmla="*/ 875038 w 1538815"/>
              <a:gd name="connsiteY1064" fmla="*/ 455500 h 1235602"/>
              <a:gd name="connsiteX1065" fmla="*/ 868275 w 1538815"/>
              <a:gd name="connsiteY1065" fmla="*/ 515603 h 1235602"/>
              <a:gd name="connsiteX1066" fmla="*/ 862751 w 1538815"/>
              <a:gd name="connsiteY1066" fmla="*/ 560180 h 1235602"/>
              <a:gd name="connsiteX1067" fmla="*/ 860655 w 1538815"/>
              <a:gd name="connsiteY1067" fmla="*/ 576182 h 1235602"/>
              <a:gd name="connsiteX1068" fmla="*/ 853702 w 1538815"/>
              <a:gd name="connsiteY1068" fmla="*/ 577516 h 1235602"/>
              <a:gd name="connsiteX1069" fmla="*/ 851130 w 1538815"/>
              <a:gd name="connsiteY1069" fmla="*/ 574468 h 1235602"/>
              <a:gd name="connsiteX1070" fmla="*/ 851130 w 1538815"/>
              <a:gd name="connsiteY1070" fmla="*/ 570277 h 1235602"/>
              <a:gd name="connsiteX1071" fmla="*/ 856940 w 1538815"/>
              <a:gd name="connsiteY1071" fmla="*/ 528462 h 1235602"/>
              <a:gd name="connsiteX1072" fmla="*/ 863417 w 1538815"/>
              <a:gd name="connsiteY1072" fmla="*/ 485314 h 1235602"/>
              <a:gd name="connsiteX1073" fmla="*/ 864656 w 1538815"/>
              <a:gd name="connsiteY1073" fmla="*/ 465692 h 1235602"/>
              <a:gd name="connsiteX1074" fmla="*/ 880372 w 1538815"/>
              <a:gd name="connsiteY1074" fmla="*/ 378538 h 1235602"/>
              <a:gd name="connsiteX1075" fmla="*/ 885230 w 1538815"/>
              <a:gd name="connsiteY1075" fmla="*/ 361012 h 1235602"/>
              <a:gd name="connsiteX1076" fmla="*/ 888659 w 1538815"/>
              <a:gd name="connsiteY1076" fmla="*/ 356345 h 1235602"/>
              <a:gd name="connsiteX1077" fmla="*/ 664535 w 1538815"/>
              <a:gd name="connsiteY1077" fmla="*/ 350249 h 1235602"/>
              <a:gd name="connsiteX1078" fmla="*/ 663869 w 1538815"/>
              <a:gd name="connsiteY1078" fmla="*/ 353011 h 1235602"/>
              <a:gd name="connsiteX1079" fmla="*/ 657963 w 1538815"/>
              <a:gd name="connsiteY1079" fmla="*/ 368632 h 1235602"/>
              <a:gd name="connsiteX1080" fmla="*/ 656915 w 1538815"/>
              <a:gd name="connsiteY1080" fmla="*/ 435974 h 1235602"/>
              <a:gd name="connsiteX1081" fmla="*/ 655201 w 1538815"/>
              <a:gd name="connsiteY1081" fmla="*/ 473788 h 1235602"/>
              <a:gd name="connsiteX1082" fmla="*/ 655106 w 1538815"/>
              <a:gd name="connsiteY1082" fmla="*/ 483599 h 1235602"/>
              <a:gd name="connsiteX1083" fmla="*/ 651391 w 1538815"/>
              <a:gd name="connsiteY1083" fmla="*/ 535320 h 1235602"/>
              <a:gd name="connsiteX1084" fmla="*/ 651105 w 1538815"/>
              <a:gd name="connsiteY1084" fmla="*/ 538082 h 1235602"/>
              <a:gd name="connsiteX1085" fmla="*/ 647676 w 1538815"/>
              <a:gd name="connsiteY1085" fmla="*/ 575515 h 1235602"/>
              <a:gd name="connsiteX1086" fmla="*/ 647390 w 1538815"/>
              <a:gd name="connsiteY1086" fmla="*/ 579611 h 1235602"/>
              <a:gd name="connsiteX1087" fmla="*/ 644152 w 1538815"/>
              <a:gd name="connsiteY1087" fmla="*/ 581707 h 1235602"/>
              <a:gd name="connsiteX1088" fmla="*/ 640723 w 1538815"/>
              <a:gd name="connsiteY1088" fmla="*/ 580183 h 1235602"/>
              <a:gd name="connsiteX1089" fmla="*/ 639675 w 1538815"/>
              <a:gd name="connsiteY1089" fmla="*/ 571991 h 1235602"/>
              <a:gd name="connsiteX1090" fmla="*/ 640342 w 1538815"/>
              <a:gd name="connsiteY1090" fmla="*/ 550941 h 1235602"/>
              <a:gd name="connsiteX1091" fmla="*/ 641961 w 1538815"/>
              <a:gd name="connsiteY1091" fmla="*/ 527224 h 1235602"/>
              <a:gd name="connsiteX1092" fmla="*/ 643009 w 1538815"/>
              <a:gd name="connsiteY1092" fmla="*/ 502078 h 1235602"/>
              <a:gd name="connsiteX1093" fmla="*/ 643676 w 1538815"/>
              <a:gd name="connsiteY1093" fmla="*/ 495315 h 1235602"/>
              <a:gd name="connsiteX1094" fmla="*/ 646819 w 1538815"/>
              <a:gd name="connsiteY1094" fmla="*/ 480361 h 1235602"/>
              <a:gd name="connsiteX1095" fmla="*/ 647676 w 1538815"/>
              <a:gd name="connsiteY1095" fmla="*/ 457882 h 1235602"/>
              <a:gd name="connsiteX1096" fmla="*/ 649295 w 1538815"/>
              <a:gd name="connsiteY1096" fmla="*/ 387682 h 1235602"/>
              <a:gd name="connsiteX1097" fmla="*/ 650629 w 1538815"/>
              <a:gd name="connsiteY1097" fmla="*/ 376538 h 1235602"/>
              <a:gd name="connsiteX1098" fmla="*/ 652248 w 1538815"/>
              <a:gd name="connsiteY1098" fmla="*/ 356059 h 1235602"/>
              <a:gd name="connsiteX1099" fmla="*/ 659106 w 1538815"/>
              <a:gd name="connsiteY1099" fmla="*/ 347296 h 1235602"/>
              <a:gd name="connsiteX1100" fmla="*/ 664726 w 1538815"/>
              <a:gd name="connsiteY1100" fmla="*/ 350440 h 1235602"/>
              <a:gd name="connsiteX1101" fmla="*/ 664726 w 1538815"/>
              <a:gd name="connsiteY1101" fmla="*/ 349963 h 1235602"/>
              <a:gd name="connsiteX1102" fmla="*/ 788837 w 1538815"/>
              <a:gd name="connsiteY1102" fmla="*/ 602281 h 1235602"/>
              <a:gd name="connsiteX1103" fmla="*/ 775216 w 1538815"/>
              <a:gd name="connsiteY1103" fmla="*/ 610091 h 1235602"/>
              <a:gd name="connsiteX1104" fmla="*/ 774644 w 1538815"/>
              <a:gd name="connsiteY1104" fmla="*/ 591041 h 1235602"/>
              <a:gd name="connsiteX1105" fmla="*/ 778740 w 1538815"/>
              <a:gd name="connsiteY1105" fmla="*/ 563228 h 1235602"/>
              <a:gd name="connsiteX1106" fmla="*/ 780550 w 1538815"/>
              <a:gd name="connsiteY1106" fmla="*/ 545988 h 1235602"/>
              <a:gd name="connsiteX1107" fmla="*/ 736544 w 1538815"/>
              <a:gd name="connsiteY1107" fmla="*/ 549036 h 1235602"/>
              <a:gd name="connsiteX1108" fmla="*/ 721781 w 1538815"/>
              <a:gd name="connsiteY1108" fmla="*/ 555608 h 1235602"/>
              <a:gd name="connsiteX1109" fmla="*/ 716256 w 1538815"/>
              <a:gd name="connsiteY1109" fmla="*/ 536844 h 1235602"/>
              <a:gd name="connsiteX1110" fmla="*/ 723876 w 1538815"/>
              <a:gd name="connsiteY1110" fmla="*/ 538082 h 1235602"/>
              <a:gd name="connsiteX1111" fmla="*/ 737497 w 1538815"/>
              <a:gd name="connsiteY1111" fmla="*/ 539606 h 1235602"/>
              <a:gd name="connsiteX1112" fmla="*/ 761214 w 1538815"/>
              <a:gd name="connsiteY1112" fmla="*/ 538368 h 1235602"/>
              <a:gd name="connsiteX1113" fmla="*/ 783503 w 1538815"/>
              <a:gd name="connsiteY1113" fmla="*/ 536558 h 1235602"/>
              <a:gd name="connsiteX1114" fmla="*/ 793313 w 1538815"/>
              <a:gd name="connsiteY1114" fmla="*/ 539797 h 1235602"/>
              <a:gd name="connsiteX1115" fmla="*/ 787694 w 1538815"/>
              <a:gd name="connsiteY1115" fmla="*/ 590851 h 1235602"/>
              <a:gd name="connsiteX1116" fmla="*/ 805505 w 1538815"/>
              <a:gd name="connsiteY1116" fmla="*/ 589041 h 1235602"/>
              <a:gd name="connsiteX1117" fmla="*/ 822269 w 1538815"/>
              <a:gd name="connsiteY1117" fmla="*/ 588184 h 1235602"/>
              <a:gd name="connsiteX1118" fmla="*/ 831699 w 1538815"/>
              <a:gd name="connsiteY1118" fmla="*/ 589803 h 1235602"/>
              <a:gd name="connsiteX1119" fmla="*/ 833509 w 1538815"/>
              <a:gd name="connsiteY1119" fmla="*/ 593137 h 1235602"/>
              <a:gd name="connsiteX1120" fmla="*/ 831318 w 1538815"/>
              <a:gd name="connsiteY1120" fmla="*/ 596280 h 1235602"/>
              <a:gd name="connsiteX1121" fmla="*/ 825889 w 1538815"/>
              <a:gd name="connsiteY1121" fmla="*/ 597232 h 1235602"/>
              <a:gd name="connsiteX1122" fmla="*/ 805220 w 1538815"/>
              <a:gd name="connsiteY1122" fmla="*/ 599233 h 1235602"/>
              <a:gd name="connsiteX1123" fmla="*/ 788741 w 1538815"/>
              <a:gd name="connsiteY1123" fmla="*/ 602281 h 1235602"/>
              <a:gd name="connsiteX1124" fmla="*/ 345448 w 1538815"/>
              <a:gd name="connsiteY1124" fmla="*/ 332152 h 1235602"/>
              <a:gd name="connsiteX1125" fmla="*/ 351544 w 1538815"/>
              <a:gd name="connsiteY1125" fmla="*/ 329008 h 1235602"/>
              <a:gd name="connsiteX1126" fmla="*/ 364117 w 1538815"/>
              <a:gd name="connsiteY1126" fmla="*/ 327961 h 1235602"/>
              <a:gd name="connsiteX1127" fmla="*/ 457938 w 1538815"/>
              <a:gd name="connsiteY1127" fmla="*/ 329675 h 1235602"/>
              <a:gd name="connsiteX1128" fmla="*/ 484608 w 1538815"/>
              <a:gd name="connsiteY1128" fmla="*/ 330723 h 1235602"/>
              <a:gd name="connsiteX1129" fmla="*/ 514898 w 1538815"/>
              <a:gd name="connsiteY1129" fmla="*/ 336819 h 1235602"/>
              <a:gd name="connsiteX1130" fmla="*/ 516136 w 1538815"/>
              <a:gd name="connsiteY1130" fmla="*/ 340534 h 1235602"/>
              <a:gd name="connsiteX1131" fmla="*/ 514517 w 1538815"/>
              <a:gd name="connsiteY1131" fmla="*/ 346915 h 1235602"/>
              <a:gd name="connsiteX1132" fmla="*/ 506897 w 1538815"/>
              <a:gd name="connsiteY1132" fmla="*/ 345963 h 1235602"/>
              <a:gd name="connsiteX1133" fmla="*/ 488894 w 1538815"/>
              <a:gd name="connsiteY1133" fmla="*/ 339581 h 1235602"/>
              <a:gd name="connsiteX1134" fmla="*/ 418886 w 1538815"/>
              <a:gd name="connsiteY1134" fmla="*/ 337295 h 1235602"/>
              <a:gd name="connsiteX1135" fmla="*/ 358592 w 1538815"/>
              <a:gd name="connsiteY1135" fmla="*/ 337962 h 1235602"/>
              <a:gd name="connsiteX1136" fmla="*/ 345448 w 1538815"/>
              <a:gd name="connsiteY1136" fmla="*/ 331580 h 1235602"/>
              <a:gd name="connsiteX1137" fmla="*/ 345448 w 1538815"/>
              <a:gd name="connsiteY1137" fmla="*/ 332152 h 1235602"/>
              <a:gd name="connsiteX1138" fmla="*/ 459938 w 1538815"/>
              <a:gd name="connsiteY1138" fmla="*/ 512555 h 1235602"/>
              <a:gd name="connsiteX1139" fmla="*/ 426410 w 1538815"/>
              <a:gd name="connsiteY1139" fmla="*/ 513508 h 1235602"/>
              <a:gd name="connsiteX1140" fmla="*/ 395073 w 1538815"/>
              <a:gd name="connsiteY1140" fmla="*/ 515508 h 1235602"/>
              <a:gd name="connsiteX1141" fmla="*/ 396788 w 1538815"/>
              <a:gd name="connsiteY1141" fmla="*/ 512650 h 1235602"/>
              <a:gd name="connsiteX1142" fmla="*/ 401550 w 1538815"/>
              <a:gd name="connsiteY1142" fmla="*/ 505411 h 1235602"/>
              <a:gd name="connsiteX1143" fmla="*/ 430220 w 1538815"/>
              <a:gd name="connsiteY1143" fmla="*/ 504745 h 1235602"/>
              <a:gd name="connsiteX1144" fmla="*/ 444222 w 1538815"/>
              <a:gd name="connsiteY1144" fmla="*/ 504649 h 1235602"/>
              <a:gd name="connsiteX1145" fmla="*/ 466034 w 1538815"/>
              <a:gd name="connsiteY1145" fmla="*/ 500458 h 1235602"/>
              <a:gd name="connsiteX1146" fmla="*/ 480893 w 1538815"/>
              <a:gd name="connsiteY1146" fmla="*/ 497125 h 1235602"/>
              <a:gd name="connsiteX1147" fmla="*/ 483846 w 1538815"/>
              <a:gd name="connsiteY1147" fmla="*/ 499411 h 1235602"/>
              <a:gd name="connsiteX1148" fmla="*/ 482417 w 1538815"/>
              <a:gd name="connsiteY1148" fmla="*/ 502840 h 1235602"/>
              <a:gd name="connsiteX1149" fmla="*/ 471083 w 1538815"/>
              <a:gd name="connsiteY1149" fmla="*/ 524080 h 1235602"/>
              <a:gd name="connsiteX1150" fmla="*/ 471464 w 1538815"/>
              <a:gd name="connsiteY1150" fmla="*/ 536749 h 1235602"/>
              <a:gd name="connsiteX1151" fmla="*/ 471845 w 1538815"/>
              <a:gd name="connsiteY1151" fmla="*/ 573229 h 1235602"/>
              <a:gd name="connsiteX1152" fmla="*/ 470416 w 1538815"/>
              <a:gd name="connsiteY1152" fmla="*/ 578563 h 1235602"/>
              <a:gd name="connsiteX1153" fmla="*/ 467177 w 1538815"/>
              <a:gd name="connsiteY1153" fmla="*/ 580659 h 1235602"/>
              <a:gd name="connsiteX1154" fmla="*/ 463653 w 1538815"/>
              <a:gd name="connsiteY1154" fmla="*/ 579040 h 1235602"/>
              <a:gd name="connsiteX1155" fmla="*/ 461462 w 1538815"/>
              <a:gd name="connsiteY1155" fmla="*/ 568372 h 1235602"/>
              <a:gd name="connsiteX1156" fmla="*/ 461177 w 1538815"/>
              <a:gd name="connsiteY1156" fmla="*/ 539130 h 1235602"/>
              <a:gd name="connsiteX1157" fmla="*/ 459843 w 1538815"/>
              <a:gd name="connsiteY1157" fmla="*/ 512650 h 1235602"/>
              <a:gd name="connsiteX1158" fmla="*/ 1001911 w 1538815"/>
              <a:gd name="connsiteY1158" fmla="*/ 382539 h 1235602"/>
              <a:gd name="connsiteX1159" fmla="*/ 1031153 w 1538815"/>
              <a:gd name="connsiteY1159" fmla="*/ 380920 h 1235602"/>
              <a:gd name="connsiteX1160" fmla="*/ 1098113 w 1538815"/>
              <a:gd name="connsiteY1160" fmla="*/ 386539 h 1235602"/>
              <a:gd name="connsiteX1161" fmla="*/ 1144215 w 1538815"/>
              <a:gd name="connsiteY1161" fmla="*/ 389778 h 1235602"/>
              <a:gd name="connsiteX1162" fmla="*/ 1158121 w 1538815"/>
              <a:gd name="connsiteY1162" fmla="*/ 388635 h 1235602"/>
              <a:gd name="connsiteX1163" fmla="*/ 1163455 w 1538815"/>
              <a:gd name="connsiteY1163" fmla="*/ 389778 h 1235602"/>
              <a:gd name="connsiteX1164" fmla="*/ 1165360 w 1538815"/>
              <a:gd name="connsiteY1164" fmla="*/ 393112 h 1235602"/>
              <a:gd name="connsiteX1165" fmla="*/ 1164312 w 1538815"/>
              <a:gd name="connsiteY1165" fmla="*/ 395493 h 1235602"/>
              <a:gd name="connsiteX1166" fmla="*/ 1152596 w 1538815"/>
              <a:gd name="connsiteY1166" fmla="*/ 399779 h 1235602"/>
              <a:gd name="connsiteX1167" fmla="*/ 1149644 w 1538815"/>
              <a:gd name="connsiteY1167" fmla="*/ 404161 h 1235602"/>
              <a:gd name="connsiteX1168" fmla="*/ 1150120 w 1538815"/>
              <a:gd name="connsiteY1168" fmla="*/ 404161 h 1235602"/>
              <a:gd name="connsiteX1169" fmla="*/ 1136880 w 1538815"/>
              <a:gd name="connsiteY1169" fmla="*/ 398636 h 1235602"/>
              <a:gd name="connsiteX1170" fmla="*/ 1125736 w 1538815"/>
              <a:gd name="connsiteY1170" fmla="*/ 398255 h 1235602"/>
              <a:gd name="connsiteX1171" fmla="*/ 1064490 w 1538815"/>
              <a:gd name="connsiteY1171" fmla="*/ 391969 h 1235602"/>
              <a:gd name="connsiteX1172" fmla="*/ 1010007 w 1538815"/>
              <a:gd name="connsiteY1172" fmla="*/ 389206 h 1235602"/>
              <a:gd name="connsiteX1173" fmla="*/ 1004387 w 1538815"/>
              <a:gd name="connsiteY1173" fmla="*/ 388635 h 1235602"/>
              <a:gd name="connsiteX1174" fmla="*/ 1001720 w 1538815"/>
              <a:gd name="connsiteY1174" fmla="*/ 381967 h 1235602"/>
              <a:gd name="connsiteX1175" fmla="*/ 1001720 w 1538815"/>
              <a:gd name="connsiteY1175" fmla="*/ 382539 h 1235602"/>
              <a:gd name="connsiteX1176" fmla="*/ 1041630 w 1538815"/>
              <a:gd name="connsiteY1176" fmla="*/ 490171 h 1235602"/>
              <a:gd name="connsiteX1177" fmla="*/ 1052013 w 1538815"/>
              <a:gd name="connsiteY1177" fmla="*/ 490171 h 1235602"/>
              <a:gd name="connsiteX1178" fmla="*/ 1061633 w 1538815"/>
              <a:gd name="connsiteY1178" fmla="*/ 491600 h 1235602"/>
              <a:gd name="connsiteX1179" fmla="*/ 1078206 w 1538815"/>
              <a:gd name="connsiteY1179" fmla="*/ 481313 h 1235602"/>
              <a:gd name="connsiteX1180" fmla="*/ 1078968 w 1538815"/>
              <a:gd name="connsiteY1180" fmla="*/ 477503 h 1235602"/>
              <a:gd name="connsiteX1181" fmla="*/ 1063442 w 1538815"/>
              <a:gd name="connsiteY1181" fmla="*/ 462835 h 1235602"/>
              <a:gd name="connsiteX1182" fmla="*/ 1061823 w 1538815"/>
              <a:gd name="connsiteY1182" fmla="*/ 460549 h 1235602"/>
              <a:gd name="connsiteX1183" fmla="*/ 1056775 w 1538815"/>
              <a:gd name="connsiteY1183" fmla="*/ 460168 h 1235602"/>
              <a:gd name="connsiteX1184" fmla="*/ 1052298 w 1538815"/>
              <a:gd name="connsiteY1184" fmla="*/ 465311 h 1235602"/>
              <a:gd name="connsiteX1185" fmla="*/ 1041630 w 1538815"/>
              <a:gd name="connsiteY1185" fmla="*/ 486361 h 1235602"/>
              <a:gd name="connsiteX1186" fmla="*/ 1041630 w 1538815"/>
              <a:gd name="connsiteY1186" fmla="*/ 490076 h 1235602"/>
              <a:gd name="connsiteX1187" fmla="*/ 1058680 w 1538815"/>
              <a:gd name="connsiteY1187" fmla="*/ 439022 h 1235602"/>
              <a:gd name="connsiteX1188" fmla="*/ 1061823 w 1538815"/>
              <a:gd name="connsiteY1188" fmla="*/ 445309 h 1235602"/>
              <a:gd name="connsiteX1189" fmla="*/ 1078397 w 1538815"/>
              <a:gd name="connsiteY1189" fmla="*/ 466930 h 1235602"/>
              <a:gd name="connsiteX1190" fmla="*/ 1084398 w 1538815"/>
              <a:gd name="connsiteY1190" fmla="*/ 474360 h 1235602"/>
              <a:gd name="connsiteX1191" fmla="*/ 1084398 w 1538815"/>
              <a:gd name="connsiteY1191" fmla="*/ 479599 h 1235602"/>
              <a:gd name="connsiteX1192" fmla="*/ 1082683 w 1538815"/>
              <a:gd name="connsiteY1192" fmla="*/ 489981 h 1235602"/>
              <a:gd name="connsiteX1193" fmla="*/ 1082492 w 1538815"/>
              <a:gd name="connsiteY1193" fmla="*/ 496839 h 1235602"/>
              <a:gd name="connsiteX1194" fmla="*/ 1075539 w 1538815"/>
              <a:gd name="connsiteY1194" fmla="*/ 502554 h 1235602"/>
              <a:gd name="connsiteX1195" fmla="*/ 1070015 w 1538815"/>
              <a:gd name="connsiteY1195" fmla="*/ 501887 h 1235602"/>
              <a:gd name="connsiteX1196" fmla="*/ 1036772 w 1538815"/>
              <a:gd name="connsiteY1196" fmla="*/ 498744 h 1235602"/>
              <a:gd name="connsiteX1197" fmla="*/ 1034010 w 1538815"/>
              <a:gd name="connsiteY1197" fmla="*/ 498363 h 1235602"/>
              <a:gd name="connsiteX1198" fmla="*/ 1029914 w 1538815"/>
              <a:gd name="connsiteY1198" fmla="*/ 490648 h 1235602"/>
              <a:gd name="connsiteX1199" fmla="*/ 1039630 w 1538815"/>
              <a:gd name="connsiteY1199" fmla="*/ 472074 h 1235602"/>
              <a:gd name="connsiteX1200" fmla="*/ 1048869 w 1538815"/>
              <a:gd name="connsiteY1200" fmla="*/ 450357 h 1235602"/>
              <a:gd name="connsiteX1201" fmla="*/ 1058775 w 1538815"/>
              <a:gd name="connsiteY1201" fmla="*/ 438832 h 1235602"/>
              <a:gd name="connsiteX1202" fmla="*/ 454890 w 1538815"/>
              <a:gd name="connsiteY1202" fmla="*/ 434641 h 1235602"/>
              <a:gd name="connsiteX1203" fmla="*/ 450985 w 1538815"/>
              <a:gd name="connsiteY1203" fmla="*/ 438355 h 1235602"/>
              <a:gd name="connsiteX1204" fmla="*/ 456128 w 1538815"/>
              <a:gd name="connsiteY1204" fmla="*/ 449404 h 1235602"/>
              <a:gd name="connsiteX1205" fmla="*/ 453461 w 1538815"/>
              <a:gd name="connsiteY1205" fmla="*/ 462073 h 1235602"/>
              <a:gd name="connsiteX1206" fmla="*/ 448508 w 1538815"/>
              <a:gd name="connsiteY1206" fmla="*/ 461406 h 1235602"/>
              <a:gd name="connsiteX1207" fmla="*/ 426982 w 1538815"/>
              <a:gd name="connsiteY1207" fmla="*/ 457501 h 1235602"/>
              <a:gd name="connsiteX1208" fmla="*/ 407456 w 1538815"/>
              <a:gd name="connsiteY1208" fmla="*/ 458167 h 1235602"/>
              <a:gd name="connsiteX1209" fmla="*/ 397073 w 1538815"/>
              <a:gd name="connsiteY1209" fmla="*/ 444928 h 1235602"/>
              <a:gd name="connsiteX1210" fmla="*/ 398978 w 1538815"/>
              <a:gd name="connsiteY1210" fmla="*/ 438165 h 1235602"/>
              <a:gd name="connsiteX1211" fmla="*/ 411932 w 1538815"/>
              <a:gd name="connsiteY1211" fmla="*/ 405685 h 1235602"/>
              <a:gd name="connsiteX1212" fmla="*/ 416123 w 1538815"/>
              <a:gd name="connsiteY1212" fmla="*/ 402637 h 1235602"/>
              <a:gd name="connsiteX1213" fmla="*/ 423648 w 1538815"/>
              <a:gd name="connsiteY1213" fmla="*/ 405018 h 1235602"/>
              <a:gd name="connsiteX1214" fmla="*/ 423458 w 1538815"/>
              <a:gd name="connsiteY1214" fmla="*/ 407494 h 1235602"/>
              <a:gd name="connsiteX1215" fmla="*/ 416314 w 1538815"/>
              <a:gd name="connsiteY1215" fmla="*/ 412638 h 1235602"/>
              <a:gd name="connsiteX1216" fmla="*/ 413552 w 1538815"/>
              <a:gd name="connsiteY1216" fmla="*/ 430069 h 1235602"/>
              <a:gd name="connsiteX1217" fmla="*/ 404408 w 1538815"/>
              <a:gd name="connsiteY1217" fmla="*/ 446833 h 1235602"/>
              <a:gd name="connsiteX1218" fmla="*/ 444698 w 1538815"/>
              <a:gd name="connsiteY1218" fmla="*/ 447976 h 1235602"/>
              <a:gd name="connsiteX1219" fmla="*/ 447746 w 1538815"/>
              <a:gd name="connsiteY1219" fmla="*/ 423973 h 1235602"/>
              <a:gd name="connsiteX1220" fmla="*/ 450985 w 1538815"/>
              <a:gd name="connsiteY1220" fmla="*/ 406637 h 1235602"/>
              <a:gd name="connsiteX1221" fmla="*/ 451556 w 1538815"/>
              <a:gd name="connsiteY1221" fmla="*/ 401208 h 1235602"/>
              <a:gd name="connsiteX1222" fmla="*/ 454700 w 1538815"/>
              <a:gd name="connsiteY1222" fmla="*/ 405018 h 1235602"/>
              <a:gd name="connsiteX1223" fmla="*/ 455176 w 1538815"/>
              <a:gd name="connsiteY1223" fmla="*/ 420448 h 1235602"/>
              <a:gd name="connsiteX1224" fmla="*/ 454985 w 1538815"/>
              <a:gd name="connsiteY1224" fmla="*/ 434450 h 1235602"/>
              <a:gd name="connsiteX1225" fmla="*/ 392597 w 1538815"/>
              <a:gd name="connsiteY1225" fmla="*/ 525795 h 1235602"/>
              <a:gd name="connsiteX1226" fmla="*/ 384215 w 1538815"/>
              <a:gd name="connsiteY1226" fmla="*/ 540273 h 1235602"/>
              <a:gd name="connsiteX1227" fmla="*/ 380500 w 1538815"/>
              <a:gd name="connsiteY1227" fmla="*/ 550750 h 1235602"/>
              <a:gd name="connsiteX1228" fmla="*/ 378309 w 1538815"/>
              <a:gd name="connsiteY1228" fmla="*/ 569419 h 1235602"/>
              <a:gd name="connsiteX1229" fmla="*/ 365069 w 1538815"/>
              <a:gd name="connsiteY1229" fmla="*/ 583897 h 1235602"/>
              <a:gd name="connsiteX1230" fmla="*/ 353354 w 1538815"/>
              <a:gd name="connsiteY1230" fmla="*/ 576658 h 1235602"/>
              <a:gd name="connsiteX1231" fmla="*/ 359354 w 1538815"/>
              <a:gd name="connsiteY1231" fmla="*/ 573420 h 1235602"/>
              <a:gd name="connsiteX1232" fmla="*/ 362974 w 1538815"/>
              <a:gd name="connsiteY1232" fmla="*/ 569610 h 1235602"/>
              <a:gd name="connsiteX1233" fmla="*/ 368594 w 1538815"/>
              <a:gd name="connsiteY1233" fmla="*/ 552941 h 1235602"/>
              <a:gd name="connsiteX1234" fmla="*/ 374594 w 1538815"/>
              <a:gd name="connsiteY1234" fmla="*/ 537320 h 1235602"/>
              <a:gd name="connsiteX1235" fmla="*/ 379643 w 1538815"/>
              <a:gd name="connsiteY1235" fmla="*/ 504745 h 1235602"/>
              <a:gd name="connsiteX1236" fmla="*/ 380024 w 1538815"/>
              <a:gd name="connsiteY1236" fmla="*/ 495124 h 1235602"/>
              <a:gd name="connsiteX1237" fmla="*/ 386215 w 1538815"/>
              <a:gd name="connsiteY1237" fmla="*/ 490457 h 1235602"/>
              <a:gd name="connsiteX1238" fmla="*/ 392216 w 1538815"/>
              <a:gd name="connsiteY1238" fmla="*/ 496934 h 1235602"/>
              <a:gd name="connsiteX1239" fmla="*/ 391168 w 1538815"/>
              <a:gd name="connsiteY1239" fmla="*/ 509507 h 1235602"/>
              <a:gd name="connsiteX1240" fmla="*/ 392597 w 1538815"/>
              <a:gd name="connsiteY1240" fmla="*/ 525890 h 1235602"/>
              <a:gd name="connsiteX1241" fmla="*/ 546044 w 1538815"/>
              <a:gd name="connsiteY1241" fmla="*/ 595994 h 1235602"/>
              <a:gd name="connsiteX1242" fmla="*/ 534519 w 1538815"/>
              <a:gd name="connsiteY1242" fmla="*/ 599328 h 1235602"/>
              <a:gd name="connsiteX1243" fmla="*/ 493085 w 1538815"/>
              <a:gd name="connsiteY1243" fmla="*/ 596089 h 1235602"/>
              <a:gd name="connsiteX1244" fmla="*/ 471273 w 1538815"/>
              <a:gd name="connsiteY1244" fmla="*/ 593613 h 1235602"/>
              <a:gd name="connsiteX1245" fmla="*/ 464796 w 1538815"/>
              <a:gd name="connsiteY1245" fmla="*/ 594756 h 1235602"/>
              <a:gd name="connsiteX1246" fmla="*/ 454128 w 1538815"/>
              <a:gd name="connsiteY1246" fmla="*/ 593327 h 1235602"/>
              <a:gd name="connsiteX1247" fmla="*/ 451842 w 1538815"/>
              <a:gd name="connsiteY1247" fmla="*/ 588660 h 1235602"/>
              <a:gd name="connsiteX1248" fmla="*/ 454128 w 1538815"/>
              <a:gd name="connsiteY1248" fmla="*/ 585517 h 1235602"/>
              <a:gd name="connsiteX1249" fmla="*/ 463463 w 1538815"/>
              <a:gd name="connsiteY1249" fmla="*/ 583993 h 1235602"/>
              <a:gd name="connsiteX1250" fmla="*/ 491085 w 1538815"/>
              <a:gd name="connsiteY1250" fmla="*/ 586279 h 1235602"/>
              <a:gd name="connsiteX1251" fmla="*/ 514898 w 1538815"/>
              <a:gd name="connsiteY1251" fmla="*/ 585136 h 1235602"/>
              <a:gd name="connsiteX1252" fmla="*/ 543854 w 1538815"/>
              <a:gd name="connsiteY1252" fmla="*/ 589136 h 1235602"/>
              <a:gd name="connsiteX1253" fmla="*/ 545949 w 1538815"/>
              <a:gd name="connsiteY1253" fmla="*/ 595994 h 1235602"/>
              <a:gd name="connsiteX1254" fmla="*/ 662630 w 1538815"/>
              <a:gd name="connsiteY1254" fmla="*/ 598090 h 1235602"/>
              <a:gd name="connsiteX1255" fmla="*/ 664726 w 1538815"/>
              <a:gd name="connsiteY1255" fmla="*/ 596280 h 1235602"/>
              <a:gd name="connsiteX1256" fmla="*/ 699111 w 1538815"/>
              <a:gd name="connsiteY1256" fmla="*/ 590565 h 1235602"/>
              <a:gd name="connsiteX1257" fmla="*/ 715208 w 1538815"/>
              <a:gd name="connsiteY1257" fmla="*/ 589612 h 1235602"/>
              <a:gd name="connsiteX1258" fmla="*/ 719114 w 1538815"/>
              <a:gd name="connsiteY1258" fmla="*/ 578849 h 1235602"/>
              <a:gd name="connsiteX1259" fmla="*/ 719590 w 1538815"/>
              <a:gd name="connsiteY1259" fmla="*/ 567610 h 1235602"/>
              <a:gd name="connsiteX1260" fmla="*/ 721781 w 1538815"/>
              <a:gd name="connsiteY1260" fmla="*/ 562561 h 1235602"/>
              <a:gd name="connsiteX1261" fmla="*/ 725495 w 1538815"/>
              <a:gd name="connsiteY1261" fmla="*/ 561323 h 1235602"/>
              <a:gd name="connsiteX1262" fmla="*/ 727305 w 1538815"/>
              <a:gd name="connsiteY1262" fmla="*/ 563133 h 1235602"/>
              <a:gd name="connsiteX1263" fmla="*/ 728353 w 1538815"/>
              <a:gd name="connsiteY1263" fmla="*/ 571515 h 1235602"/>
              <a:gd name="connsiteX1264" fmla="*/ 729305 w 1538815"/>
              <a:gd name="connsiteY1264" fmla="*/ 596756 h 1235602"/>
              <a:gd name="connsiteX1265" fmla="*/ 722924 w 1538815"/>
              <a:gd name="connsiteY1265" fmla="*/ 602376 h 1235602"/>
              <a:gd name="connsiteX1266" fmla="*/ 720161 w 1538815"/>
              <a:gd name="connsiteY1266" fmla="*/ 601900 h 1235602"/>
              <a:gd name="connsiteX1267" fmla="*/ 696825 w 1538815"/>
              <a:gd name="connsiteY1267" fmla="*/ 600280 h 1235602"/>
              <a:gd name="connsiteX1268" fmla="*/ 677394 w 1538815"/>
              <a:gd name="connsiteY1268" fmla="*/ 602852 h 1235602"/>
              <a:gd name="connsiteX1269" fmla="*/ 662726 w 1538815"/>
              <a:gd name="connsiteY1269" fmla="*/ 597518 h 1235602"/>
              <a:gd name="connsiteX1270" fmla="*/ 662726 w 1538815"/>
              <a:gd name="connsiteY1270" fmla="*/ 597994 h 1235602"/>
              <a:gd name="connsiteX1271" fmla="*/ 448318 w 1538815"/>
              <a:gd name="connsiteY1271" fmla="*/ 396731 h 1235602"/>
              <a:gd name="connsiteX1272" fmla="*/ 445556 w 1538815"/>
              <a:gd name="connsiteY1272" fmla="*/ 404351 h 1235602"/>
              <a:gd name="connsiteX1273" fmla="*/ 442793 w 1538815"/>
              <a:gd name="connsiteY1273" fmla="*/ 404923 h 1235602"/>
              <a:gd name="connsiteX1274" fmla="*/ 424220 w 1538815"/>
              <a:gd name="connsiteY1274" fmla="*/ 400732 h 1235602"/>
              <a:gd name="connsiteX1275" fmla="*/ 422696 w 1538815"/>
              <a:gd name="connsiteY1275" fmla="*/ 395398 h 1235602"/>
              <a:gd name="connsiteX1276" fmla="*/ 427172 w 1538815"/>
              <a:gd name="connsiteY1276" fmla="*/ 391302 h 1235602"/>
              <a:gd name="connsiteX1277" fmla="*/ 448318 w 1538815"/>
              <a:gd name="connsiteY1277" fmla="*/ 396731 h 1235602"/>
              <a:gd name="connsiteX1278" fmla="*/ 1001911 w 1538815"/>
              <a:gd name="connsiteY1278" fmla="*/ 381586 h 1235602"/>
              <a:gd name="connsiteX1279" fmla="*/ 993338 w 1538815"/>
              <a:gd name="connsiteY1279" fmla="*/ 389397 h 1235602"/>
              <a:gd name="connsiteX1280" fmla="*/ 981718 w 1538815"/>
              <a:gd name="connsiteY1280" fmla="*/ 381586 h 1235602"/>
              <a:gd name="connsiteX1281" fmla="*/ 981527 w 1538815"/>
              <a:gd name="connsiteY1281" fmla="*/ 376443 h 1235602"/>
              <a:gd name="connsiteX1282" fmla="*/ 986004 w 1538815"/>
              <a:gd name="connsiteY1282" fmla="*/ 373966 h 1235602"/>
              <a:gd name="connsiteX1283" fmla="*/ 989814 w 1538815"/>
              <a:gd name="connsiteY1283" fmla="*/ 375300 h 1235602"/>
              <a:gd name="connsiteX1284" fmla="*/ 1001911 w 1538815"/>
              <a:gd name="connsiteY1284" fmla="*/ 382158 h 1235602"/>
              <a:gd name="connsiteX1285" fmla="*/ 1001911 w 1538815"/>
              <a:gd name="connsiteY1285" fmla="*/ 381586 h 1235602"/>
              <a:gd name="connsiteX1286" fmla="*/ 540901 w 1538815"/>
              <a:gd name="connsiteY1286" fmla="*/ 343486 h 1235602"/>
              <a:gd name="connsiteX1287" fmla="*/ 534614 w 1538815"/>
              <a:gd name="connsiteY1287" fmla="*/ 332723 h 1235602"/>
              <a:gd name="connsiteX1288" fmla="*/ 533852 w 1538815"/>
              <a:gd name="connsiteY1288" fmla="*/ 328913 h 1235602"/>
              <a:gd name="connsiteX1289" fmla="*/ 536900 w 1538815"/>
              <a:gd name="connsiteY1289" fmla="*/ 326913 h 1235602"/>
              <a:gd name="connsiteX1290" fmla="*/ 543949 w 1538815"/>
              <a:gd name="connsiteY1290" fmla="*/ 339200 h 1235602"/>
              <a:gd name="connsiteX1291" fmla="*/ 540329 w 1538815"/>
              <a:gd name="connsiteY1291" fmla="*/ 343486 h 1235602"/>
              <a:gd name="connsiteX1292" fmla="*/ 540806 w 1538815"/>
              <a:gd name="connsiteY1292" fmla="*/ 343486 h 1235602"/>
              <a:gd name="connsiteX1293" fmla="*/ 662535 w 1538815"/>
              <a:gd name="connsiteY1293" fmla="*/ 597613 h 1235602"/>
              <a:gd name="connsiteX1294" fmla="*/ 654153 w 1538815"/>
              <a:gd name="connsiteY1294" fmla="*/ 602376 h 1235602"/>
              <a:gd name="connsiteX1295" fmla="*/ 650724 w 1538815"/>
              <a:gd name="connsiteY1295" fmla="*/ 601328 h 1235602"/>
              <a:gd name="connsiteX1296" fmla="*/ 651391 w 1538815"/>
              <a:gd name="connsiteY1296" fmla="*/ 597613 h 1235602"/>
              <a:gd name="connsiteX1297" fmla="*/ 662535 w 1538815"/>
              <a:gd name="connsiteY1297" fmla="*/ 597994 h 1235602"/>
              <a:gd name="connsiteX1298" fmla="*/ 662535 w 1538815"/>
              <a:gd name="connsiteY1298" fmla="*/ 597518 h 12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</a:cxnLst>
            <a:rect l="l" t="t" r="r" b="b"/>
            <a:pathLst>
              <a:path w="1538815" h="1235602">
                <a:moveTo>
                  <a:pt x="1101638" y="932798"/>
                </a:moveTo>
                <a:cubicBezTo>
                  <a:pt x="1106019" y="923749"/>
                  <a:pt x="1110210" y="915082"/>
                  <a:pt x="1114973" y="905176"/>
                </a:cubicBezTo>
                <a:cubicBezTo>
                  <a:pt x="1111925" y="906890"/>
                  <a:pt x="1109544" y="907652"/>
                  <a:pt x="1108115" y="909271"/>
                </a:cubicBezTo>
                <a:cubicBezTo>
                  <a:pt x="1098494" y="919558"/>
                  <a:pt x="1087827" y="928512"/>
                  <a:pt x="1076396" y="936608"/>
                </a:cubicBezTo>
                <a:cubicBezTo>
                  <a:pt x="1075539" y="937180"/>
                  <a:pt x="1074968" y="938704"/>
                  <a:pt x="1074968" y="939751"/>
                </a:cubicBezTo>
                <a:cubicBezTo>
                  <a:pt x="1074968" y="940704"/>
                  <a:pt x="1076015" y="942418"/>
                  <a:pt x="1076587" y="942418"/>
                </a:cubicBezTo>
                <a:cubicBezTo>
                  <a:pt x="1078302" y="942418"/>
                  <a:pt x="1080397" y="942228"/>
                  <a:pt x="1081730" y="941275"/>
                </a:cubicBezTo>
                <a:cubicBezTo>
                  <a:pt x="1087636" y="936703"/>
                  <a:pt x="1093827" y="933084"/>
                  <a:pt x="1101733" y="932798"/>
                </a:cubicBezTo>
                <a:moveTo>
                  <a:pt x="977051" y="1001188"/>
                </a:moveTo>
                <a:cubicBezTo>
                  <a:pt x="978479" y="1001759"/>
                  <a:pt x="979813" y="1002807"/>
                  <a:pt x="980575" y="1002521"/>
                </a:cubicBezTo>
                <a:cubicBezTo>
                  <a:pt x="989719" y="999283"/>
                  <a:pt x="998863" y="996425"/>
                  <a:pt x="1007245" y="990996"/>
                </a:cubicBezTo>
                <a:cubicBezTo>
                  <a:pt x="1024390" y="979947"/>
                  <a:pt x="1037154" y="963850"/>
                  <a:pt x="1053727" y="952229"/>
                </a:cubicBezTo>
                <a:cubicBezTo>
                  <a:pt x="1054203" y="951848"/>
                  <a:pt x="1053917" y="950515"/>
                  <a:pt x="1054108" y="949181"/>
                </a:cubicBezTo>
                <a:cubicBezTo>
                  <a:pt x="1051536" y="950038"/>
                  <a:pt x="1049155" y="950515"/>
                  <a:pt x="1047059" y="951658"/>
                </a:cubicBezTo>
                <a:cubicBezTo>
                  <a:pt x="1042964" y="953848"/>
                  <a:pt x="1039154" y="956801"/>
                  <a:pt x="1034867" y="958611"/>
                </a:cubicBezTo>
                <a:cubicBezTo>
                  <a:pt x="1030391" y="960516"/>
                  <a:pt x="1025247" y="960897"/>
                  <a:pt x="1020961" y="963183"/>
                </a:cubicBezTo>
                <a:cubicBezTo>
                  <a:pt x="1011245" y="968422"/>
                  <a:pt x="1001339" y="974041"/>
                  <a:pt x="996291" y="984328"/>
                </a:cubicBezTo>
                <a:cubicBezTo>
                  <a:pt x="994577" y="987948"/>
                  <a:pt x="993338" y="990424"/>
                  <a:pt x="989433" y="991758"/>
                </a:cubicBezTo>
                <a:cubicBezTo>
                  <a:pt x="984290" y="993472"/>
                  <a:pt x="979432" y="995758"/>
                  <a:pt x="976860" y="1001283"/>
                </a:cubicBezTo>
                <a:moveTo>
                  <a:pt x="1027914" y="953658"/>
                </a:moveTo>
                <a:cubicBezTo>
                  <a:pt x="1035915" y="951467"/>
                  <a:pt x="1043249" y="948610"/>
                  <a:pt x="1048012" y="942228"/>
                </a:cubicBezTo>
                <a:cubicBezTo>
                  <a:pt x="1053060" y="935560"/>
                  <a:pt x="1059252" y="931274"/>
                  <a:pt x="1066776" y="928131"/>
                </a:cubicBezTo>
                <a:cubicBezTo>
                  <a:pt x="1071253" y="926226"/>
                  <a:pt x="1075254" y="923273"/>
                  <a:pt x="1079254" y="920416"/>
                </a:cubicBezTo>
                <a:cubicBezTo>
                  <a:pt x="1089255" y="913367"/>
                  <a:pt x="1099257" y="906128"/>
                  <a:pt x="1109163" y="898794"/>
                </a:cubicBezTo>
                <a:cubicBezTo>
                  <a:pt x="1112020" y="896698"/>
                  <a:pt x="1114687" y="894222"/>
                  <a:pt x="1119640" y="890031"/>
                </a:cubicBezTo>
                <a:cubicBezTo>
                  <a:pt x="1099733" y="892222"/>
                  <a:pt x="1084017" y="899461"/>
                  <a:pt x="1067443" y="901842"/>
                </a:cubicBezTo>
                <a:cubicBezTo>
                  <a:pt x="1067443" y="906223"/>
                  <a:pt x="1067348" y="909843"/>
                  <a:pt x="1067252" y="913653"/>
                </a:cubicBezTo>
                <a:cubicBezTo>
                  <a:pt x="1060013" y="919654"/>
                  <a:pt x="1053536" y="926131"/>
                  <a:pt x="1044488" y="929083"/>
                </a:cubicBezTo>
                <a:cubicBezTo>
                  <a:pt x="1040582" y="930417"/>
                  <a:pt x="1036963" y="933179"/>
                  <a:pt x="1033534" y="935656"/>
                </a:cubicBezTo>
                <a:cubicBezTo>
                  <a:pt x="1027343" y="940132"/>
                  <a:pt x="1025914" y="946228"/>
                  <a:pt x="1027914" y="953563"/>
                </a:cubicBezTo>
                <a:moveTo>
                  <a:pt x="133612" y="508840"/>
                </a:moveTo>
                <a:cubicBezTo>
                  <a:pt x="132088" y="508840"/>
                  <a:pt x="131326" y="508555"/>
                  <a:pt x="130945" y="508840"/>
                </a:cubicBezTo>
                <a:cubicBezTo>
                  <a:pt x="105132" y="525700"/>
                  <a:pt x="82177" y="546178"/>
                  <a:pt x="58650" y="565990"/>
                </a:cubicBezTo>
                <a:cubicBezTo>
                  <a:pt x="56745" y="567610"/>
                  <a:pt x="54745" y="569134"/>
                  <a:pt x="53411" y="571134"/>
                </a:cubicBezTo>
                <a:cubicBezTo>
                  <a:pt x="52649" y="572277"/>
                  <a:pt x="53221" y="574182"/>
                  <a:pt x="53126" y="577039"/>
                </a:cubicBezTo>
                <a:cubicBezTo>
                  <a:pt x="56840" y="575039"/>
                  <a:pt x="59603" y="573801"/>
                  <a:pt x="62079" y="572182"/>
                </a:cubicBezTo>
                <a:cubicBezTo>
                  <a:pt x="73223" y="564466"/>
                  <a:pt x="84939" y="557704"/>
                  <a:pt x="97131" y="551798"/>
                </a:cubicBezTo>
                <a:cubicBezTo>
                  <a:pt x="108752" y="546274"/>
                  <a:pt x="119991" y="540178"/>
                  <a:pt x="132088" y="533986"/>
                </a:cubicBezTo>
                <a:cubicBezTo>
                  <a:pt x="132374" y="525319"/>
                  <a:pt x="135707" y="517318"/>
                  <a:pt x="133612" y="508840"/>
                </a:cubicBezTo>
                <a:moveTo>
                  <a:pt x="1192602" y="870790"/>
                </a:moveTo>
                <a:cubicBezTo>
                  <a:pt x="1188125" y="870314"/>
                  <a:pt x="1184124" y="868695"/>
                  <a:pt x="1182410" y="870028"/>
                </a:cubicBezTo>
                <a:cubicBezTo>
                  <a:pt x="1176314" y="874600"/>
                  <a:pt x="1170027" y="874410"/>
                  <a:pt x="1163169" y="873267"/>
                </a:cubicBezTo>
                <a:cubicBezTo>
                  <a:pt x="1160979" y="872886"/>
                  <a:pt x="1158407" y="873934"/>
                  <a:pt x="1156121" y="874696"/>
                </a:cubicBezTo>
                <a:cubicBezTo>
                  <a:pt x="1150406" y="876791"/>
                  <a:pt x="1144786" y="879077"/>
                  <a:pt x="1138976" y="881458"/>
                </a:cubicBezTo>
                <a:cubicBezTo>
                  <a:pt x="1136880" y="892507"/>
                  <a:pt x="1130308" y="900413"/>
                  <a:pt x="1122307" y="907462"/>
                </a:cubicBezTo>
                <a:cubicBezTo>
                  <a:pt x="1120973" y="908605"/>
                  <a:pt x="1118211" y="909748"/>
                  <a:pt x="1120497" y="912891"/>
                </a:cubicBezTo>
                <a:cubicBezTo>
                  <a:pt x="1130213" y="908319"/>
                  <a:pt x="1138023" y="901175"/>
                  <a:pt x="1146405" y="895174"/>
                </a:cubicBezTo>
                <a:cubicBezTo>
                  <a:pt x="1149358" y="893079"/>
                  <a:pt x="1153073" y="889269"/>
                  <a:pt x="1155740" y="889840"/>
                </a:cubicBezTo>
                <a:cubicBezTo>
                  <a:pt x="1164027" y="891555"/>
                  <a:pt x="1169551" y="886316"/>
                  <a:pt x="1174218" y="884221"/>
                </a:cubicBezTo>
                <a:cubicBezTo>
                  <a:pt x="1177838" y="885459"/>
                  <a:pt x="1180505" y="887269"/>
                  <a:pt x="1181648" y="886602"/>
                </a:cubicBezTo>
                <a:cubicBezTo>
                  <a:pt x="1189649" y="881935"/>
                  <a:pt x="1196792" y="875743"/>
                  <a:pt x="1205079" y="872029"/>
                </a:cubicBezTo>
                <a:cubicBezTo>
                  <a:pt x="1218795" y="865837"/>
                  <a:pt x="1229844" y="856217"/>
                  <a:pt x="1241370" y="846978"/>
                </a:cubicBezTo>
                <a:cubicBezTo>
                  <a:pt x="1243275" y="845454"/>
                  <a:pt x="1244894" y="843549"/>
                  <a:pt x="1246894" y="842215"/>
                </a:cubicBezTo>
                <a:cubicBezTo>
                  <a:pt x="1254038" y="837358"/>
                  <a:pt x="1254133" y="837548"/>
                  <a:pt x="1258134" y="829357"/>
                </a:cubicBezTo>
                <a:cubicBezTo>
                  <a:pt x="1239274" y="838215"/>
                  <a:pt x="1219938" y="847454"/>
                  <a:pt x="1200602" y="856408"/>
                </a:cubicBezTo>
                <a:cubicBezTo>
                  <a:pt x="1194888" y="859075"/>
                  <a:pt x="1191935" y="862980"/>
                  <a:pt x="1192411" y="870790"/>
                </a:cubicBezTo>
                <a:moveTo>
                  <a:pt x="143804" y="443499"/>
                </a:moveTo>
                <a:cubicBezTo>
                  <a:pt x="146661" y="437212"/>
                  <a:pt x="149042" y="432164"/>
                  <a:pt x="151233" y="427116"/>
                </a:cubicBezTo>
                <a:cubicBezTo>
                  <a:pt x="153614" y="421496"/>
                  <a:pt x="155996" y="415781"/>
                  <a:pt x="158186" y="409971"/>
                </a:cubicBezTo>
                <a:cubicBezTo>
                  <a:pt x="158472" y="409018"/>
                  <a:pt x="157901" y="406923"/>
                  <a:pt x="157329" y="406732"/>
                </a:cubicBezTo>
                <a:cubicBezTo>
                  <a:pt x="155805" y="406256"/>
                  <a:pt x="153329" y="405970"/>
                  <a:pt x="152567" y="406732"/>
                </a:cubicBezTo>
                <a:cubicBezTo>
                  <a:pt x="134945" y="425973"/>
                  <a:pt x="111133" y="437879"/>
                  <a:pt x="93607" y="457024"/>
                </a:cubicBezTo>
                <a:cubicBezTo>
                  <a:pt x="78462" y="466740"/>
                  <a:pt x="66365" y="479980"/>
                  <a:pt x="53411" y="492267"/>
                </a:cubicBezTo>
                <a:cubicBezTo>
                  <a:pt x="51506" y="494077"/>
                  <a:pt x="50268" y="495886"/>
                  <a:pt x="53221" y="498839"/>
                </a:cubicBezTo>
                <a:cubicBezTo>
                  <a:pt x="62841" y="494077"/>
                  <a:pt x="73223" y="489981"/>
                  <a:pt x="82463" y="484171"/>
                </a:cubicBezTo>
                <a:cubicBezTo>
                  <a:pt x="94369" y="476551"/>
                  <a:pt x="106180" y="468359"/>
                  <a:pt x="116657" y="458929"/>
                </a:cubicBezTo>
                <a:cubicBezTo>
                  <a:pt x="124754" y="451690"/>
                  <a:pt x="133612" y="447023"/>
                  <a:pt x="143804" y="443404"/>
                </a:cubicBezTo>
                <a:moveTo>
                  <a:pt x="180570" y="742965"/>
                </a:moveTo>
                <a:cubicBezTo>
                  <a:pt x="167711" y="752299"/>
                  <a:pt x="155138" y="759348"/>
                  <a:pt x="145232" y="769254"/>
                </a:cubicBezTo>
                <a:cubicBezTo>
                  <a:pt x="135993" y="778493"/>
                  <a:pt x="125611" y="786018"/>
                  <a:pt x="115705" y="794114"/>
                </a:cubicBezTo>
                <a:cubicBezTo>
                  <a:pt x="111419" y="797638"/>
                  <a:pt x="106656" y="800686"/>
                  <a:pt x="102846" y="804592"/>
                </a:cubicBezTo>
                <a:cubicBezTo>
                  <a:pt x="99608" y="808021"/>
                  <a:pt x="97417" y="812593"/>
                  <a:pt x="94845" y="816593"/>
                </a:cubicBezTo>
                <a:cubicBezTo>
                  <a:pt x="99512" y="820689"/>
                  <a:pt x="95607" y="822594"/>
                  <a:pt x="92750" y="824689"/>
                </a:cubicBezTo>
                <a:cubicBezTo>
                  <a:pt x="91321" y="825832"/>
                  <a:pt x="89511" y="826785"/>
                  <a:pt x="88654" y="828309"/>
                </a:cubicBezTo>
                <a:cubicBezTo>
                  <a:pt x="87797" y="829738"/>
                  <a:pt x="87130" y="831833"/>
                  <a:pt x="87416" y="833357"/>
                </a:cubicBezTo>
                <a:cubicBezTo>
                  <a:pt x="88749" y="840787"/>
                  <a:pt x="94655" y="843073"/>
                  <a:pt x="100751" y="838596"/>
                </a:cubicBezTo>
                <a:cubicBezTo>
                  <a:pt x="106180" y="834595"/>
                  <a:pt x="111419" y="830309"/>
                  <a:pt x="117038" y="826404"/>
                </a:cubicBezTo>
                <a:cubicBezTo>
                  <a:pt x="121991" y="822880"/>
                  <a:pt x="126944" y="818879"/>
                  <a:pt x="132469" y="816498"/>
                </a:cubicBezTo>
                <a:cubicBezTo>
                  <a:pt x="141708" y="812688"/>
                  <a:pt x="149614" y="806973"/>
                  <a:pt x="157329" y="800782"/>
                </a:cubicBezTo>
                <a:cubicBezTo>
                  <a:pt x="162568" y="796591"/>
                  <a:pt x="166283" y="791542"/>
                  <a:pt x="170188" y="785161"/>
                </a:cubicBezTo>
                <a:cubicBezTo>
                  <a:pt x="166949" y="784970"/>
                  <a:pt x="164949" y="784303"/>
                  <a:pt x="163425" y="784875"/>
                </a:cubicBezTo>
                <a:cubicBezTo>
                  <a:pt x="150090" y="789542"/>
                  <a:pt x="137708" y="796210"/>
                  <a:pt x="126182" y="804496"/>
                </a:cubicBezTo>
                <a:cubicBezTo>
                  <a:pt x="121801" y="807735"/>
                  <a:pt x="116943" y="810402"/>
                  <a:pt x="112181" y="813164"/>
                </a:cubicBezTo>
                <a:cubicBezTo>
                  <a:pt x="111609" y="813450"/>
                  <a:pt x="109704" y="812402"/>
                  <a:pt x="109418" y="811735"/>
                </a:cubicBezTo>
                <a:cubicBezTo>
                  <a:pt x="109133" y="810783"/>
                  <a:pt x="109799" y="809449"/>
                  <a:pt x="110276" y="808402"/>
                </a:cubicBezTo>
                <a:cubicBezTo>
                  <a:pt x="110466" y="807830"/>
                  <a:pt x="111038" y="807163"/>
                  <a:pt x="111514" y="807068"/>
                </a:cubicBezTo>
                <a:cubicBezTo>
                  <a:pt x="121515" y="805068"/>
                  <a:pt x="129135" y="798686"/>
                  <a:pt x="137041" y="792781"/>
                </a:cubicBezTo>
                <a:cubicBezTo>
                  <a:pt x="152376" y="781351"/>
                  <a:pt x="168664" y="771540"/>
                  <a:pt x="186761" y="765158"/>
                </a:cubicBezTo>
                <a:cubicBezTo>
                  <a:pt x="189047" y="764396"/>
                  <a:pt x="191524" y="763063"/>
                  <a:pt x="192762" y="761253"/>
                </a:cubicBezTo>
                <a:cubicBezTo>
                  <a:pt x="193905" y="759634"/>
                  <a:pt x="194572" y="755919"/>
                  <a:pt x="193524" y="754776"/>
                </a:cubicBezTo>
                <a:cubicBezTo>
                  <a:pt x="190000" y="750775"/>
                  <a:pt x="185618" y="747442"/>
                  <a:pt x="180570" y="742965"/>
                </a:cubicBezTo>
                <a:moveTo>
                  <a:pt x="872276" y="1025953"/>
                </a:moveTo>
                <a:cubicBezTo>
                  <a:pt x="873514" y="1026524"/>
                  <a:pt x="874085" y="1027096"/>
                  <a:pt x="874562" y="1027000"/>
                </a:cubicBezTo>
                <a:cubicBezTo>
                  <a:pt x="903422" y="1020714"/>
                  <a:pt x="932283" y="1014427"/>
                  <a:pt x="961049" y="1008046"/>
                </a:cubicBezTo>
                <a:cubicBezTo>
                  <a:pt x="961620" y="1007950"/>
                  <a:pt x="962287" y="1007665"/>
                  <a:pt x="962668" y="1007188"/>
                </a:cubicBezTo>
                <a:cubicBezTo>
                  <a:pt x="963049" y="1006807"/>
                  <a:pt x="963144" y="1006236"/>
                  <a:pt x="963430" y="1005664"/>
                </a:cubicBezTo>
                <a:cubicBezTo>
                  <a:pt x="962668" y="1002140"/>
                  <a:pt x="961049" y="998521"/>
                  <a:pt x="961525" y="995187"/>
                </a:cubicBezTo>
                <a:cubicBezTo>
                  <a:pt x="962096" y="991758"/>
                  <a:pt x="964287" y="988329"/>
                  <a:pt x="966573" y="985471"/>
                </a:cubicBezTo>
                <a:cubicBezTo>
                  <a:pt x="968859" y="982614"/>
                  <a:pt x="971907" y="980518"/>
                  <a:pt x="974765" y="978137"/>
                </a:cubicBezTo>
                <a:cubicBezTo>
                  <a:pt x="982385" y="971851"/>
                  <a:pt x="990862" y="966421"/>
                  <a:pt x="997529" y="959278"/>
                </a:cubicBezTo>
                <a:cubicBezTo>
                  <a:pt x="1011341" y="944228"/>
                  <a:pt x="1026485" y="930798"/>
                  <a:pt x="1043154" y="919082"/>
                </a:cubicBezTo>
                <a:cubicBezTo>
                  <a:pt x="1046202" y="916987"/>
                  <a:pt x="1049155" y="914701"/>
                  <a:pt x="1051822" y="912129"/>
                </a:cubicBezTo>
                <a:cubicBezTo>
                  <a:pt x="1052775" y="911176"/>
                  <a:pt x="1052679" y="909081"/>
                  <a:pt x="1053346" y="906414"/>
                </a:cubicBezTo>
                <a:cubicBezTo>
                  <a:pt x="1039058" y="909081"/>
                  <a:pt x="1025914" y="911557"/>
                  <a:pt x="1012293" y="914224"/>
                </a:cubicBezTo>
                <a:cubicBezTo>
                  <a:pt x="1012960" y="918511"/>
                  <a:pt x="1013436" y="921940"/>
                  <a:pt x="1014008" y="925559"/>
                </a:cubicBezTo>
                <a:cubicBezTo>
                  <a:pt x="1012007" y="927274"/>
                  <a:pt x="1010293" y="929083"/>
                  <a:pt x="1008293" y="930417"/>
                </a:cubicBezTo>
                <a:cubicBezTo>
                  <a:pt x="1000292" y="935941"/>
                  <a:pt x="991719" y="940704"/>
                  <a:pt x="984099" y="946800"/>
                </a:cubicBezTo>
                <a:cubicBezTo>
                  <a:pt x="968859" y="958992"/>
                  <a:pt x="954095" y="971565"/>
                  <a:pt x="943332" y="988615"/>
                </a:cubicBezTo>
                <a:cubicBezTo>
                  <a:pt x="935807" y="1000521"/>
                  <a:pt x="923996" y="1007474"/>
                  <a:pt x="908661" y="1004140"/>
                </a:cubicBezTo>
                <a:cubicBezTo>
                  <a:pt x="905708" y="1003474"/>
                  <a:pt x="902756" y="1002712"/>
                  <a:pt x="899803" y="1002045"/>
                </a:cubicBezTo>
                <a:cubicBezTo>
                  <a:pt x="893421" y="1013284"/>
                  <a:pt x="880086" y="1016332"/>
                  <a:pt x="872276" y="1026143"/>
                </a:cubicBezTo>
                <a:moveTo>
                  <a:pt x="144470" y="663907"/>
                </a:moveTo>
                <a:cubicBezTo>
                  <a:pt x="143994" y="660097"/>
                  <a:pt x="143994" y="656383"/>
                  <a:pt x="143137" y="652858"/>
                </a:cubicBezTo>
                <a:cubicBezTo>
                  <a:pt x="141422" y="645715"/>
                  <a:pt x="134279" y="643905"/>
                  <a:pt x="129135" y="648953"/>
                </a:cubicBezTo>
                <a:cubicBezTo>
                  <a:pt x="125706" y="652382"/>
                  <a:pt x="122277" y="656002"/>
                  <a:pt x="118467" y="659050"/>
                </a:cubicBezTo>
                <a:cubicBezTo>
                  <a:pt x="109228" y="666289"/>
                  <a:pt x="99798" y="673242"/>
                  <a:pt x="90368" y="680195"/>
                </a:cubicBezTo>
                <a:cubicBezTo>
                  <a:pt x="79415" y="688291"/>
                  <a:pt x="68556" y="696292"/>
                  <a:pt x="57507" y="704198"/>
                </a:cubicBezTo>
                <a:cubicBezTo>
                  <a:pt x="51887" y="708199"/>
                  <a:pt x="47506" y="713056"/>
                  <a:pt x="43410" y="718581"/>
                </a:cubicBezTo>
                <a:cubicBezTo>
                  <a:pt x="41029" y="721819"/>
                  <a:pt x="41124" y="723629"/>
                  <a:pt x="43886" y="725915"/>
                </a:cubicBezTo>
                <a:cubicBezTo>
                  <a:pt x="42077" y="728201"/>
                  <a:pt x="39981" y="730392"/>
                  <a:pt x="38552" y="732964"/>
                </a:cubicBezTo>
                <a:cubicBezTo>
                  <a:pt x="37790" y="734392"/>
                  <a:pt x="37886" y="736583"/>
                  <a:pt x="38267" y="738298"/>
                </a:cubicBezTo>
                <a:cubicBezTo>
                  <a:pt x="38838" y="740679"/>
                  <a:pt x="39791" y="742965"/>
                  <a:pt x="40934" y="745156"/>
                </a:cubicBezTo>
                <a:cubicBezTo>
                  <a:pt x="43791" y="750585"/>
                  <a:pt x="46839" y="753919"/>
                  <a:pt x="53888" y="748775"/>
                </a:cubicBezTo>
                <a:cubicBezTo>
                  <a:pt x="74271" y="733726"/>
                  <a:pt x="94845" y="719057"/>
                  <a:pt x="115229" y="704103"/>
                </a:cubicBezTo>
                <a:cubicBezTo>
                  <a:pt x="119705" y="700864"/>
                  <a:pt x="124087" y="697340"/>
                  <a:pt x="127802" y="693244"/>
                </a:cubicBezTo>
                <a:cubicBezTo>
                  <a:pt x="129802" y="691054"/>
                  <a:pt x="133326" y="688577"/>
                  <a:pt x="131421" y="683529"/>
                </a:cubicBezTo>
                <a:cubicBezTo>
                  <a:pt x="126659" y="685053"/>
                  <a:pt x="121801" y="686101"/>
                  <a:pt x="117419" y="688101"/>
                </a:cubicBezTo>
                <a:cubicBezTo>
                  <a:pt x="109037" y="691911"/>
                  <a:pt x="100941" y="696388"/>
                  <a:pt x="92750" y="700579"/>
                </a:cubicBezTo>
                <a:cubicBezTo>
                  <a:pt x="90083" y="701912"/>
                  <a:pt x="87320" y="703150"/>
                  <a:pt x="84082" y="699626"/>
                </a:cubicBezTo>
                <a:cubicBezTo>
                  <a:pt x="94274" y="693530"/>
                  <a:pt x="104180" y="687720"/>
                  <a:pt x="114086" y="681624"/>
                </a:cubicBezTo>
                <a:cubicBezTo>
                  <a:pt x="123896" y="675623"/>
                  <a:pt x="135231" y="672004"/>
                  <a:pt x="144470" y="664003"/>
                </a:cubicBezTo>
                <a:moveTo>
                  <a:pt x="21407" y="672861"/>
                </a:moveTo>
                <a:cubicBezTo>
                  <a:pt x="23217" y="672575"/>
                  <a:pt x="24741" y="672861"/>
                  <a:pt x="25598" y="672289"/>
                </a:cubicBezTo>
                <a:cubicBezTo>
                  <a:pt x="39314" y="661812"/>
                  <a:pt x="53126" y="651525"/>
                  <a:pt x="66365" y="640571"/>
                </a:cubicBezTo>
                <a:cubicBezTo>
                  <a:pt x="71699" y="636094"/>
                  <a:pt x="76271" y="631427"/>
                  <a:pt x="83987" y="632570"/>
                </a:cubicBezTo>
                <a:cubicBezTo>
                  <a:pt x="85606" y="632761"/>
                  <a:pt x="87701" y="631903"/>
                  <a:pt x="89130" y="630856"/>
                </a:cubicBezTo>
                <a:cubicBezTo>
                  <a:pt x="94559" y="626855"/>
                  <a:pt x="100846" y="624093"/>
                  <a:pt x="104751" y="618092"/>
                </a:cubicBezTo>
                <a:cubicBezTo>
                  <a:pt x="106751" y="615139"/>
                  <a:pt x="109895" y="612853"/>
                  <a:pt x="112657" y="610567"/>
                </a:cubicBezTo>
                <a:cubicBezTo>
                  <a:pt x="113419" y="609996"/>
                  <a:pt x="114943" y="610377"/>
                  <a:pt x="116086" y="610282"/>
                </a:cubicBezTo>
                <a:cubicBezTo>
                  <a:pt x="115895" y="611901"/>
                  <a:pt x="116276" y="614187"/>
                  <a:pt x="115419" y="615044"/>
                </a:cubicBezTo>
                <a:cubicBezTo>
                  <a:pt x="112181" y="617902"/>
                  <a:pt x="108561" y="620188"/>
                  <a:pt x="105037" y="622759"/>
                </a:cubicBezTo>
                <a:cubicBezTo>
                  <a:pt x="86939" y="635523"/>
                  <a:pt x="69604" y="649239"/>
                  <a:pt x="54173" y="667241"/>
                </a:cubicBezTo>
                <a:cubicBezTo>
                  <a:pt x="60174" y="667146"/>
                  <a:pt x="64746" y="666289"/>
                  <a:pt x="69223" y="664098"/>
                </a:cubicBezTo>
                <a:cubicBezTo>
                  <a:pt x="71699" y="662955"/>
                  <a:pt x="73604" y="659431"/>
                  <a:pt x="78367" y="661621"/>
                </a:cubicBezTo>
                <a:cubicBezTo>
                  <a:pt x="68747" y="667908"/>
                  <a:pt x="60269" y="674099"/>
                  <a:pt x="51221" y="679147"/>
                </a:cubicBezTo>
                <a:cubicBezTo>
                  <a:pt x="43791" y="683243"/>
                  <a:pt x="35600" y="686005"/>
                  <a:pt x="27884" y="689530"/>
                </a:cubicBezTo>
                <a:cubicBezTo>
                  <a:pt x="26456" y="690196"/>
                  <a:pt x="24741" y="692006"/>
                  <a:pt x="24551" y="693530"/>
                </a:cubicBezTo>
                <a:cubicBezTo>
                  <a:pt x="23598" y="699721"/>
                  <a:pt x="24360" y="705532"/>
                  <a:pt x="30075" y="710104"/>
                </a:cubicBezTo>
                <a:cubicBezTo>
                  <a:pt x="34171" y="708580"/>
                  <a:pt x="37124" y="706389"/>
                  <a:pt x="40076" y="704293"/>
                </a:cubicBezTo>
                <a:cubicBezTo>
                  <a:pt x="49601" y="697435"/>
                  <a:pt x="58936" y="690292"/>
                  <a:pt x="68651" y="683815"/>
                </a:cubicBezTo>
                <a:cubicBezTo>
                  <a:pt x="75033" y="679528"/>
                  <a:pt x="80367" y="672575"/>
                  <a:pt x="89797" y="674480"/>
                </a:cubicBezTo>
                <a:cubicBezTo>
                  <a:pt x="91607" y="674861"/>
                  <a:pt x="94083" y="672385"/>
                  <a:pt x="96274" y="671242"/>
                </a:cubicBezTo>
                <a:cubicBezTo>
                  <a:pt x="109323" y="664193"/>
                  <a:pt x="117610" y="651906"/>
                  <a:pt x="130564" y="640857"/>
                </a:cubicBezTo>
                <a:cubicBezTo>
                  <a:pt x="123896" y="643238"/>
                  <a:pt x="119991" y="645429"/>
                  <a:pt x="115895" y="645810"/>
                </a:cubicBezTo>
                <a:cubicBezTo>
                  <a:pt x="111704" y="646191"/>
                  <a:pt x="108656" y="650953"/>
                  <a:pt x="102656" y="648477"/>
                </a:cubicBezTo>
                <a:cubicBezTo>
                  <a:pt x="108656" y="644953"/>
                  <a:pt x="113705" y="641428"/>
                  <a:pt x="119134" y="638857"/>
                </a:cubicBezTo>
                <a:cubicBezTo>
                  <a:pt x="136660" y="630570"/>
                  <a:pt x="136660" y="630665"/>
                  <a:pt x="134183" y="610948"/>
                </a:cubicBezTo>
                <a:cubicBezTo>
                  <a:pt x="133707" y="606853"/>
                  <a:pt x="132088" y="604281"/>
                  <a:pt x="128564" y="602185"/>
                </a:cubicBezTo>
                <a:cubicBezTo>
                  <a:pt x="127325" y="601423"/>
                  <a:pt x="127611" y="598090"/>
                  <a:pt x="127230" y="595994"/>
                </a:cubicBezTo>
                <a:cubicBezTo>
                  <a:pt x="111514" y="602947"/>
                  <a:pt x="95798" y="609996"/>
                  <a:pt x="79986" y="616949"/>
                </a:cubicBezTo>
                <a:cubicBezTo>
                  <a:pt x="86939" y="610758"/>
                  <a:pt x="93988" y="605043"/>
                  <a:pt x="102465" y="601138"/>
                </a:cubicBezTo>
                <a:cubicBezTo>
                  <a:pt x="112943" y="596280"/>
                  <a:pt x="123420" y="590946"/>
                  <a:pt x="131040" y="581611"/>
                </a:cubicBezTo>
                <a:cubicBezTo>
                  <a:pt x="130659" y="573706"/>
                  <a:pt x="130183" y="566371"/>
                  <a:pt x="129897" y="559799"/>
                </a:cubicBezTo>
                <a:cubicBezTo>
                  <a:pt x="123611" y="553322"/>
                  <a:pt x="117324" y="553798"/>
                  <a:pt x="110657" y="556751"/>
                </a:cubicBezTo>
                <a:cubicBezTo>
                  <a:pt x="105037" y="559228"/>
                  <a:pt x="99608" y="562276"/>
                  <a:pt x="93702" y="563704"/>
                </a:cubicBezTo>
                <a:cubicBezTo>
                  <a:pt x="86939" y="565324"/>
                  <a:pt x="81034" y="568276"/>
                  <a:pt x="75128" y="571610"/>
                </a:cubicBezTo>
                <a:cubicBezTo>
                  <a:pt x="67699" y="575801"/>
                  <a:pt x="60079" y="579802"/>
                  <a:pt x="52554" y="583993"/>
                </a:cubicBezTo>
                <a:cubicBezTo>
                  <a:pt x="44458" y="588374"/>
                  <a:pt x="37505" y="594470"/>
                  <a:pt x="28361" y="597328"/>
                </a:cubicBezTo>
                <a:cubicBezTo>
                  <a:pt x="22741" y="599137"/>
                  <a:pt x="17502" y="603043"/>
                  <a:pt x="13406" y="609520"/>
                </a:cubicBezTo>
                <a:cubicBezTo>
                  <a:pt x="13978" y="614758"/>
                  <a:pt x="14549" y="620854"/>
                  <a:pt x="15216" y="626855"/>
                </a:cubicBezTo>
                <a:cubicBezTo>
                  <a:pt x="15216" y="627331"/>
                  <a:pt x="15978" y="627808"/>
                  <a:pt x="16454" y="628189"/>
                </a:cubicBezTo>
                <a:cubicBezTo>
                  <a:pt x="16931" y="628474"/>
                  <a:pt x="17502" y="628665"/>
                  <a:pt x="19121" y="629332"/>
                </a:cubicBezTo>
                <a:cubicBezTo>
                  <a:pt x="20360" y="627998"/>
                  <a:pt x="21884" y="626284"/>
                  <a:pt x="23503" y="624664"/>
                </a:cubicBezTo>
                <a:cubicBezTo>
                  <a:pt x="42743" y="604281"/>
                  <a:pt x="64079" y="586945"/>
                  <a:pt x="90940" y="577706"/>
                </a:cubicBezTo>
                <a:cubicBezTo>
                  <a:pt x="97036" y="575611"/>
                  <a:pt x="101608" y="571896"/>
                  <a:pt x="105037" y="566371"/>
                </a:cubicBezTo>
                <a:cubicBezTo>
                  <a:pt x="106656" y="563704"/>
                  <a:pt x="108466" y="561228"/>
                  <a:pt x="112276" y="561418"/>
                </a:cubicBezTo>
                <a:cubicBezTo>
                  <a:pt x="111419" y="567514"/>
                  <a:pt x="107704" y="571420"/>
                  <a:pt x="103037" y="574563"/>
                </a:cubicBezTo>
                <a:cubicBezTo>
                  <a:pt x="79796" y="589803"/>
                  <a:pt x="59412" y="608758"/>
                  <a:pt x="37886" y="626188"/>
                </a:cubicBezTo>
                <a:cubicBezTo>
                  <a:pt x="33028" y="630094"/>
                  <a:pt x="28932" y="634666"/>
                  <a:pt x="27789" y="641238"/>
                </a:cubicBezTo>
                <a:cubicBezTo>
                  <a:pt x="35695" y="641619"/>
                  <a:pt x="42267" y="639619"/>
                  <a:pt x="46744" y="632475"/>
                </a:cubicBezTo>
                <a:cubicBezTo>
                  <a:pt x="47601" y="631141"/>
                  <a:pt x="49506" y="630379"/>
                  <a:pt x="51030" y="629522"/>
                </a:cubicBezTo>
                <a:cubicBezTo>
                  <a:pt x="51411" y="629332"/>
                  <a:pt x="52554" y="629522"/>
                  <a:pt x="52649" y="629808"/>
                </a:cubicBezTo>
                <a:cubicBezTo>
                  <a:pt x="53030" y="630856"/>
                  <a:pt x="53697" y="632284"/>
                  <a:pt x="53221" y="633046"/>
                </a:cubicBezTo>
                <a:cubicBezTo>
                  <a:pt x="52459" y="634570"/>
                  <a:pt x="51221" y="636094"/>
                  <a:pt x="49792" y="637142"/>
                </a:cubicBezTo>
                <a:cubicBezTo>
                  <a:pt x="41219" y="643238"/>
                  <a:pt x="32647" y="649144"/>
                  <a:pt x="23979" y="655049"/>
                </a:cubicBezTo>
                <a:cubicBezTo>
                  <a:pt x="19883" y="657811"/>
                  <a:pt x="18550" y="661621"/>
                  <a:pt x="19407" y="666193"/>
                </a:cubicBezTo>
                <a:cubicBezTo>
                  <a:pt x="19788" y="668575"/>
                  <a:pt x="20645" y="670765"/>
                  <a:pt x="21312" y="672956"/>
                </a:cubicBezTo>
                <a:moveTo>
                  <a:pt x="87320" y="783732"/>
                </a:moveTo>
                <a:cubicBezTo>
                  <a:pt x="84082" y="790876"/>
                  <a:pt x="77033" y="794019"/>
                  <a:pt x="71604" y="798972"/>
                </a:cubicBezTo>
                <a:cubicBezTo>
                  <a:pt x="69509" y="800877"/>
                  <a:pt x="69604" y="804782"/>
                  <a:pt x="71795" y="807259"/>
                </a:cubicBezTo>
                <a:cubicBezTo>
                  <a:pt x="73509" y="809354"/>
                  <a:pt x="75890" y="810307"/>
                  <a:pt x="78176" y="808878"/>
                </a:cubicBezTo>
                <a:cubicBezTo>
                  <a:pt x="81891" y="806687"/>
                  <a:pt x="85225" y="804020"/>
                  <a:pt x="88749" y="801544"/>
                </a:cubicBezTo>
                <a:cubicBezTo>
                  <a:pt x="93797" y="798019"/>
                  <a:pt x="98369" y="793257"/>
                  <a:pt x="103989" y="791257"/>
                </a:cubicBezTo>
                <a:cubicBezTo>
                  <a:pt x="117038" y="786494"/>
                  <a:pt x="127135" y="777350"/>
                  <a:pt x="138374" y="769825"/>
                </a:cubicBezTo>
                <a:cubicBezTo>
                  <a:pt x="140375" y="768492"/>
                  <a:pt x="143518" y="767349"/>
                  <a:pt x="142565" y="763444"/>
                </a:cubicBezTo>
                <a:cubicBezTo>
                  <a:pt x="131802" y="765920"/>
                  <a:pt x="122753" y="770873"/>
                  <a:pt x="114276" y="777160"/>
                </a:cubicBezTo>
                <a:cubicBezTo>
                  <a:pt x="105989" y="783256"/>
                  <a:pt x="96750" y="785542"/>
                  <a:pt x="86654" y="783827"/>
                </a:cubicBezTo>
                <a:cubicBezTo>
                  <a:pt x="102275" y="776398"/>
                  <a:pt x="117038" y="767635"/>
                  <a:pt x="131231" y="757729"/>
                </a:cubicBezTo>
                <a:cubicBezTo>
                  <a:pt x="132755" y="756681"/>
                  <a:pt x="134660" y="756300"/>
                  <a:pt x="136279" y="755347"/>
                </a:cubicBezTo>
                <a:cubicBezTo>
                  <a:pt x="148471" y="748204"/>
                  <a:pt x="160282" y="740584"/>
                  <a:pt x="171902" y="731440"/>
                </a:cubicBezTo>
                <a:cubicBezTo>
                  <a:pt x="170283" y="726868"/>
                  <a:pt x="168950" y="722962"/>
                  <a:pt x="167711" y="719343"/>
                </a:cubicBezTo>
                <a:cubicBezTo>
                  <a:pt x="157901" y="718771"/>
                  <a:pt x="154186" y="729154"/>
                  <a:pt x="145328" y="729439"/>
                </a:cubicBezTo>
                <a:cubicBezTo>
                  <a:pt x="144280" y="727534"/>
                  <a:pt x="143137" y="725439"/>
                  <a:pt x="141613" y="722581"/>
                </a:cubicBezTo>
                <a:cubicBezTo>
                  <a:pt x="135898" y="725629"/>
                  <a:pt x="130183" y="728677"/>
                  <a:pt x="123325" y="732297"/>
                </a:cubicBezTo>
                <a:cubicBezTo>
                  <a:pt x="123420" y="729249"/>
                  <a:pt x="122849" y="726677"/>
                  <a:pt x="123706" y="726201"/>
                </a:cubicBezTo>
                <a:cubicBezTo>
                  <a:pt x="130373" y="721819"/>
                  <a:pt x="137136" y="717628"/>
                  <a:pt x="144089" y="713818"/>
                </a:cubicBezTo>
                <a:cubicBezTo>
                  <a:pt x="149328" y="710866"/>
                  <a:pt x="155710" y="710008"/>
                  <a:pt x="159615" y="705246"/>
                </a:cubicBezTo>
                <a:cubicBezTo>
                  <a:pt x="157203" y="694133"/>
                  <a:pt x="153900" y="686386"/>
                  <a:pt x="149709" y="682005"/>
                </a:cubicBezTo>
                <a:cubicBezTo>
                  <a:pt x="143899" y="682767"/>
                  <a:pt x="140089" y="686577"/>
                  <a:pt x="136088" y="690387"/>
                </a:cubicBezTo>
                <a:cubicBezTo>
                  <a:pt x="131231" y="695054"/>
                  <a:pt x="126278" y="699626"/>
                  <a:pt x="121229" y="704103"/>
                </a:cubicBezTo>
                <a:cubicBezTo>
                  <a:pt x="117991" y="706960"/>
                  <a:pt x="114181" y="709151"/>
                  <a:pt x="111038" y="712104"/>
                </a:cubicBezTo>
                <a:cubicBezTo>
                  <a:pt x="95988" y="725725"/>
                  <a:pt x="81129" y="739536"/>
                  <a:pt x="66175" y="753252"/>
                </a:cubicBezTo>
                <a:cubicBezTo>
                  <a:pt x="64651" y="754681"/>
                  <a:pt x="63413" y="756300"/>
                  <a:pt x="60269" y="759919"/>
                </a:cubicBezTo>
                <a:cubicBezTo>
                  <a:pt x="66461" y="758014"/>
                  <a:pt x="70080" y="757252"/>
                  <a:pt x="73223" y="755728"/>
                </a:cubicBezTo>
                <a:cubicBezTo>
                  <a:pt x="77129" y="753919"/>
                  <a:pt x="80653" y="751347"/>
                  <a:pt x="84368" y="749251"/>
                </a:cubicBezTo>
                <a:cubicBezTo>
                  <a:pt x="86939" y="747823"/>
                  <a:pt x="89702" y="746584"/>
                  <a:pt x="92369" y="745346"/>
                </a:cubicBezTo>
                <a:cubicBezTo>
                  <a:pt x="87606" y="750585"/>
                  <a:pt x="82558" y="755538"/>
                  <a:pt x="76557" y="758300"/>
                </a:cubicBezTo>
                <a:cubicBezTo>
                  <a:pt x="69509" y="761539"/>
                  <a:pt x="65222" y="767349"/>
                  <a:pt x="59698" y="772016"/>
                </a:cubicBezTo>
                <a:cubicBezTo>
                  <a:pt x="57698" y="773731"/>
                  <a:pt x="58269" y="776588"/>
                  <a:pt x="59888" y="778684"/>
                </a:cubicBezTo>
                <a:cubicBezTo>
                  <a:pt x="61508" y="780684"/>
                  <a:pt x="64079" y="782017"/>
                  <a:pt x="66365" y="780589"/>
                </a:cubicBezTo>
                <a:cubicBezTo>
                  <a:pt x="71604" y="777350"/>
                  <a:pt x="76367" y="773445"/>
                  <a:pt x="81415" y="769921"/>
                </a:cubicBezTo>
                <a:cubicBezTo>
                  <a:pt x="90083" y="764015"/>
                  <a:pt x="98655" y="757919"/>
                  <a:pt x="107418" y="752299"/>
                </a:cubicBezTo>
                <a:cubicBezTo>
                  <a:pt x="112562" y="749061"/>
                  <a:pt x="118181" y="746584"/>
                  <a:pt x="123611" y="743632"/>
                </a:cubicBezTo>
                <a:cubicBezTo>
                  <a:pt x="126754" y="741917"/>
                  <a:pt x="129802" y="740107"/>
                  <a:pt x="132850" y="738393"/>
                </a:cubicBezTo>
                <a:cubicBezTo>
                  <a:pt x="127802" y="744203"/>
                  <a:pt x="121801" y="748394"/>
                  <a:pt x="115895" y="752966"/>
                </a:cubicBezTo>
                <a:cubicBezTo>
                  <a:pt x="107609" y="759348"/>
                  <a:pt x="99417" y="765920"/>
                  <a:pt x="91226" y="772492"/>
                </a:cubicBezTo>
                <a:cubicBezTo>
                  <a:pt x="87511" y="775445"/>
                  <a:pt x="85796" y="779065"/>
                  <a:pt x="87416" y="783827"/>
                </a:cubicBezTo>
                <a:moveTo>
                  <a:pt x="70366" y="525414"/>
                </a:moveTo>
                <a:cubicBezTo>
                  <a:pt x="70175" y="526557"/>
                  <a:pt x="70461" y="528271"/>
                  <a:pt x="69794" y="528843"/>
                </a:cubicBezTo>
                <a:cubicBezTo>
                  <a:pt x="58460" y="539320"/>
                  <a:pt x="46458" y="548750"/>
                  <a:pt x="33123" y="556561"/>
                </a:cubicBezTo>
                <a:cubicBezTo>
                  <a:pt x="32075" y="557132"/>
                  <a:pt x="30742" y="557037"/>
                  <a:pt x="29599" y="557323"/>
                </a:cubicBezTo>
                <a:cubicBezTo>
                  <a:pt x="27313" y="557894"/>
                  <a:pt x="24360" y="555227"/>
                  <a:pt x="24932" y="553036"/>
                </a:cubicBezTo>
                <a:cubicBezTo>
                  <a:pt x="25694" y="550084"/>
                  <a:pt x="26170" y="546845"/>
                  <a:pt x="27789" y="544369"/>
                </a:cubicBezTo>
                <a:cubicBezTo>
                  <a:pt x="34171" y="534653"/>
                  <a:pt x="39314" y="524271"/>
                  <a:pt x="50078" y="517889"/>
                </a:cubicBezTo>
                <a:cubicBezTo>
                  <a:pt x="57602" y="513412"/>
                  <a:pt x="57031" y="512460"/>
                  <a:pt x="59603" y="501697"/>
                </a:cubicBezTo>
                <a:cubicBezTo>
                  <a:pt x="53697" y="505983"/>
                  <a:pt x="48935" y="509983"/>
                  <a:pt x="43696" y="513127"/>
                </a:cubicBezTo>
                <a:cubicBezTo>
                  <a:pt x="37981" y="516460"/>
                  <a:pt x="31790" y="518842"/>
                  <a:pt x="25979" y="521604"/>
                </a:cubicBezTo>
                <a:cubicBezTo>
                  <a:pt x="21884" y="533891"/>
                  <a:pt x="17121" y="567610"/>
                  <a:pt x="17502" y="581516"/>
                </a:cubicBezTo>
                <a:cubicBezTo>
                  <a:pt x="19217" y="580754"/>
                  <a:pt x="21122" y="580183"/>
                  <a:pt x="22455" y="579135"/>
                </a:cubicBezTo>
                <a:cubicBezTo>
                  <a:pt x="34361" y="570372"/>
                  <a:pt x="46077" y="561418"/>
                  <a:pt x="57983" y="552655"/>
                </a:cubicBezTo>
                <a:cubicBezTo>
                  <a:pt x="63413" y="548655"/>
                  <a:pt x="68747" y="543892"/>
                  <a:pt x="74938" y="541606"/>
                </a:cubicBezTo>
                <a:cubicBezTo>
                  <a:pt x="95512" y="533701"/>
                  <a:pt x="111038" y="518365"/>
                  <a:pt x="128468" y="505888"/>
                </a:cubicBezTo>
                <a:cubicBezTo>
                  <a:pt x="130659" y="504268"/>
                  <a:pt x="132469" y="501316"/>
                  <a:pt x="129421" y="497982"/>
                </a:cubicBezTo>
                <a:cubicBezTo>
                  <a:pt x="114848" y="502649"/>
                  <a:pt x="100655" y="508364"/>
                  <a:pt x="88082" y="517318"/>
                </a:cubicBezTo>
                <a:cubicBezTo>
                  <a:pt x="82558" y="521223"/>
                  <a:pt x="76938" y="524938"/>
                  <a:pt x="70080" y="526176"/>
                </a:cubicBezTo>
                <a:cubicBezTo>
                  <a:pt x="70175" y="519985"/>
                  <a:pt x="75414" y="517794"/>
                  <a:pt x="79510" y="515889"/>
                </a:cubicBezTo>
                <a:cubicBezTo>
                  <a:pt x="94940" y="508459"/>
                  <a:pt x="108656" y="497696"/>
                  <a:pt x="124944" y="491791"/>
                </a:cubicBezTo>
                <a:cubicBezTo>
                  <a:pt x="126659" y="491124"/>
                  <a:pt x="128564" y="490933"/>
                  <a:pt x="130278" y="490171"/>
                </a:cubicBezTo>
                <a:cubicBezTo>
                  <a:pt x="135612" y="487790"/>
                  <a:pt x="139327" y="484075"/>
                  <a:pt x="140184" y="477884"/>
                </a:cubicBezTo>
                <a:cubicBezTo>
                  <a:pt x="141232" y="470550"/>
                  <a:pt x="142756" y="463311"/>
                  <a:pt x="143899" y="455977"/>
                </a:cubicBezTo>
                <a:cubicBezTo>
                  <a:pt x="144089" y="454548"/>
                  <a:pt x="143232" y="453024"/>
                  <a:pt x="142756" y="451024"/>
                </a:cubicBezTo>
                <a:cubicBezTo>
                  <a:pt x="137231" y="455119"/>
                  <a:pt x="131993" y="458263"/>
                  <a:pt x="127421" y="462263"/>
                </a:cubicBezTo>
                <a:cubicBezTo>
                  <a:pt x="111800" y="476074"/>
                  <a:pt x="96655" y="490552"/>
                  <a:pt x="80653" y="503887"/>
                </a:cubicBezTo>
                <a:cubicBezTo>
                  <a:pt x="72557" y="510650"/>
                  <a:pt x="65127" y="517699"/>
                  <a:pt x="58555" y="525890"/>
                </a:cubicBezTo>
                <a:cubicBezTo>
                  <a:pt x="57507" y="527128"/>
                  <a:pt x="56936" y="528938"/>
                  <a:pt x="56650" y="530557"/>
                </a:cubicBezTo>
                <a:cubicBezTo>
                  <a:pt x="56269" y="532462"/>
                  <a:pt x="59888" y="532843"/>
                  <a:pt x="62936" y="530938"/>
                </a:cubicBezTo>
                <a:cubicBezTo>
                  <a:pt x="65508" y="529319"/>
                  <a:pt x="67985" y="527319"/>
                  <a:pt x="70461" y="525604"/>
                </a:cubicBezTo>
                <a:moveTo>
                  <a:pt x="83415" y="448166"/>
                </a:moveTo>
                <a:cubicBezTo>
                  <a:pt x="76557" y="452357"/>
                  <a:pt x="70080" y="457501"/>
                  <a:pt x="62841" y="460549"/>
                </a:cubicBezTo>
                <a:cubicBezTo>
                  <a:pt x="55221" y="463692"/>
                  <a:pt x="49316" y="469121"/>
                  <a:pt x="42839" y="473788"/>
                </a:cubicBezTo>
                <a:cubicBezTo>
                  <a:pt x="40457" y="475503"/>
                  <a:pt x="38552" y="478170"/>
                  <a:pt x="37314" y="480837"/>
                </a:cubicBezTo>
                <a:cubicBezTo>
                  <a:pt x="35790" y="484171"/>
                  <a:pt x="35028" y="487885"/>
                  <a:pt x="34457" y="491600"/>
                </a:cubicBezTo>
                <a:cubicBezTo>
                  <a:pt x="33980" y="494743"/>
                  <a:pt x="31123" y="497791"/>
                  <a:pt x="33885" y="501982"/>
                </a:cubicBezTo>
                <a:cubicBezTo>
                  <a:pt x="36552" y="499696"/>
                  <a:pt x="39410" y="498077"/>
                  <a:pt x="40934" y="495601"/>
                </a:cubicBezTo>
                <a:cubicBezTo>
                  <a:pt x="45601" y="488076"/>
                  <a:pt x="52745" y="483218"/>
                  <a:pt x="58936" y="477313"/>
                </a:cubicBezTo>
                <a:cubicBezTo>
                  <a:pt x="61984" y="474360"/>
                  <a:pt x="65032" y="471407"/>
                  <a:pt x="67889" y="468264"/>
                </a:cubicBezTo>
                <a:cubicBezTo>
                  <a:pt x="72080" y="463787"/>
                  <a:pt x="76367" y="459310"/>
                  <a:pt x="80177" y="454548"/>
                </a:cubicBezTo>
                <a:cubicBezTo>
                  <a:pt x="81510" y="452833"/>
                  <a:pt x="81796" y="450262"/>
                  <a:pt x="82653" y="448071"/>
                </a:cubicBezTo>
                <a:cubicBezTo>
                  <a:pt x="92750" y="440927"/>
                  <a:pt x="102751" y="433688"/>
                  <a:pt x="112943" y="426735"/>
                </a:cubicBezTo>
                <a:cubicBezTo>
                  <a:pt x="123039" y="419877"/>
                  <a:pt x="134564" y="415019"/>
                  <a:pt x="143042" y="405780"/>
                </a:cubicBezTo>
                <a:cubicBezTo>
                  <a:pt x="144280" y="404446"/>
                  <a:pt x="146090" y="403113"/>
                  <a:pt x="147709" y="402922"/>
                </a:cubicBezTo>
                <a:cubicBezTo>
                  <a:pt x="158186" y="401779"/>
                  <a:pt x="161520" y="394540"/>
                  <a:pt x="164092" y="385587"/>
                </a:cubicBezTo>
                <a:cubicBezTo>
                  <a:pt x="166092" y="378538"/>
                  <a:pt x="169997" y="372061"/>
                  <a:pt x="172569" y="365108"/>
                </a:cubicBezTo>
                <a:cubicBezTo>
                  <a:pt x="173617" y="362346"/>
                  <a:pt x="173522" y="359107"/>
                  <a:pt x="173331" y="356155"/>
                </a:cubicBezTo>
                <a:cubicBezTo>
                  <a:pt x="173331" y="355012"/>
                  <a:pt x="171521" y="354059"/>
                  <a:pt x="170378" y="352630"/>
                </a:cubicBezTo>
                <a:cubicBezTo>
                  <a:pt x="164949" y="364727"/>
                  <a:pt x="164854" y="364537"/>
                  <a:pt x="155519" y="371395"/>
                </a:cubicBezTo>
                <a:cubicBezTo>
                  <a:pt x="146090" y="378348"/>
                  <a:pt x="136660" y="385396"/>
                  <a:pt x="127611" y="392826"/>
                </a:cubicBezTo>
                <a:cubicBezTo>
                  <a:pt x="113800" y="404161"/>
                  <a:pt x="100846" y="416543"/>
                  <a:pt x="86273" y="426830"/>
                </a:cubicBezTo>
                <a:cubicBezTo>
                  <a:pt x="78176" y="432545"/>
                  <a:pt x="71604" y="439784"/>
                  <a:pt x="65794" y="449309"/>
                </a:cubicBezTo>
                <a:cubicBezTo>
                  <a:pt x="69223" y="449404"/>
                  <a:pt x="72080" y="450071"/>
                  <a:pt x="74747" y="449404"/>
                </a:cubicBezTo>
                <a:cubicBezTo>
                  <a:pt x="77605" y="448738"/>
                  <a:pt x="80177" y="446356"/>
                  <a:pt x="83415" y="448071"/>
                </a:cubicBezTo>
                <a:moveTo>
                  <a:pt x="192381" y="294814"/>
                </a:moveTo>
                <a:cubicBezTo>
                  <a:pt x="193429" y="298338"/>
                  <a:pt x="195239" y="301767"/>
                  <a:pt x="192191" y="305291"/>
                </a:cubicBezTo>
                <a:cubicBezTo>
                  <a:pt x="190190" y="307672"/>
                  <a:pt x="188381" y="310149"/>
                  <a:pt x="186190" y="312340"/>
                </a:cubicBezTo>
                <a:cubicBezTo>
                  <a:pt x="169140" y="329961"/>
                  <a:pt x="151614" y="347201"/>
                  <a:pt x="134945" y="365203"/>
                </a:cubicBezTo>
                <a:cubicBezTo>
                  <a:pt x="127802" y="372919"/>
                  <a:pt x="119896" y="379586"/>
                  <a:pt x="111895" y="386349"/>
                </a:cubicBezTo>
                <a:cubicBezTo>
                  <a:pt x="109609" y="388349"/>
                  <a:pt x="107513" y="390540"/>
                  <a:pt x="105608" y="392921"/>
                </a:cubicBezTo>
                <a:cubicBezTo>
                  <a:pt x="105227" y="393493"/>
                  <a:pt x="105989" y="395017"/>
                  <a:pt x="106275" y="396255"/>
                </a:cubicBezTo>
                <a:cubicBezTo>
                  <a:pt x="112276" y="395683"/>
                  <a:pt x="115800" y="391207"/>
                  <a:pt x="119801" y="387492"/>
                </a:cubicBezTo>
                <a:cubicBezTo>
                  <a:pt x="123801" y="383682"/>
                  <a:pt x="127706" y="379777"/>
                  <a:pt x="132088" y="376348"/>
                </a:cubicBezTo>
                <a:cubicBezTo>
                  <a:pt x="139613" y="370442"/>
                  <a:pt x="149233" y="367204"/>
                  <a:pt x="153329" y="357202"/>
                </a:cubicBezTo>
                <a:cubicBezTo>
                  <a:pt x="154376" y="354726"/>
                  <a:pt x="157805" y="353202"/>
                  <a:pt x="160282" y="351297"/>
                </a:cubicBezTo>
                <a:cubicBezTo>
                  <a:pt x="164663" y="347963"/>
                  <a:pt x="169045" y="344439"/>
                  <a:pt x="173617" y="341391"/>
                </a:cubicBezTo>
                <a:cubicBezTo>
                  <a:pt x="180380" y="336724"/>
                  <a:pt x="185237" y="330913"/>
                  <a:pt x="188857" y="323389"/>
                </a:cubicBezTo>
                <a:cubicBezTo>
                  <a:pt x="196667" y="307291"/>
                  <a:pt x="204668" y="291385"/>
                  <a:pt x="216003" y="277288"/>
                </a:cubicBezTo>
                <a:cubicBezTo>
                  <a:pt x="218194" y="274621"/>
                  <a:pt x="219337" y="271001"/>
                  <a:pt x="222004" y="265762"/>
                </a:cubicBezTo>
                <a:cubicBezTo>
                  <a:pt x="207335" y="273287"/>
                  <a:pt x="198382" y="283003"/>
                  <a:pt x="192286" y="295480"/>
                </a:cubicBezTo>
                <a:cubicBezTo>
                  <a:pt x="189905" y="295671"/>
                  <a:pt x="187047" y="295004"/>
                  <a:pt x="185428" y="296147"/>
                </a:cubicBezTo>
                <a:cubicBezTo>
                  <a:pt x="180380" y="299671"/>
                  <a:pt x="175712" y="303672"/>
                  <a:pt x="171140" y="307863"/>
                </a:cubicBezTo>
                <a:cubicBezTo>
                  <a:pt x="160663" y="317388"/>
                  <a:pt x="150376" y="327199"/>
                  <a:pt x="140184" y="336914"/>
                </a:cubicBezTo>
                <a:cubicBezTo>
                  <a:pt x="129516" y="347106"/>
                  <a:pt x="118658" y="357107"/>
                  <a:pt x="108466" y="367680"/>
                </a:cubicBezTo>
                <a:cubicBezTo>
                  <a:pt x="102465" y="373871"/>
                  <a:pt x="97226" y="380824"/>
                  <a:pt x="91988" y="387682"/>
                </a:cubicBezTo>
                <a:cubicBezTo>
                  <a:pt x="90368" y="389778"/>
                  <a:pt x="89892" y="392635"/>
                  <a:pt x="87797" y="397969"/>
                </a:cubicBezTo>
                <a:cubicBezTo>
                  <a:pt x="99417" y="387778"/>
                  <a:pt x="109609" y="380634"/>
                  <a:pt x="117610" y="371585"/>
                </a:cubicBezTo>
                <a:cubicBezTo>
                  <a:pt x="131897" y="355393"/>
                  <a:pt x="148471" y="341486"/>
                  <a:pt x="162949" y="325579"/>
                </a:cubicBezTo>
                <a:cubicBezTo>
                  <a:pt x="172474" y="315102"/>
                  <a:pt x="182475" y="305005"/>
                  <a:pt x="192286" y="294814"/>
                </a:cubicBezTo>
                <a:moveTo>
                  <a:pt x="867894" y="941180"/>
                </a:moveTo>
                <a:cubicBezTo>
                  <a:pt x="869609" y="938704"/>
                  <a:pt x="871037" y="935846"/>
                  <a:pt x="873323" y="933941"/>
                </a:cubicBezTo>
                <a:cubicBezTo>
                  <a:pt x="874943" y="932512"/>
                  <a:pt x="878562" y="932608"/>
                  <a:pt x="877324" y="929369"/>
                </a:cubicBezTo>
                <a:cubicBezTo>
                  <a:pt x="876562" y="927369"/>
                  <a:pt x="874085" y="924797"/>
                  <a:pt x="872276" y="924702"/>
                </a:cubicBezTo>
                <a:cubicBezTo>
                  <a:pt x="863703" y="924321"/>
                  <a:pt x="854940" y="923654"/>
                  <a:pt x="846654" y="925178"/>
                </a:cubicBezTo>
                <a:cubicBezTo>
                  <a:pt x="840843" y="926226"/>
                  <a:pt x="836081" y="926321"/>
                  <a:pt x="830747" y="923749"/>
                </a:cubicBezTo>
                <a:cubicBezTo>
                  <a:pt x="828080" y="922416"/>
                  <a:pt x="824746" y="922225"/>
                  <a:pt x="821698" y="922225"/>
                </a:cubicBezTo>
                <a:cubicBezTo>
                  <a:pt x="812459" y="922225"/>
                  <a:pt x="803219" y="922035"/>
                  <a:pt x="794075" y="923083"/>
                </a:cubicBezTo>
                <a:cubicBezTo>
                  <a:pt x="787598" y="923845"/>
                  <a:pt x="781217" y="926607"/>
                  <a:pt x="773597" y="928798"/>
                </a:cubicBezTo>
                <a:cubicBezTo>
                  <a:pt x="771215" y="926607"/>
                  <a:pt x="768072" y="923845"/>
                  <a:pt x="765119" y="921082"/>
                </a:cubicBezTo>
                <a:cubicBezTo>
                  <a:pt x="743117" y="918892"/>
                  <a:pt x="720923" y="919273"/>
                  <a:pt x="699111" y="915272"/>
                </a:cubicBezTo>
                <a:cubicBezTo>
                  <a:pt x="688062" y="913177"/>
                  <a:pt x="678823" y="916225"/>
                  <a:pt x="670060" y="923559"/>
                </a:cubicBezTo>
                <a:cubicBezTo>
                  <a:pt x="658249" y="933465"/>
                  <a:pt x="645866" y="942609"/>
                  <a:pt x="631579" y="949086"/>
                </a:cubicBezTo>
                <a:cubicBezTo>
                  <a:pt x="626054" y="951562"/>
                  <a:pt x="621197" y="955658"/>
                  <a:pt x="616148" y="959182"/>
                </a:cubicBezTo>
                <a:cubicBezTo>
                  <a:pt x="597956" y="971946"/>
                  <a:pt x="578715" y="982900"/>
                  <a:pt x="558713" y="992520"/>
                </a:cubicBezTo>
                <a:cubicBezTo>
                  <a:pt x="554331" y="994615"/>
                  <a:pt x="550426" y="997949"/>
                  <a:pt x="546140" y="1000330"/>
                </a:cubicBezTo>
                <a:cubicBezTo>
                  <a:pt x="536996" y="1005379"/>
                  <a:pt x="528042" y="1011094"/>
                  <a:pt x="518327" y="1014808"/>
                </a:cubicBezTo>
                <a:cubicBezTo>
                  <a:pt x="509087" y="1018333"/>
                  <a:pt x="500515" y="1022524"/>
                  <a:pt x="492990" y="1029001"/>
                </a:cubicBezTo>
                <a:cubicBezTo>
                  <a:pt x="488513" y="1032906"/>
                  <a:pt x="482703" y="1032715"/>
                  <a:pt x="477179" y="1033382"/>
                </a:cubicBezTo>
                <a:cubicBezTo>
                  <a:pt x="475655" y="1033573"/>
                  <a:pt x="473845" y="1032430"/>
                  <a:pt x="472416" y="1031477"/>
                </a:cubicBezTo>
                <a:cubicBezTo>
                  <a:pt x="470797" y="1030334"/>
                  <a:pt x="471845" y="1027000"/>
                  <a:pt x="474226" y="1025191"/>
                </a:cubicBezTo>
                <a:cubicBezTo>
                  <a:pt x="487085" y="1015570"/>
                  <a:pt x="501277" y="1008331"/>
                  <a:pt x="516136" y="1002331"/>
                </a:cubicBezTo>
                <a:cubicBezTo>
                  <a:pt x="524042" y="999092"/>
                  <a:pt x="531662" y="995092"/>
                  <a:pt x="539377" y="991282"/>
                </a:cubicBezTo>
                <a:cubicBezTo>
                  <a:pt x="549854" y="986138"/>
                  <a:pt x="560237" y="980804"/>
                  <a:pt x="570619" y="975470"/>
                </a:cubicBezTo>
                <a:cubicBezTo>
                  <a:pt x="577191" y="972136"/>
                  <a:pt x="583668" y="968612"/>
                  <a:pt x="590145" y="964993"/>
                </a:cubicBezTo>
                <a:cubicBezTo>
                  <a:pt x="603671" y="957563"/>
                  <a:pt x="617006" y="949943"/>
                  <a:pt x="630627" y="942704"/>
                </a:cubicBezTo>
                <a:cubicBezTo>
                  <a:pt x="642723" y="936322"/>
                  <a:pt x="652629" y="927178"/>
                  <a:pt x="662916" y="920416"/>
                </a:cubicBezTo>
                <a:cubicBezTo>
                  <a:pt x="663297" y="914415"/>
                  <a:pt x="660059" y="913462"/>
                  <a:pt x="657201" y="912891"/>
                </a:cubicBezTo>
                <a:cubicBezTo>
                  <a:pt x="650057" y="911367"/>
                  <a:pt x="642914" y="909748"/>
                  <a:pt x="635675" y="909081"/>
                </a:cubicBezTo>
                <a:cubicBezTo>
                  <a:pt x="603766" y="906128"/>
                  <a:pt x="572143" y="900794"/>
                  <a:pt x="540710" y="894889"/>
                </a:cubicBezTo>
                <a:cubicBezTo>
                  <a:pt x="533567" y="893555"/>
                  <a:pt x="526709" y="890507"/>
                  <a:pt x="519755" y="888031"/>
                </a:cubicBezTo>
                <a:cubicBezTo>
                  <a:pt x="518993" y="887745"/>
                  <a:pt x="518422" y="886030"/>
                  <a:pt x="518422" y="884983"/>
                </a:cubicBezTo>
                <a:cubicBezTo>
                  <a:pt x="518422" y="883935"/>
                  <a:pt x="519184" y="882506"/>
                  <a:pt x="520041" y="882030"/>
                </a:cubicBezTo>
                <a:cubicBezTo>
                  <a:pt x="521565" y="881173"/>
                  <a:pt x="523565" y="880125"/>
                  <a:pt x="525089" y="880411"/>
                </a:cubicBezTo>
                <a:cubicBezTo>
                  <a:pt x="531757" y="881458"/>
                  <a:pt x="538520" y="882316"/>
                  <a:pt x="544901" y="884411"/>
                </a:cubicBezTo>
                <a:cubicBezTo>
                  <a:pt x="564904" y="890983"/>
                  <a:pt x="585287" y="895174"/>
                  <a:pt x="606433" y="896127"/>
                </a:cubicBezTo>
                <a:cubicBezTo>
                  <a:pt x="615005" y="896508"/>
                  <a:pt x="623578" y="898508"/>
                  <a:pt x="632150" y="899365"/>
                </a:cubicBezTo>
                <a:cubicBezTo>
                  <a:pt x="646247" y="900889"/>
                  <a:pt x="660344" y="902604"/>
                  <a:pt x="674441" y="903271"/>
                </a:cubicBezTo>
                <a:cubicBezTo>
                  <a:pt x="680918" y="903556"/>
                  <a:pt x="687586" y="901270"/>
                  <a:pt x="695396" y="899842"/>
                </a:cubicBezTo>
                <a:cubicBezTo>
                  <a:pt x="698921" y="901461"/>
                  <a:pt x="702350" y="906128"/>
                  <a:pt x="708636" y="906033"/>
                </a:cubicBezTo>
                <a:cubicBezTo>
                  <a:pt x="721495" y="906033"/>
                  <a:pt x="734639" y="905842"/>
                  <a:pt x="747308" y="907843"/>
                </a:cubicBezTo>
                <a:cubicBezTo>
                  <a:pt x="766262" y="910795"/>
                  <a:pt x="785503" y="907462"/>
                  <a:pt x="804362" y="911367"/>
                </a:cubicBezTo>
                <a:cubicBezTo>
                  <a:pt x="807887" y="912129"/>
                  <a:pt x="811697" y="911367"/>
                  <a:pt x="815411" y="911367"/>
                </a:cubicBezTo>
                <a:cubicBezTo>
                  <a:pt x="820364" y="911272"/>
                  <a:pt x="825317" y="910795"/>
                  <a:pt x="830175" y="910891"/>
                </a:cubicBezTo>
                <a:cubicBezTo>
                  <a:pt x="858464" y="911462"/>
                  <a:pt x="886754" y="912605"/>
                  <a:pt x="915043" y="912796"/>
                </a:cubicBezTo>
                <a:cubicBezTo>
                  <a:pt x="928568" y="912796"/>
                  <a:pt x="942094" y="911176"/>
                  <a:pt x="955619" y="910129"/>
                </a:cubicBezTo>
                <a:cubicBezTo>
                  <a:pt x="962954" y="909557"/>
                  <a:pt x="970288" y="908509"/>
                  <a:pt x="977717" y="908033"/>
                </a:cubicBezTo>
                <a:cubicBezTo>
                  <a:pt x="1004292" y="906319"/>
                  <a:pt x="1029914" y="899461"/>
                  <a:pt x="1055537" y="892793"/>
                </a:cubicBezTo>
                <a:cubicBezTo>
                  <a:pt x="1086493" y="884697"/>
                  <a:pt x="1116878" y="874696"/>
                  <a:pt x="1147263" y="864313"/>
                </a:cubicBezTo>
                <a:cubicBezTo>
                  <a:pt x="1161264" y="859551"/>
                  <a:pt x="1174599" y="853169"/>
                  <a:pt x="1188792" y="848978"/>
                </a:cubicBezTo>
                <a:cubicBezTo>
                  <a:pt x="1196888" y="846502"/>
                  <a:pt x="1204698" y="842311"/>
                  <a:pt x="1212128" y="838215"/>
                </a:cubicBezTo>
                <a:cubicBezTo>
                  <a:pt x="1234702" y="825642"/>
                  <a:pt x="1258610" y="815450"/>
                  <a:pt x="1279565" y="799924"/>
                </a:cubicBezTo>
                <a:cubicBezTo>
                  <a:pt x="1288423" y="793352"/>
                  <a:pt x="1298520" y="788399"/>
                  <a:pt x="1307663" y="782113"/>
                </a:cubicBezTo>
                <a:cubicBezTo>
                  <a:pt x="1324428" y="770587"/>
                  <a:pt x="1340810" y="758681"/>
                  <a:pt x="1355384" y="744108"/>
                </a:cubicBezTo>
                <a:cubicBezTo>
                  <a:pt x="1374910" y="724391"/>
                  <a:pt x="1395008" y="705246"/>
                  <a:pt x="1412058" y="683338"/>
                </a:cubicBezTo>
                <a:cubicBezTo>
                  <a:pt x="1421868" y="670670"/>
                  <a:pt x="1431203" y="657430"/>
                  <a:pt x="1439109" y="643619"/>
                </a:cubicBezTo>
                <a:cubicBezTo>
                  <a:pt x="1456825" y="612472"/>
                  <a:pt x="1473684" y="580849"/>
                  <a:pt x="1490543" y="549131"/>
                </a:cubicBezTo>
                <a:cubicBezTo>
                  <a:pt x="1499021" y="533224"/>
                  <a:pt x="1502831" y="515508"/>
                  <a:pt x="1508165" y="498458"/>
                </a:cubicBezTo>
                <a:cubicBezTo>
                  <a:pt x="1511689" y="487314"/>
                  <a:pt x="1513784" y="475693"/>
                  <a:pt x="1516547" y="464263"/>
                </a:cubicBezTo>
                <a:cubicBezTo>
                  <a:pt x="1523405" y="436450"/>
                  <a:pt x="1525405" y="408066"/>
                  <a:pt x="1523976" y="379681"/>
                </a:cubicBezTo>
                <a:cubicBezTo>
                  <a:pt x="1522643" y="354154"/>
                  <a:pt x="1517499" y="329104"/>
                  <a:pt x="1505307" y="306529"/>
                </a:cubicBezTo>
                <a:cubicBezTo>
                  <a:pt x="1494163" y="285955"/>
                  <a:pt x="1481495" y="266429"/>
                  <a:pt x="1463874" y="250141"/>
                </a:cubicBezTo>
                <a:cubicBezTo>
                  <a:pt x="1450729" y="238045"/>
                  <a:pt x="1437584" y="226138"/>
                  <a:pt x="1424059" y="214423"/>
                </a:cubicBezTo>
                <a:cubicBezTo>
                  <a:pt x="1409962" y="202231"/>
                  <a:pt x="1394341" y="192420"/>
                  <a:pt x="1379196" y="182038"/>
                </a:cubicBezTo>
                <a:cubicBezTo>
                  <a:pt x="1357384" y="167083"/>
                  <a:pt x="1334810" y="153177"/>
                  <a:pt x="1312235" y="139366"/>
                </a:cubicBezTo>
                <a:cubicBezTo>
                  <a:pt x="1301187" y="132603"/>
                  <a:pt x="1289375" y="127078"/>
                  <a:pt x="1278041" y="120982"/>
                </a:cubicBezTo>
                <a:cubicBezTo>
                  <a:pt x="1249275" y="105457"/>
                  <a:pt x="1219843" y="91264"/>
                  <a:pt x="1189363" y="79358"/>
                </a:cubicBezTo>
                <a:cubicBezTo>
                  <a:pt x="1177361" y="74691"/>
                  <a:pt x="1164884" y="70976"/>
                  <a:pt x="1152692" y="66785"/>
                </a:cubicBezTo>
                <a:cubicBezTo>
                  <a:pt x="1136975" y="61356"/>
                  <a:pt x="1121354" y="55546"/>
                  <a:pt x="1105543" y="50497"/>
                </a:cubicBezTo>
                <a:cubicBezTo>
                  <a:pt x="1094970" y="47164"/>
                  <a:pt x="1084112" y="44687"/>
                  <a:pt x="1073348" y="42401"/>
                </a:cubicBezTo>
                <a:cubicBezTo>
                  <a:pt x="1051632" y="37829"/>
                  <a:pt x="1029819" y="33733"/>
                  <a:pt x="1008102" y="29161"/>
                </a:cubicBezTo>
                <a:cubicBezTo>
                  <a:pt x="980861" y="23351"/>
                  <a:pt x="953238" y="20684"/>
                  <a:pt x="925616" y="18398"/>
                </a:cubicBezTo>
                <a:cubicBezTo>
                  <a:pt x="905423" y="16684"/>
                  <a:pt x="885134" y="16493"/>
                  <a:pt x="864846" y="15445"/>
                </a:cubicBezTo>
                <a:cubicBezTo>
                  <a:pt x="858083" y="15064"/>
                  <a:pt x="851321" y="14588"/>
                  <a:pt x="844558" y="13921"/>
                </a:cubicBezTo>
                <a:cubicBezTo>
                  <a:pt x="819888" y="11635"/>
                  <a:pt x="795314" y="14493"/>
                  <a:pt x="770739" y="16303"/>
                </a:cubicBezTo>
                <a:cubicBezTo>
                  <a:pt x="717780" y="20208"/>
                  <a:pt x="665583" y="28685"/>
                  <a:pt x="614339" y="43068"/>
                </a:cubicBezTo>
                <a:cubicBezTo>
                  <a:pt x="581668" y="52212"/>
                  <a:pt x="550045" y="63737"/>
                  <a:pt x="518327" y="75453"/>
                </a:cubicBezTo>
                <a:cubicBezTo>
                  <a:pt x="500991" y="81835"/>
                  <a:pt x="484799" y="90788"/>
                  <a:pt x="467368" y="96979"/>
                </a:cubicBezTo>
                <a:cubicBezTo>
                  <a:pt x="458795" y="100027"/>
                  <a:pt x="450985" y="105361"/>
                  <a:pt x="442793" y="109552"/>
                </a:cubicBezTo>
                <a:cubicBezTo>
                  <a:pt x="398788" y="132031"/>
                  <a:pt x="357259" y="158606"/>
                  <a:pt x="318492" y="189467"/>
                </a:cubicBezTo>
                <a:cubicBezTo>
                  <a:pt x="311729" y="194896"/>
                  <a:pt x="304776" y="200040"/>
                  <a:pt x="298109" y="205564"/>
                </a:cubicBezTo>
                <a:cubicBezTo>
                  <a:pt x="276392" y="223948"/>
                  <a:pt x="256294" y="243855"/>
                  <a:pt x="240006" y="267382"/>
                </a:cubicBezTo>
                <a:cubicBezTo>
                  <a:pt x="238958" y="268906"/>
                  <a:pt x="238196" y="270715"/>
                  <a:pt x="236958" y="272049"/>
                </a:cubicBezTo>
                <a:cubicBezTo>
                  <a:pt x="214765" y="296147"/>
                  <a:pt x="201239" y="325103"/>
                  <a:pt x="190286" y="355488"/>
                </a:cubicBezTo>
                <a:cubicBezTo>
                  <a:pt x="188190" y="361298"/>
                  <a:pt x="185523" y="366823"/>
                  <a:pt x="183237" y="372538"/>
                </a:cubicBezTo>
                <a:cubicBezTo>
                  <a:pt x="182094" y="375395"/>
                  <a:pt x="180856" y="378253"/>
                  <a:pt x="180284" y="381205"/>
                </a:cubicBezTo>
                <a:cubicBezTo>
                  <a:pt x="178284" y="391492"/>
                  <a:pt x="176379" y="401875"/>
                  <a:pt x="170759" y="411019"/>
                </a:cubicBezTo>
                <a:cubicBezTo>
                  <a:pt x="170093" y="412066"/>
                  <a:pt x="169521" y="413209"/>
                  <a:pt x="169331" y="414448"/>
                </a:cubicBezTo>
                <a:cubicBezTo>
                  <a:pt x="165235" y="438165"/>
                  <a:pt x="152852" y="459882"/>
                  <a:pt x="153043" y="484552"/>
                </a:cubicBezTo>
                <a:cubicBezTo>
                  <a:pt x="148947" y="495029"/>
                  <a:pt x="148280" y="506173"/>
                  <a:pt x="146947" y="517222"/>
                </a:cubicBezTo>
                <a:cubicBezTo>
                  <a:pt x="145232" y="531224"/>
                  <a:pt x="143804" y="545321"/>
                  <a:pt x="142851" y="559323"/>
                </a:cubicBezTo>
                <a:cubicBezTo>
                  <a:pt x="142280" y="566657"/>
                  <a:pt x="142089" y="574087"/>
                  <a:pt x="145518" y="581135"/>
                </a:cubicBezTo>
                <a:cubicBezTo>
                  <a:pt x="146756" y="583612"/>
                  <a:pt x="146947" y="587422"/>
                  <a:pt x="145994" y="589993"/>
                </a:cubicBezTo>
                <a:cubicBezTo>
                  <a:pt x="143137" y="597518"/>
                  <a:pt x="145709" y="604662"/>
                  <a:pt x="146280" y="611996"/>
                </a:cubicBezTo>
                <a:cubicBezTo>
                  <a:pt x="146756" y="618187"/>
                  <a:pt x="150566" y="621902"/>
                  <a:pt x="155329" y="625998"/>
                </a:cubicBezTo>
                <a:cubicBezTo>
                  <a:pt x="148947" y="638571"/>
                  <a:pt x="150566" y="650572"/>
                  <a:pt x="158758" y="662098"/>
                </a:cubicBezTo>
                <a:cubicBezTo>
                  <a:pt x="160472" y="664479"/>
                  <a:pt x="161234" y="667717"/>
                  <a:pt x="161806" y="670575"/>
                </a:cubicBezTo>
                <a:cubicBezTo>
                  <a:pt x="166378" y="694673"/>
                  <a:pt x="176665" y="716390"/>
                  <a:pt x="190762" y="736012"/>
                </a:cubicBezTo>
                <a:cubicBezTo>
                  <a:pt x="197906" y="745918"/>
                  <a:pt x="207431" y="753919"/>
                  <a:pt x="215717" y="762967"/>
                </a:cubicBezTo>
                <a:cubicBezTo>
                  <a:pt x="225814" y="773921"/>
                  <a:pt x="237720" y="782589"/>
                  <a:pt x="250103" y="790590"/>
                </a:cubicBezTo>
                <a:cubicBezTo>
                  <a:pt x="256770" y="794971"/>
                  <a:pt x="263723" y="799258"/>
                  <a:pt x="271248" y="801734"/>
                </a:cubicBezTo>
                <a:cubicBezTo>
                  <a:pt x="282869" y="805735"/>
                  <a:pt x="292489" y="814212"/>
                  <a:pt x="305062" y="816117"/>
                </a:cubicBezTo>
                <a:cubicBezTo>
                  <a:pt x="308872" y="816688"/>
                  <a:pt x="310872" y="822213"/>
                  <a:pt x="309920" y="826880"/>
                </a:cubicBezTo>
                <a:cubicBezTo>
                  <a:pt x="309348" y="829833"/>
                  <a:pt x="305538" y="832786"/>
                  <a:pt x="303157" y="831738"/>
                </a:cubicBezTo>
                <a:cubicBezTo>
                  <a:pt x="298775" y="829642"/>
                  <a:pt x="294394" y="827356"/>
                  <a:pt x="290393" y="824689"/>
                </a:cubicBezTo>
                <a:cubicBezTo>
                  <a:pt x="282773" y="819546"/>
                  <a:pt x="275630" y="813545"/>
                  <a:pt x="266486" y="810973"/>
                </a:cubicBezTo>
                <a:cubicBezTo>
                  <a:pt x="260009" y="812402"/>
                  <a:pt x="255532" y="816784"/>
                  <a:pt x="251627" y="821451"/>
                </a:cubicBezTo>
                <a:cubicBezTo>
                  <a:pt x="240387" y="834595"/>
                  <a:pt x="227909" y="846406"/>
                  <a:pt x="214193" y="856979"/>
                </a:cubicBezTo>
                <a:cubicBezTo>
                  <a:pt x="206478" y="862885"/>
                  <a:pt x="200096" y="870600"/>
                  <a:pt x="193715" y="878125"/>
                </a:cubicBezTo>
                <a:cubicBezTo>
                  <a:pt x="183332" y="890317"/>
                  <a:pt x="173522" y="902890"/>
                  <a:pt x="163139" y="915653"/>
                </a:cubicBezTo>
                <a:cubicBezTo>
                  <a:pt x="159615" y="915653"/>
                  <a:pt x="160472" y="912510"/>
                  <a:pt x="161044" y="910700"/>
                </a:cubicBezTo>
                <a:cubicBezTo>
                  <a:pt x="162187" y="907271"/>
                  <a:pt x="163711" y="903842"/>
                  <a:pt x="165902" y="900985"/>
                </a:cubicBezTo>
                <a:cubicBezTo>
                  <a:pt x="179332" y="883268"/>
                  <a:pt x="192857" y="865647"/>
                  <a:pt x="212098" y="853550"/>
                </a:cubicBezTo>
                <a:cubicBezTo>
                  <a:pt x="219337" y="848978"/>
                  <a:pt x="229529" y="835929"/>
                  <a:pt x="234291" y="826880"/>
                </a:cubicBezTo>
                <a:cubicBezTo>
                  <a:pt x="230862" y="824785"/>
                  <a:pt x="229338" y="828404"/>
                  <a:pt x="227052" y="829357"/>
                </a:cubicBezTo>
                <a:cubicBezTo>
                  <a:pt x="224290" y="830595"/>
                  <a:pt x="221528" y="831833"/>
                  <a:pt x="218575" y="832881"/>
                </a:cubicBezTo>
                <a:cubicBezTo>
                  <a:pt x="215813" y="833929"/>
                  <a:pt x="212860" y="834595"/>
                  <a:pt x="208288" y="836024"/>
                </a:cubicBezTo>
                <a:cubicBezTo>
                  <a:pt x="220480" y="820975"/>
                  <a:pt x="237911" y="814974"/>
                  <a:pt x="250579" y="801734"/>
                </a:cubicBezTo>
                <a:cubicBezTo>
                  <a:pt x="248007" y="799639"/>
                  <a:pt x="246388" y="797924"/>
                  <a:pt x="244388" y="796876"/>
                </a:cubicBezTo>
                <a:cubicBezTo>
                  <a:pt x="232386" y="790399"/>
                  <a:pt x="222480" y="781160"/>
                  <a:pt x="212003" y="772588"/>
                </a:cubicBezTo>
                <a:cubicBezTo>
                  <a:pt x="206764" y="768301"/>
                  <a:pt x="204573" y="768968"/>
                  <a:pt x="199239" y="773254"/>
                </a:cubicBezTo>
                <a:cubicBezTo>
                  <a:pt x="185809" y="784113"/>
                  <a:pt x="172188" y="794686"/>
                  <a:pt x="158567" y="805258"/>
                </a:cubicBezTo>
                <a:cubicBezTo>
                  <a:pt x="151709" y="810497"/>
                  <a:pt x="144947" y="815641"/>
                  <a:pt x="139041" y="822213"/>
                </a:cubicBezTo>
                <a:cubicBezTo>
                  <a:pt x="133707" y="828118"/>
                  <a:pt x="126754" y="832405"/>
                  <a:pt x="120372" y="837358"/>
                </a:cubicBezTo>
                <a:cubicBezTo>
                  <a:pt x="116467" y="840310"/>
                  <a:pt x="112466" y="843168"/>
                  <a:pt x="109799" y="845073"/>
                </a:cubicBezTo>
                <a:cubicBezTo>
                  <a:pt x="107037" y="852026"/>
                  <a:pt x="114181" y="857265"/>
                  <a:pt x="108561" y="862504"/>
                </a:cubicBezTo>
                <a:cubicBezTo>
                  <a:pt x="106180" y="864790"/>
                  <a:pt x="106942" y="868219"/>
                  <a:pt x="108656" y="871076"/>
                </a:cubicBezTo>
                <a:cubicBezTo>
                  <a:pt x="115324" y="882220"/>
                  <a:pt x="121801" y="893365"/>
                  <a:pt x="128564" y="904509"/>
                </a:cubicBezTo>
                <a:cubicBezTo>
                  <a:pt x="133707" y="913081"/>
                  <a:pt x="140470" y="920035"/>
                  <a:pt x="147995" y="926702"/>
                </a:cubicBezTo>
                <a:cubicBezTo>
                  <a:pt x="152662" y="930798"/>
                  <a:pt x="156758" y="930036"/>
                  <a:pt x="161806" y="928798"/>
                </a:cubicBezTo>
                <a:cubicBezTo>
                  <a:pt x="160091" y="938799"/>
                  <a:pt x="151233" y="941656"/>
                  <a:pt x="145137" y="947181"/>
                </a:cubicBezTo>
                <a:cubicBezTo>
                  <a:pt x="141708" y="944038"/>
                  <a:pt x="144185" y="938989"/>
                  <a:pt x="139517" y="936322"/>
                </a:cubicBezTo>
                <a:cubicBezTo>
                  <a:pt x="122182" y="926226"/>
                  <a:pt x="113514" y="908700"/>
                  <a:pt x="103799" y="892317"/>
                </a:cubicBezTo>
                <a:cubicBezTo>
                  <a:pt x="98465" y="883268"/>
                  <a:pt x="93893" y="873934"/>
                  <a:pt x="85511" y="866980"/>
                </a:cubicBezTo>
                <a:cubicBezTo>
                  <a:pt x="83415" y="865171"/>
                  <a:pt x="81796" y="862123"/>
                  <a:pt x="81034" y="859360"/>
                </a:cubicBezTo>
                <a:cubicBezTo>
                  <a:pt x="78272" y="849169"/>
                  <a:pt x="75033" y="839167"/>
                  <a:pt x="67413" y="831357"/>
                </a:cubicBezTo>
                <a:cubicBezTo>
                  <a:pt x="62841" y="818498"/>
                  <a:pt x="52459" y="808687"/>
                  <a:pt x="49316" y="795067"/>
                </a:cubicBezTo>
                <a:cubicBezTo>
                  <a:pt x="47887" y="788875"/>
                  <a:pt x="43696" y="784208"/>
                  <a:pt x="39029" y="780017"/>
                </a:cubicBezTo>
                <a:cubicBezTo>
                  <a:pt x="35695" y="777064"/>
                  <a:pt x="34076" y="773254"/>
                  <a:pt x="33409" y="768682"/>
                </a:cubicBezTo>
                <a:cubicBezTo>
                  <a:pt x="31694" y="756300"/>
                  <a:pt x="27789" y="744679"/>
                  <a:pt x="19693" y="734773"/>
                </a:cubicBezTo>
                <a:cubicBezTo>
                  <a:pt x="17788" y="732487"/>
                  <a:pt x="16264" y="729439"/>
                  <a:pt x="15692" y="726582"/>
                </a:cubicBezTo>
                <a:cubicBezTo>
                  <a:pt x="11501" y="707246"/>
                  <a:pt x="5786" y="688387"/>
                  <a:pt x="5501" y="668289"/>
                </a:cubicBezTo>
                <a:cubicBezTo>
                  <a:pt x="5310" y="654097"/>
                  <a:pt x="3119" y="640000"/>
                  <a:pt x="1310" y="625903"/>
                </a:cubicBezTo>
                <a:cubicBezTo>
                  <a:pt x="-405" y="612949"/>
                  <a:pt x="-500" y="599995"/>
                  <a:pt x="1405" y="587041"/>
                </a:cubicBezTo>
                <a:cubicBezTo>
                  <a:pt x="3691" y="572372"/>
                  <a:pt x="5310" y="557513"/>
                  <a:pt x="8358" y="543035"/>
                </a:cubicBezTo>
                <a:cubicBezTo>
                  <a:pt x="16359" y="504078"/>
                  <a:pt x="27599" y="465978"/>
                  <a:pt x="49030" y="432259"/>
                </a:cubicBezTo>
                <a:cubicBezTo>
                  <a:pt x="63508" y="409495"/>
                  <a:pt x="77319" y="386158"/>
                  <a:pt x="94655" y="364918"/>
                </a:cubicBezTo>
                <a:cubicBezTo>
                  <a:pt x="111609" y="344153"/>
                  <a:pt x="131516" y="327199"/>
                  <a:pt x="151614" y="310054"/>
                </a:cubicBezTo>
                <a:cubicBezTo>
                  <a:pt x="156281" y="306053"/>
                  <a:pt x="160758" y="301862"/>
                  <a:pt x="165235" y="297671"/>
                </a:cubicBezTo>
                <a:cubicBezTo>
                  <a:pt x="183904" y="280621"/>
                  <a:pt x="201239" y="262238"/>
                  <a:pt x="221242" y="246427"/>
                </a:cubicBezTo>
                <a:cubicBezTo>
                  <a:pt x="233243" y="236997"/>
                  <a:pt x="243816" y="225472"/>
                  <a:pt x="254865" y="214804"/>
                </a:cubicBezTo>
                <a:cubicBezTo>
                  <a:pt x="258770" y="210994"/>
                  <a:pt x="261914" y="205850"/>
                  <a:pt x="268772" y="209565"/>
                </a:cubicBezTo>
                <a:cubicBezTo>
                  <a:pt x="269915" y="210232"/>
                  <a:pt x="272391" y="209279"/>
                  <a:pt x="273915" y="208327"/>
                </a:cubicBezTo>
                <a:cubicBezTo>
                  <a:pt x="276582" y="206707"/>
                  <a:pt x="279059" y="204898"/>
                  <a:pt x="281249" y="202802"/>
                </a:cubicBezTo>
                <a:cubicBezTo>
                  <a:pt x="306110" y="178513"/>
                  <a:pt x="334875" y="159082"/>
                  <a:pt x="363831" y="140318"/>
                </a:cubicBezTo>
                <a:cubicBezTo>
                  <a:pt x="396407" y="119268"/>
                  <a:pt x="430697" y="100885"/>
                  <a:pt x="465749" y="84311"/>
                </a:cubicBezTo>
                <a:cubicBezTo>
                  <a:pt x="493085" y="71357"/>
                  <a:pt x="520708" y="59356"/>
                  <a:pt x="549283" y="49640"/>
                </a:cubicBezTo>
                <a:cubicBezTo>
                  <a:pt x="570238" y="42496"/>
                  <a:pt x="591669" y="36781"/>
                  <a:pt x="612910" y="30590"/>
                </a:cubicBezTo>
                <a:cubicBezTo>
                  <a:pt x="622340" y="27828"/>
                  <a:pt x="631865" y="25161"/>
                  <a:pt x="641390" y="22875"/>
                </a:cubicBezTo>
                <a:cubicBezTo>
                  <a:pt x="685205" y="12302"/>
                  <a:pt x="729686" y="5730"/>
                  <a:pt x="774644" y="2587"/>
                </a:cubicBezTo>
                <a:cubicBezTo>
                  <a:pt x="780836" y="2206"/>
                  <a:pt x="786932" y="2206"/>
                  <a:pt x="793123" y="1539"/>
                </a:cubicBezTo>
                <a:cubicBezTo>
                  <a:pt x="822746" y="-1414"/>
                  <a:pt x="852178" y="396"/>
                  <a:pt x="881705" y="2682"/>
                </a:cubicBezTo>
                <a:cubicBezTo>
                  <a:pt x="900755" y="4206"/>
                  <a:pt x="919805" y="5539"/>
                  <a:pt x="938855" y="6301"/>
                </a:cubicBezTo>
                <a:cubicBezTo>
                  <a:pt x="974193" y="7730"/>
                  <a:pt x="1008579" y="14969"/>
                  <a:pt x="1042964" y="21922"/>
                </a:cubicBezTo>
                <a:cubicBezTo>
                  <a:pt x="1061061" y="25637"/>
                  <a:pt x="1079063" y="29828"/>
                  <a:pt x="1096971" y="34210"/>
                </a:cubicBezTo>
                <a:cubicBezTo>
                  <a:pt x="1105924" y="36400"/>
                  <a:pt x="1114687" y="39353"/>
                  <a:pt x="1123450" y="42211"/>
                </a:cubicBezTo>
                <a:cubicBezTo>
                  <a:pt x="1136309" y="46306"/>
                  <a:pt x="1149072" y="50878"/>
                  <a:pt x="1162121" y="54784"/>
                </a:cubicBezTo>
                <a:cubicBezTo>
                  <a:pt x="1182791" y="61070"/>
                  <a:pt x="1203079" y="68500"/>
                  <a:pt x="1222320" y="78406"/>
                </a:cubicBezTo>
                <a:cubicBezTo>
                  <a:pt x="1226129" y="80406"/>
                  <a:pt x="1230225" y="81835"/>
                  <a:pt x="1234130" y="83549"/>
                </a:cubicBezTo>
                <a:cubicBezTo>
                  <a:pt x="1240893" y="86407"/>
                  <a:pt x="1248037" y="88788"/>
                  <a:pt x="1254514" y="92312"/>
                </a:cubicBezTo>
                <a:cubicBezTo>
                  <a:pt x="1276612" y="104504"/>
                  <a:pt x="1298329" y="117458"/>
                  <a:pt x="1320522" y="129364"/>
                </a:cubicBezTo>
                <a:cubicBezTo>
                  <a:pt x="1348240" y="144223"/>
                  <a:pt x="1373767" y="162702"/>
                  <a:pt x="1400151" y="179656"/>
                </a:cubicBezTo>
                <a:cubicBezTo>
                  <a:pt x="1426154" y="196325"/>
                  <a:pt x="1449110" y="216804"/>
                  <a:pt x="1471493" y="238045"/>
                </a:cubicBezTo>
                <a:cubicBezTo>
                  <a:pt x="1482352" y="248332"/>
                  <a:pt x="1492258" y="259190"/>
                  <a:pt x="1500354" y="271668"/>
                </a:cubicBezTo>
                <a:cubicBezTo>
                  <a:pt x="1512070" y="289765"/>
                  <a:pt x="1523595" y="308149"/>
                  <a:pt x="1528834" y="329389"/>
                </a:cubicBezTo>
                <a:cubicBezTo>
                  <a:pt x="1532644" y="344915"/>
                  <a:pt x="1536359" y="360727"/>
                  <a:pt x="1538264" y="376538"/>
                </a:cubicBezTo>
                <a:cubicBezTo>
                  <a:pt x="1539597" y="387397"/>
                  <a:pt x="1538168" y="398731"/>
                  <a:pt x="1537597" y="409780"/>
                </a:cubicBezTo>
                <a:cubicBezTo>
                  <a:pt x="1537121" y="419020"/>
                  <a:pt x="1536359" y="428259"/>
                  <a:pt x="1535216" y="437498"/>
                </a:cubicBezTo>
                <a:cubicBezTo>
                  <a:pt x="1531977" y="463311"/>
                  <a:pt x="1525691" y="488457"/>
                  <a:pt x="1516451" y="512746"/>
                </a:cubicBezTo>
                <a:cubicBezTo>
                  <a:pt x="1515118" y="516175"/>
                  <a:pt x="1514070" y="519794"/>
                  <a:pt x="1513022" y="523318"/>
                </a:cubicBezTo>
                <a:cubicBezTo>
                  <a:pt x="1505212" y="549512"/>
                  <a:pt x="1493401" y="573896"/>
                  <a:pt x="1479971" y="597709"/>
                </a:cubicBezTo>
                <a:cubicBezTo>
                  <a:pt x="1474256" y="607900"/>
                  <a:pt x="1468350" y="618187"/>
                  <a:pt x="1463207" y="628760"/>
                </a:cubicBezTo>
                <a:cubicBezTo>
                  <a:pt x="1452825" y="650001"/>
                  <a:pt x="1439966" y="669527"/>
                  <a:pt x="1425392" y="688006"/>
                </a:cubicBezTo>
                <a:cubicBezTo>
                  <a:pt x="1418534" y="696673"/>
                  <a:pt x="1411867" y="705532"/>
                  <a:pt x="1405009" y="714199"/>
                </a:cubicBezTo>
                <a:cubicBezTo>
                  <a:pt x="1403866" y="715628"/>
                  <a:pt x="1402437" y="716866"/>
                  <a:pt x="1401104" y="718105"/>
                </a:cubicBezTo>
                <a:cubicBezTo>
                  <a:pt x="1392531" y="726106"/>
                  <a:pt x="1383578" y="733630"/>
                  <a:pt x="1375577" y="742203"/>
                </a:cubicBezTo>
                <a:cubicBezTo>
                  <a:pt x="1361670" y="756967"/>
                  <a:pt x="1345668" y="769540"/>
                  <a:pt x="1332905" y="785542"/>
                </a:cubicBezTo>
                <a:cubicBezTo>
                  <a:pt x="1326904" y="793066"/>
                  <a:pt x="1317665" y="798019"/>
                  <a:pt x="1309568" y="803734"/>
                </a:cubicBezTo>
                <a:cubicBezTo>
                  <a:pt x="1305378" y="806687"/>
                  <a:pt x="1302234" y="809735"/>
                  <a:pt x="1300520" y="814879"/>
                </a:cubicBezTo>
                <a:cubicBezTo>
                  <a:pt x="1296424" y="827071"/>
                  <a:pt x="1288042" y="834976"/>
                  <a:pt x="1277088" y="842025"/>
                </a:cubicBezTo>
                <a:cubicBezTo>
                  <a:pt x="1261563" y="852026"/>
                  <a:pt x="1245560" y="861361"/>
                  <a:pt x="1230130" y="871552"/>
                </a:cubicBezTo>
                <a:cubicBezTo>
                  <a:pt x="1214700" y="881744"/>
                  <a:pt x="1199745" y="892698"/>
                  <a:pt x="1184600" y="903366"/>
                </a:cubicBezTo>
                <a:cubicBezTo>
                  <a:pt x="1175647" y="909748"/>
                  <a:pt x="1165741" y="914415"/>
                  <a:pt x="1156502" y="920225"/>
                </a:cubicBezTo>
                <a:cubicBezTo>
                  <a:pt x="1149739" y="924511"/>
                  <a:pt x="1143167" y="928988"/>
                  <a:pt x="1136499" y="933560"/>
                </a:cubicBezTo>
                <a:cubicBezTo>
                  <a:pt x="1126403" y="940513"/>
                  <a:pt x="1117449" y="949372"/>
                  <a:pt x="1105162" y="952801"/>
                </a:cubicBezTo>
                <a:cubicBezTo>
                  <a:pt x="1104019" y="953086"/>
                  <a:pt x="1103067" y="954039"/>
                  <a:pt x="1102019" y="954706"/>
                </a:cubicBezTo>
                <a:cubicBezTo>
                  <a:pt x="1084302" y="965850"/>
                  <a:pt x="1066586" y="976994"/>
                  <a:pt x="1048869" y="988138"/>
                </a:cubicBezTo>
                <a:cubicBezTo>
                  <a:pt x="1046774" y="989472"/>
                  <a:pt x="1044869" y="991186"/>
                  <a:pt x="1042583" y="991948"/>
                </a:cubicBezTo>
                <a:cubicBezTo>
                  <a:pt x="1025152" y="997949"/>
                  <a:pt x="1009340" y="1007855"/>
                  <a:pt x="991052" y="1011856"/>
                </a:cubicBezTo>
                <a:cubicBezTo>
                  <a:pt x="979146" y="1014427"/>
                  <a:pt x="967907" y="1019857"/>
                  <a:pt x="956096" y="1022905"/>
                </a:cubicBezTo>
                <a:cubicBezTo>
                  <a:pt x="940570" y="1026905"/>
                  <a:pt x="924854" y="1030048"/>
                  <a:pt x="909137" y="1033096"/>
                </a:cubicBezTo>
                <a:cubicBezTo>
                  <a:pt x="888087" y="1037287"/>
                  <a:pt x="866942" y="1041193"/>
                  <a:pt x="845701" y="1044907"/>
                </a:cubicBezTo>
                <a:cubicBezTo>
                  <a:pt x="838462" y="1046146"/>
                  <a:pt x="831032" y="1047098"/>
                  <a:pt x="823698" y="1046908"/>
                </a:cubicBezTo>
                <a:cubicBezTo>
                  <a:pt x="811887" y="1046527"/>
                  <a:pt x="800457" y="1048146"/>
                  <a:pt x="789027" y="1051003"/>
                </a:cubicBezTo>
                <a:cubicBezTo>
                  <a:pt x="769787" y="1055861"/>
                  <a:pt x="750260" y="1057480"/>
                  <a:pt x="730353" y="1057004"/>
                </a:cubicBezTo>
                <a:cubicBezTo>
                  <a:pt x="717494" y="1056718"/>
                  <a:pt x="704445" y="1057861"/>
                  <a:pt x="691682" y="1059290"/>
                </a:cubicBezTo>
                <a:cubicBezTo>
                  <a:pt x="667107" y="1061957"/>
                  <a:pt x="642533" y="1062719"/>
                  <a:pt x="617958" y="1061290"/>
                </a:cubicBezTo>
                <a:cubicBezTo>
                  <a:pt x="598241" y="1060147"/>
                  <a:pt x="578620" y="1060719"/>
                  <a:pt x="558998" y="1062529"/>
                </a:cubicBezTo>
                <a:cubicBezTo>
                  <a:pt x="552236" y="1063100"/>
                  <a:pt x="545568" y="1062529"/>
                  <a:pt x="538805" y="1062433"/>
                </a:cubicBezTo>
                <a:cubicBezTo>
                  <a:pt x="508611" y="1061767"/>
                  <a:pt x="478988" y="1053766"/>
                  <a:pt x="448794" y="1054147"/>
                </a:cubicBezTo>
                <a:cubicBezTo>
                  <a:pt x="442222" y="1054147"/>
                  <a:pt x="437840" y="1049289"/>
                  <a:pt x="431935" y="1048336"/>
                </a:cubicBezTo>
                <a:cubicBezTo>
                  <a:pt x="431268" y="1043383"/>
                  <a:pt x="433745" y="1041764"/>
                  <a:pt x="438317" y="1041669"/>
                </a:cubicBezTo>
                <a:cubicBezTo>
                  <a:pt x="462415" y="1040812"/>
                  <a:pt x="486227" y="1044622"/>
                  <a:pt x="510040" y="1047384"/>
                </a:cubicBezTo>
                <a:cubicBezTo>
                  <a:pt x="511850" y="1047574"/>
                  <a:pt x="513659" y="1047574"/>
                  <a:pt x="516422" y="1047765"/>
                </a:cubicBezTo>
                <a:cubicBezTo>
                  <a:pt x="517184" y="1045003"/>
                  <a:pt x="517374" y="1041955"/>
                  <a:pt x="518898" y="1039669"/>
                </a:cubicBezTo>
                <a:cubicBezTo>
                  <a:pt x="520517" y="1037192"/>
                  <a:pt x="523184" y="1035192"/>
                  <a:pt x="525756" y="1033763"/>
                </a:cubicBezTo>
                <a:cubicBezTo>
                  <a:pt x="533186" y="1029477"/>
                  <a:pt x="540901" y="1025476"/>
                  <a:pt x="548426" y="1021381"/>
                </a:cubicBezTo>
                <a:cubicBezTo>
                  <a:pt x="565761" y="1012141"/>
                  <a:pt x="583097" y="1002902"/>
                  <a:pt x="600527" y="993758"/>
                </a:cubicBezTo>
                <a:cubicBezTo>
                  <a:pt x="602718" y="992615"/>
                  <a:pt x="605004" y="991758"/>
                  <a:pt x="607290" y="990710"/>
                </a:cubicBezTo>
                <a:cubicBezTo>
                  <a:pt x="627864" y="981090"/>
                  <a:pt x="648248" y="970993"/>
                  <a:pt x="667964" y="959563"/>
                </a:cubicBezTo>
                <a:cubicBezTo>
                  <a:pt x="687110" y="948419"/>
                  <a:pt x="706827" y="938227"/>
                  <a:pt x="728543" y="932703"/>
                </a:cubicBezTo>
                <a:cubicBezTo>
                  <a:pt x="730829" y="932131"/>
                  <a:pt x="733306" y="932512"/>
                  <a:pt x="735687" y="932512"/>
                </a:cubicBezTo>
                <a:cubicBezTo>
                  <a:pt x="736068" y="932512"/>
                  <a:pt x="736354" y="933274"/>
                  <a:pt x="736735" y="933655"/>
                </a:cubicBezTo>
                <a:cubicBezTo>
                  <a:pt x="736068" y="934608"/>
                  <a:pt x="735592" y="936132"/>
                  <a:pt x="734735" y="936513"/>
                </a:cubicBezTo>
                <a:cubicBezTo>
                  <a:pt x="719780" y="942323"/>
                  <a:pt x="705302" y="948895"/>
                  <a:pt x="691967" y="958039"/>
                </a:cubicBezTo>
                <a:cubicBezTo>
                  <a:pt x="683871" y="963564"/>
                  <a:pt x="674822" y="967755"/>
                  <a:pt x="666059" y="972327"/>
                </a:cubicBezTo>
                <a:cubicBezTo>
                  <a:pt x="649200" y="980995"/>
                  <a:pt x="632150" y="989567"/>
                  <a:pt x="615291" y="998140"/>
                </a:cubicBezTo>
                <a:cubicBezTo>
                  <a:pt x="605957" y="1002902"/>
                  <a:pt x="596622" y="1007665"/>
                  <a:pt x="587383" y="1012427"/>
                </a:cubicBezTo>
                <a:cubicBezTo>
                  <a:pt x="575858" y="1018237"/>
                  <a:pt x="564332" y="1024048"/>
                  <a:pt x="552902" y="1029953"/>
                </a:cubicBezTo>
                <a:cubicBezTo>
                  <a:pt x="550140" y="1031382"/>
                  <a:pt x="547378" y="1032620"/>
                  <a:pt x="544711" y="1034239"/>
                </a:cubicBezTo>
                <a:cubicBezTo>
                  <a:pt x="542044" y="1035859"/>
                  <a:pt x="539186" y="1037954"/>
                  <a:pt x="539948" y="1041383"/>
                </a:cubicBezTo>
                <a:cubicBezTo>
                  <a:pt x="540806" y="1045003"/>
                  <a:pt x="542615" y="1048717"/>
                  <a:pt x="546616" y="1049670"/>
                </a:cubicBezTo>
                <a:cubicBezTo>
                  <a:pt x="555188" y="1051670"/>
                  <a:pt x="564142" y="1052527"/>
                  <a:pt x="571667" y="1047193"/>
                </a:cubicBezTo>
                <a:cubicBezTo>
                  <a:pt x="586430" y="1036811"/>
                  <a:pt x="603385" y="1031096"/>
                  <a:pt x="619482" y="1023476"/>
                </a:cubicBezTo>
                <a:cubicBezTo>
                  <a:pt x="632246" y="1017475"/>
                  <a:pt x="644438" y="1010236"/>
                  <a:pt x="656534" y="1002807"/>
                </a:cubicBezTo>
                <a:cubicBezTo>
                  <a:pt x="670727" y="994044"/>
                  <a:pt x="683871" y="983947"/>
                  <a:pt x="698540" y="975851"/>
                </a:cubicBezTo>
                <a:cubicBezTo>
                  <a:pt x="709779" y="969660"/>
                  <a:pt x="719971" y="961278"/>
                  <a:pt x="730544" y="953753"/>
                </a:cubicBezTo>
                <a:cubicBezTo>
                  <a:pt x="735020" y="950515"/>
                  <a:pt x="739402" y="947086"/>
                  <a:pt x="745117" y="946038"/>
                </a:cubicBezTo>
                <a:cubicBezTo>
                  <a:pt x="749879" y="945181"/>
                  <a:pt x="752546" y="942323"/>
                  <a:pt x="752451" y="936989"/>
                </a:cubicBezTo>
                <a:cubicBezTo>
                  <a:pt x="752451" y="934036"/>
                  <a:pt x="755118" y="933084"/>
                  <a:pt x="757595" y="932608"/>
                </a:cubicBezTo>
                <a:cubicBezTo>
                  <a:pt x="759976" y="932131"/>
                  <a:pt x="762357" y="932131"/>
                  <a:pt x="765405" y="931846"/>
                </a:cubicBezTo>
                <a:cubicBezTo>
                  <a:pt x="765215" y="934227"/>
                  <a:pt x="765691" y="936322"/>
                  <a:pt x="764834" y="937465"/>
                </a:cubicBezTo>
                <a:cubicBezTo>
                  <a:pt x="763500" y="939466"/>
                  <a:pt x="761405" y="940990"/>
                  <a:pt x="759404" y="942418"/>
                </a:cubicBezTo>
                <a:cubicBezTo>
                  <a:pt x="747689" y="951372"/>
                  <a:pt x="734258" y="958325"/>
                  <a:pt x="725019" y="970231"/>
                </a:cubicBezTo>
                <a:cubicBezTo>
                  <a:pt x="712732" y="974708"/>
                  <a:pt x="705683" y="987472"/>
                  <a:pt x="692825" y="991282"/>
                </a:cubicBezTo>
                <a:cubicBezTo>
                  <a:pt x="690539" y="991948"/>
                  <a:pt x="688729" y="993949"/>
                  <a:pt x="686633" y="995282"/>
                </a:cubicBezTo>
                <a:cubicBezTo>
                  <a:pt x="667869" y="1007093"/>
                  <a:pt x="649200" y="1019190"/>
                  <a:pt x="630245" y="1030620"/>
                </a:cubicBezTo>
                <a:cubicBezTo>
                  <a:pt x="623483" y="1034716"/>
                  <a:pt x="615767" y="1037287"/>
                  <a:pt x="608433" y="1040621"/>
                </a:cubicBezTo>
                <a:cubicBezTo>
                  <a:pt x="606338" y="1041574"/>
                  <a:pt x="604242" y="1042431"/>
                  <a:pt x="599861" y="1044431"/>
                </a:cubicBezTo>
                <a:cubicBezTo>
                  <a:pt x="613577" y="1048622"/>
                  <a:pt x="624911" y="1049956"/>
                  <a:pt x="636532" y="1049765"/>
                </a:cubicBezTo>
                <a:cubicBezTo>
                  <a:pt x="641580" y="1049670"/>
                  <a:pt x="645962" y="1048432"/>
                  <a:pt x="649010" y="1043383"/>
                </a:cubicBezTo>
                <a:cubicBezTo>
                  <a:pt x="653677" y="1035668"/>
                  <a:pt x="661202" y="1030810"/>
                  <a:pt x="669488" y="1028429"/>
                </a:cubicBezTo>
                <a:cubicBezTo>
                  <a:pt x="683204" y="1024524"/>
                  <a:pt x="694920" y="1016142"/>
                  <a:pt x="708160" y="1011189"/>
                </a:cubicBezTo>
                <a:cubicBezTo>
                  <a:pt x="714446" y="1008808"/>
                  <a:pt x="720257" y="1005093"/>
                  <a:pt x="726448" y="1002426"/>
                </a:cubicBezTo>
                <a:cubicBezTo>
                  <a:pt x="744831" y="994615"/>
                  <a:pt x="760833" y="983185"/>
                  <a:pt x="776740" y="971374"/>
                </a:cubicBezTo>
                <a:cubicBezTo>
                  <a:pt x="787217" y="963659"/>
                  <a:pt x="797504" y="955849"/>
                  <a:pt x="807791" y="947943"/>
                </a:cubicBezTo>
                <a:cubicBezTo>
                  <a:pt x="813506" y="943466"/>
                  <a:pt x="819698" y="939847"/>
                  <a:pt x="826175" y="936418"/>
                </a:cubicBezTo>
                <a:cubicBezTo>
                  <a:pt x="827794" y="941752"/>
                  <a:pt x="824746" y="944323"/>
                  <a:pt x="821984" y="946609"/>
                </a:cubicBezTo>
                <a:cubicBezTo>
                  <a:pt x="804077" y="961659"/>
                  <a:pt x="787503" y="978518"/>
                  <a:pt x="767405" y="990805"/>
                </a:cubicBezTo>
                <a:cubicBezTo>
                  <a:pt x="753213" y="999473"/>
                  <a:pt x="738735" y="1007569"/>
                  <a:pt x="724067" y="1015285"/>
                </a:cubicBezTo>
                <a:cubicBezTo>
                  <a:pt x="708827" y="1023286"/>
                  <a:pt x="693206" y="1030429"/>
                  <a:pt x="677870" y="1038145"/>
                </a:cubicBezTo>
                <a:cubicBezTo>
                  <a:pt x="675204" y="1039478"/>
                  <a:pt x="672917" y="1041669"/>
                  <a:pt x="669012" y="1044526"/>
                </a:cubicBezTo>
                <a:cubicBezTo>
                  <a:pt x="672632" y="1045955"/>
                  <a:pt x="674537" y="1047384"/>
                  <a:pt x="676537" y="1047479"/>
                </a:cubicBezTo>
                <a:cubicBezTo>
                  <a:pt x="681395" y="1047670"/>
                  <a:pt x="686348" y="1047289"/>
                  <a:pt x="691301" y="1047003"/>
                </a:cubicBezTo>
                <a:cubicBezTo>
                  <a:pt x="706064" y="1046050"/>
                  <a:pt x="720828" y="1044145"/>
                  <a:pt x="735592" y="1044336"/>
                </a:cubicBezTo>
                <a:cubicBezTo>
                  <a:pt x="757404" y="1044622"/>
                  <a:pt x="778359" y="1040526"/>
                  <a:pt x="800457" y="1036049"/>
                </a:cubicBezTo>
                <a:cubicBezTo>
                  <a:pt x="801600" y="1032906"/>
                  <a:pt x="802553" y="1029382"/>
                  <a:pt x="804077" y="1026238"/>
                </a:cubicBezTo>
                <a:cubicBezTo>
                  <a:pt x="805410" y="1023571"/>
                  <a:pt x="806934" y="1020523"/>
                  <a:pt x="809125" y="1018714"/>
                </a:cubicBezTo>
                <a:cubicBezTo>
                  <a:pt x="823127" y="1007665"/>
                  <a:pt x="837224" y="996806"/>
                  <a:pt x="851416" y="986043"/>
                </a:cubicBezTo>
                <a:cubicBezTo>
                  <a:pt x="866656" y="974518"/>
                  <a:pt x="881991" y="963088"/>
                  <a:pt x="897422" y="951658"/>
                </a:cubicBezTo>
                <a:cubicBezTo>
                  <a:pt x="901422" y="948705"/>
                  <a:pt x="905327" y="945752"/>
                  <a:pt x="909614" y="943180"/>
                </a:cubicBezTo>
                <a:cubicBezTo>
                  <a:pt x="910852" y="942418"/>
                  <a:pt x="913519" y="942609"/>
                  <a:pt x="914376" y="943466"/>
                </a:cubicBezTo>
                <a:cubicBezTo>
                  <a:pt x="915233" y="944323"/>
                  <a:pt x="915233" y="947276"/>
                  <a:pt x="914376" y="948229"/>
                </a:cubicBezTo>
                <a:cubicBezTo>
                  <a:pt x="909804" y="953182"/>
                  <a:pt x="905232" y="958325"/>
                  <a:pt x="899993" y="962516"/>
                </a:cubicBezTo>
                <a:cubicBezTo>
                  <a:pt x="882944" y="975756"/>
                  <a:pt x="865608" y="988615"/>
                  <a:pt x="848273" y="1001664"/>
                </a:cubicBezTo>
                <a:cubicBezTo>
                  <a:pt x="842367" y="1006141"/>
                  <a:pt x="835795" y="1010141"/>
                  <a:pt x="835795" y="1018904"/>
                </a:cubicBezTo>
                <a:cubicBezTo>
                  <a:pt x="835795" y="1025286"/>
                  <a:pt x="828746" y="1027191"/>
                  <a:pt x="826651" y="1033477"/>
                </a:cubicBezTo>
                <a:cubicBezTo>
                  <a:pt x="839414" y="1034811"/>
                  <a:pt x="851035" y="1031572"/>
                  <a:pt x="862274" y="1028620"/>
                </a:cubicBezTo>
                <a:cubicBezTo>
                  <a:pt x="862941" y="1026524"/>
                  <a:pt x="863798" y="1025381"/>
                  <a:pt x="863608" y="1024333"/>
                </a:cubicBezTo>
                <a:cubicBezTo>
                  <a:pt x="862941" y="1020809"/>
                  <a:pt x="860655" y="1016999"/>
                  <a:pt x="861512" y="1013951"/>
                </a:cubicBezTo>
                <a:cubicBezTo>
                  <a:pt x="862274" y="1010808"/>
                  <a:pt x="865608" y="1007379"/>
                  <a:pt x="868561" y="1006045"/>
                </a:cubicBezTo>
                <a:cubicBezTo>
                  <a:pt x="877419" y="1002331"/>
                  <a:pt x="882372" y="994044"/>
                  <a:pt x="889992" y="988996"/>
                </a:cubicBezTo>
                <a:cubicBezTo>
                  <a:pt x="897136" y="984233"/>
                  <a:pt x="903232" y="978042"/>
                  <a:pt x="909518" y="972136"/>
                </a:cubicBezTo>
                <a:cubicBezTo>
                  <a:pt x="922377" y="959944"/>
                  <a:pt x="937141" y="949943"/>
                  <a:pt x="953143" y="940609"/>
                </a:cubicBezTo>
                <a:cubicBezTo>
                  <a:pt x="953810" y="944038"/>
                  <a:pt x="954286" y="946419"/>
                  <a:pt x="954667" y="948610"/>
                </a:cubicBezTo>
                <a:cubicBezTo>
                  <a:pt x="949142" y="952039"/>
                  <a:pt x="943904" y="955087"/>
                  <a:pt x="938951" y="958516"/>
                </a:cubicBezTo>
                <a:cubicBezTo>
                  <a:pt x="935427" y="960992"/>
                  <a:pt x="932093" y="963754"/>
                  <a:pt x="928854" y="966612"/>
                </a:cubicBezTo>
                <a:cubicBezTo>
                  <a:pt x="925711" y="969279"/>
                  <a:pt x="929045" y="975565"/>
                  <a:pt x="923330" y="977089"/>
                </a:cubicBezTo>
                <a:cubicBezTo>
                  <a:pt x="923330" y="977089"/>
                  <a:pt x="923234" y="978613"/>
                  <a:pt x="923520" y="978804"/>
                </a:cubicBezTo>
                <a:cubicBezTo>
                  <a:pt x="924473" y="979375"/>
                  <a:pt x="925997" y="980233"/>
                  <a:pt x="926568" y="979852"/>
                </a:cubicBezTo>
                <a:cubicBezTo>
                  <a:pt x="931902" y="976899"/>
                  <a:pt x="937331" y="973851"/>
                  <a:pt x="942380" y="970422"/>
                </a:cubicBezTo>
                <a:cubicBezTo>
                  <a:pt x="963716" y="955849"/>
                  <a:pt x="984956" y="941180"/>
                  <a:pt x="1002102" y="920606"/>
                </a:cubicBezTo>
                <a:cubicBezTo>
                  <a:pt x="996386" y="915748"/>
                  <a:pt x="990481" y="916987"/>
                  <a:pt x="983432" y="918892"/>
                </a:cubicBezTo>
                <a:cubicBezTo>
                  <a:pt x="981527" y="922416"/>
                  <a:pt x="979813" y="927178"/>
                  <a:pt x="976670" y="930607"/>
                </a:cubicBezTo>
                <a:cubicBezTo>
                  <a:pt x="973527" y="934036"/>
                  <a:pt x="968954" y="936037"/>
                  <a:pt x="963144" y="939942"/>
                </a:cubicBezTo>
                <a:cubicBezTo>
                  <a:pt x="965906" y="933274"/>
                  <a:pt x="967716" y="928798"/>
                  <a:pt x="969431" y="924511"/>
                </a:cubicBezTo>
                <a:cubicBezTo>
                  <a:pt x="968192" y="923273"/>
                  <a:pt x="967335" y="921749"/>
                  <a:pt x="966478" y="921749"/>
                </a:cubicBezTo>
                <a:cubicBezTo>
                  <a:pt x="960382" y="922035"/>
                  <a:pt x="953429" y="920797"/>
                  <a:pt x="948476" y="923464"/>
                </a:cubicBezTo>
                <a:cubicBezTo>
                  <a:pt x="941237" y="927369"/>
                  <a:pt x="934474" y="926512"/>
                  <a:pt x="927330" y="925940"/>
                </a:cubicBezTo>
                <a:cubicBezTo>
                  <a:pt x="925520" y="925845"/>
                  <a:pt x="923711" y="924988"/>
                  <a:pt x="921901" y="924892"/>
                </a:cubicBezTo>
                <a:cubicBezTo>
                  <a:pt x="907613" y="923464"/>
                  <a:pt x="893802" y="924130"/>
                  <a:pt x="882372" y="934894"/>
                </a:cubicBezTo>
                <a:cubicBezTo>
                  <a:pt x="879705" y="937370"/>
                  <a:pt x="876467" y="939466"/>
                  <a:pt x="873228" y="941180"/>
                </a:cubicBezTo>
                <a:cubicBezTo>
                  <a:pt x="871990" y="941847"/>
                  <a:pt x="869894" y="940990"/>
                  <a:pt x="868180" y="940894"/>
                </a:cubicBezTo>
                <a:lnTo>
                  <a:pt x="868180" y="941561"/>
                </a:lnTo>
                <a:close/>
                <a:moveTo>
                  <a:pt x="236196" y="1189021"/>
                </a:moveTo>
                <a:cubicBezTo>
                  <a:pt x="239816" y="1185877"/>
                  <a:pt x="243245" y="1182448"/>
                  <a:pt x="247150" y="1179686"/>
                </a:cubicBezTo>
                <a:cubicBezTo>
                  <a:pt x="251722" y="1176448"/>
                  <a:pt x="256865" y="1174257"/>
                  <a:pt x="261342" y="1170923"/>
                </a:cubicBezTo>
                <a:cubicBezTo>
                  <a:pt x="272867" y="1162541"/>
                  <a:pt x="284297" y="1154159"/>
                  <a:pt x="295346" y="1145206"/>
                </a:cubicBezTo>
                <a:cubicBezTo>
                  <a:pt x="300109" y="1141396"/>
                  <a:pt x="303919" y="1136538"/>
                  <a:pt x="308015" y="1132252"/>
                </a:cubicBezTo>
                <a:cubicBezTo>
                  <a:pt x="307443" y="1127775"/>
                  <a:pt x="306967" y="1124155"/>
                  <a:pt x="306586" y="1120441"/>
                </a:cubicBezTo>
                <a:cubicBezTo>
                  <a:pt x="306110" y="1116535"/>
                  <a:pt x="305729" y="1112535"/>
                  <a:pt x="305348" y="1108630"/>
                </a:cubicBezTo>
                <a:cubicBezTo>
                  <a:pt x="299156" y="1119012"/>
                  <a:pt x="284297" y="1121393"/>
                  <a:pt x="282964" y="1135014"/>
                </a:cubicBezTo>
                <a:cubicBezTo>
                  <a:pt x="282869" y="1135966"/>
                  <a:pt x="281345" y="1136728"/>
                  <a:pt x="280487" y="1137681"/>
                </a:cubicBezTo>
                <a:cubicBezTo>
                  <a:pt x="276868" y="1141872"/>
                  <a:pt x="272772" y="1145777"/>
                  <a:pt x="269915" y="1150444"/>
                </a:cubicBezTo>
                <a:cubicBezTo>
                  <a:pt x="265533" y="1157493"/>
                  <a:pt x="259818" y="1162732"/>
                  <a:pt x="252865" y="1167113"/>
                </a:cubicBezTo>
                <a:cubicBezTo>
                  <a:pt x="244959" y="1172066"/>
                  <a:pt x="239054" y="1179115"/>
                  <a:pt x="236101" y="1188925"/>
                </a:cubicBezTo>
                <a:moveTo>
                  <a:pt x="274010" y="1105677"/>
                </a:moveTo>
                <a:lnTo>
                  <a:pt x="274010" y="1106344"/>
                </a:lnTo>
                <a:cubicBezTo>
                  <a:pt x="275534" y="1104629"/>
                  <a:pt x="276773" y="1101867"/>
                  <a:pt x="278678" y="1101295"/>
                </a:cubicBezTo>
                <a:cubicBezTo>
                  <a:pt x="283250" y="1099867"/>
                  <a:pt x="288203" y="1099105"/>
                  <a:pt x="292965" y="1098724"/>
                </a:cubicBezTo>
                <a:cubicBezTo>
                  <a:pt x="297728" y="1098343"/>
                  <a:pt x="302490" y="1098724"/>
                  <a:pt x="308396" y="1098724"/>
                </a:cubicBezTo>
                <a:cubicBezTo>
                  <a:pt x="308110" y="1060052"/>
                  <a:pt x="316397" y="1022428"/>
                  <a:pt x="317063" y="984233"/>
                </a:cubicBezTo>
                <a:cubicBezTo>
                  <a:pt x="317349" y="966993"/>
                  <a:pt x="318397" y="949753"/>
                  <a:pt x="318968" y="932608"/>
                </a:cubicBezTo>
                <a:cubicBezTo>
                  <a:pt x="318968" y="930893"/>
                  <a:pt x="318206" y="929179"/>
                  <a:pt x="317444" y="926512"/>
                </a:cubicBezTo>
                <a:cubicBezTo>
                  <a:pt x="313158" y="927274"/>
                  <a:pt x="309062" y="928226"/>
                  <a:pt x="304967" y="928607"/>
                </a:cubicBezTo>
                <a:cubicBezTo>
                  <a:pt x="271153" y="931750"/>
                  <a:pt x="238292" y="939751"/>
                  <a:pt x="205430" y="947657"/>
                </a:cubicBezTo>
                <a:cubicBezTo>
                  <a:pt x="200668" y="948800"/>
                  <a:pt x="195905" y="950324"/>
                  <a:pt x="191333" y="952134"/>
                </a:cubicBezTo>
                <a:cubicBezTo>
                  <a:pt x="182094" y="955849"/>
                  <a:pt x="174284" y="964612"/>
                  <a:pt x="176760" y="976804"/>
                </a:cubicBezTo>
                <a:cubicBezTo>
                  <a:pt x="179618" y="991282"/>
                  <a:pt x="181618" y="1006045"/>
                  <a:pt x="183999" y="1020619"/>
                </a:cubicBezTo>
                <a:cubicBezTo>
                  <a:pt x="187714" y="1043098"/>
                  <a:pt x="186095" y="1044241"/>
                  <a:pt x="210764" y="1039192"/>
                </a:cubicBezTo>
                <a:cubicBezTo>
                  <a:pt x="222766" y="1036716"/>
                  <a:pt x="234863" y="1034239"/>
                  <a:pt x="246959" y="1031953"/>
                </a:cubicBezTo>
                <a:cubicBezTo>
                  <a:pt x="248102" y="1031763"/>
                  <a:pt x="249626" y="1033001"/>
                  <a:pt x="254294" y="1035097"/>
                </a:cubicBezTo>
                <a:cubicBezTo>
                  <a:pt x="231053" y="1041288"/>
                  <a:pt x="210383" y="1043669"/>
                  <a:pt x="190952" y="1047670"/>
                </a:cubicBezTo>
                <a:cubicBezTo>
                  <a:pt x="187047" y="1052337"/>
                  <a:pt x="188666" y="1056623"/>
                  <a:pt x="189047" y="1060814"/>
                </a:cubicBezTo>
                <a:cubicBezTo>
                  <a:pt x="191524" y="1089770"/>
                  <a:pt x="197810" y="1118155"/>
                  <a:pt x="203144" y="1146634"/>
                </a:cubicBezTo>
                <a:cubicBezTo>
                  <a:pt x="205049" y="1156921"/>
                  <a:pt x="208193" y="1166923"/>
                  <a:pt x="211145" y="1176924"/>
                </a:cubicBezTo>
                <a:cubicBezTo>
                  <a:pt x="212003" y="1179686"/>
                  <a:pt x="213336" y="1182829"/>
                  <a:pt x="217527" y="1182258"/>
                </a:cubicBezTo>
                <a:cubicBezTo>
                  <a:pt x="224195" y="1175400"/>
                  <a:pt x="231338" y="1168828"/>
                  <a:pt x="233434" y="1158350"/>
                </a:cubicBezTo>
                <a:cubicBezTo>
                  <a:pt x="234196" y="1154635"/>
                  <a:pt x="238292" y="1151397"/>
                  <a:pt x="241244" y="1148444"/>
                </a:cubicBezTo>
                <a:cubicBezTo>
                  <a:pt x="243816" y="1145872"/>
                  <a:pt x="247055" y="1143967"/>
                  <a:pt x="250198" y="1141872"/>
                </a:cubicBezTo>
                <a:cubicBezTo>
                  <a:pt x="264866" y="1131871"/>
                  <a:pt x="277249" y="1119298"/>
                  <a:pt x="289536" y="1105963"/>
                </a:cubicBezTo>
                <a:cubicBezTo>
                  <a:pt x="284012" y="1107296"/>
                  <a:pt x="278773" y="1110344"/>
                  <a:pt x="273820" y="1105772"/>
                </a:cubicBezTo>
                <a:moveTo>
                  <a:pt x="354020" y="1100438"/>
                </a:moveTo>
                <a:cubicBezTo>
                  <a:pt x="344305" y="1111678"/>
                  <a:pt x="336494" y="1121203"/>
                  <a:pt x="328112" y="1130156"/>
                </a:cubicBezTo>
                <a:cubicBezTo>
                  <a:pt x="321826" y="1136919"/>
                  <a:pt x="315063" y="1143205"/>
                  <a:pt x="308015" y="1149206"/>
                </a:cubicBezTo>
                <a:cubicBezTo>
                  <a:pt x="292108" y="1162922"/>
                  <a:pt x="275439" y="1175686"/>
                  <a:pt x="260199" y="1190068"/>
                </a:cubicBezTo>
                <a:cubicBezTo>
                  <a:pt x="252579" y="1197307"/>
                  <a:pt x="244769" y="1204165"/>
                  <a:pt x="236387" y="1210452"/>
                </a:cubicBezTo>
                <a:cubicBezTo>
                  <a:pt x="230767" y="1214643"/>
                  <a:pt x="227243" y="1220358"/>
                  <a:pt x="223718" y="1226263"/>
                </a:cubicBezTo>
                <a:cubicBezTo>
                  <a:pt x="221147" y="1230645"/>
                  <a:pt x="217432" y="1233883"/>
                  <a:pt x="212574" y="1235407"/>
                </a:cubicBezTo>
                <a:cubicBezTo>
                  <a:pt x="209812" y="1236265"/>
                  <a:pt x="205145" y="1234169"/>
                  <a:pt x="205335" y="1231597"/>
                </a:cubicBezTo>
                <a:cubicBezTo>
                  <a:pt x="206097" y="1219786"/>
                  <a:pt x="199144" y="1209023"/>
                  <a:pt x="200954" y="1196926"/>
                </a:cubicBezTo>
                <a:cubicBezTo>
                  <a:pt x="201430" y="1194069"/>
                  <a:pt x="200287" y="1190830"/>
                  <a:pt x="199334" y="1187878"/>
                </a:cubicBezTo>
                <a:cubicBezTo>
                  <a:pt x="193334" y="1167685"/>
                  <a:pt x="189333" y="1147111"/>
                  <a:pt x="186285" y="1126346"/>
                </a:cubicBezTo>
                <a:cubicBezTo>
                  <a:pt x="183713" y="1108630"/>
                  <a:pt x="181332" y="1090818"/>
                  <a:pt x="178760" y="1073101"/>
                </a:cubicBezTo>
                <a:cubicBezTo>
                  <a:pt x="178094" y="1068244"/>
                  <a:pt x="177332" y="1063291"/>
                  <a:pt x="176570" y="1058433"/>
                </a:cubicBezTo>
                <a:cubicBezTo>
                  <a:pt x="172093" y="1030334"/>
                  <a:pt x="167521" y="1002331"/>
                  <a:pt x="163139" y="974232"/>
                </a:cubicBezTo>
                <a:cubicBezTo>
                  <a:pt x="162473" y="969946"/>
                  <a:pt x="162092" y="965659"/>
                  <a:pt x="161615" y="961849"/>
                </a:cubicBezTo>
                <a:cubicBezTo>
                  <a:pt x="164092" y="954039"/>
                  <a:pt x="173617" y="951943"/>
                  <a:pt x="174474" y="943657"/>
                </a:cubicBezTo>
                <a:cubicBezTo>
                  <a:pt x="174569" y="942704"/>
                  <a:pt x="175808" y="941656"/>
                  <a:pt x="176760" y="940990"/>
                </a:cubicBezTo>
                <a:cubicBezTo>
                  <a:pt x="197239" y="928036"/>
                  <a:pt x="214003" y="911081"/>
                  <a:pt x="229910" y="892984"/>
                </a:cubicBezTo>
                <a:cubicBezTo>
                  <a:pt x="236387" y="885554"/>
                  <a:pt x="243435" y="878601"/>
                  <a:pt x="250769" y="872029"/>
                </a:cubicBezTo>
                <a:cubicBezTo>
                  <a:pt x="256389" y="867076"/>
                  <a:pt x="261056" y="861742"/>
                  <a:pt x="264390" y="854884"/>
                </a:cubicBezTo>
                <a:cubicBezTo>
                  <a:pt x="266390" y="850788"/>
                  <a:pt x="270962" y="847835"/>
                  <a:pt x="274677" y="844692"/>
                </a:cubicBezTo>
                <a:cubicBezTo>
                  <a:pt x="277630" y="842215"/>
                  <a:pt x="282011" y="842025"/>
                  <a:pt x="282964" y="844025"/>
                </a:cubicBezTo>
                <a:cubicBezTo>
                  <a:pt x="284107" y="846692"/>
                  <a:pt x="285917" y="850502"/>
                  <a:pt x="284869" y="852502"/>
                </a:cubicBezTo>
                <a:cubicBezTo>
                  <a:pt x="281726" y="858503"/>
                  <a:pt x="279440" y="864694"/>
                  <a:pt x="278201" y="871362"/>
                </a:cubicBezTo>
                <a:cubicBezTo>
                  <a:pt x="277916" y="872981"/>
                  <a:pt x="276201" y="874410"/>
                  <a:pt x="274868" y="875648"/>
                </a:cubicBezTo>
                <a:cubicBezTo>
                  <a:pt x="266200" y="883459"/>
                  <a:pt x="257437" y="891174"/>
                  <a:pt x="248769" y="898984"/>
                </a:cubicBezTo>
                <a:cubicBezTo>
                  <a:pt x="245626" y="901842"/>
                  <a:pt x="242864" y="905176"/>
                  <a:pt x="239816" y="908224"/>
                </a:cubicBezTo>
                <a:cubicBezTo>
                  <a:pt x="237720" y="910414"/>
                  <a:pt x="235815" y="913653"/>
                  <a:pt x="233243" y="914320"/>
                </a:cubicBezTo>
                <a:cubicBezTo>
                  <a:pt x="225242" y="916510"/>
                  <a:pt x="220861" y="924130"/>
                  <a:pt x="213241" y="926797"/>
                </a:cubicBezTo>
                <a:cubicBezTo>
                  <a:pt x="212288" y="927083"/>
                  <a:pt x="211526" y="930036"/>
                  <a:pt x="211907" y="931369"/>
                </a:cubicBezTo>
                <a:cubicBezTo>
                  <a:pt x="212384" y="932798"/>
                  <a:pt x="214289" y="934417"/>
                  <a:pt x="215717" y="934608"/>
                </a:cubicBezTo>
                <a:cubicBezTo>
                  <a:pt x="218003" y="934989"/>
                  <a:pt x="220575" y="934608"/>
                  <a:pt x="222956" y="934036"/>
                </a:cubicBezTo>
                <a:cubicBezTo>
                  <a:pt x="227719" y="932989"/>
                  <a:pt x="232481" y="931655"/>
                  <a:pt x="237244" y="930322"/>
                </a:cubicBezTo>
                <a:cubicBezTo>
                  <a:pt x="260485" y="923464"/>
                  <a:pt x="284583" y="922702"/>
                  <a:pt x="308491" y="921273"/>
                </a:cubicBezTo>
                <a:cubicBezTo>
                  <a:pt x="310872" y="921082"/>
                  <a:pt x="313253" y="920606"/>
                  <a:pt x="316492" y="920130"/>
                </a:cubicBezTo>
                <a:cubicBezTo>
                  <a:pt x="316968" y="912510"/>
                  <a:pt x="317540" y="905271"/>
                  <a:pt x="317921" y="898032"/>
                </a:cubicBezTo>
                <a:cubicBezTo>
                  <a:pt x="317921" y="896984"/>
                  <a:pt x="317159" y="895365"/>
                  <a:pt x="316301" y="894889"/>
                </a:cubicBezTo>
                <a:cubicBezTo>
                  <a:pt x="312110" y="892888"/>
                  <a:pt x="312110" y="889650"/>
                  <a:pt x="312301" y="885649"/>
                </a:cubicBezTo>
                <a:cubicBezTo>
                  <a:pt x="312396" y="882792"/>
                  <a:pt x="310682" y="879839"/>
                  <a:pt x="310205" y="876886"/>
                </a:cubicBezTo>
                <a:cubicBezTo>
                  <a:pt x="309729" y="874315"/>
                  <a:pt x="310586" y="871552"/>
                  <a:pt x="313253" y="871076"/>
                </a:cubicBezTo>
                <a:cubicBezTo>
                  <a:pt x="315349" y="870695"/>
                  <a:pt x="318683" y="871076"/>
                  <a:pt x="319826" y="872505"/>
                </a:cubicBezTo>
                <a:cubicBezTo>
                  <a:pt x="325255" y="879363"/>
                  <a:pt x="328398" y="887364"/>
                  <a:pt x="329351" y="896127"/>
                </a:cubicBezTo>
                <a:cubicBezTo>
                  <a:pt x="333637" y="932512"/>
                  <a:pt x="331351" y="968993"/>
                  <a:pt x="328684" y="1005379"/>
                </a:cubicBezTo>
                <a:cubicBezTo>
                  <a:pt x="326874" y="1030620"/>
                  <a:pt x="323540" y="1055766"/>
                  <a:pt x="321350" y="1081007"/>
                </a:cubicBezTo>
                <a:cubicBezTo>
                  <a:pt x="320588" y="1089580"/>
                  <a:pt x="320873" y="1098247"/>
                  <a:pt x="320873" y="1106915"/>
                </a:cubicBezTo>
                <a:cubicBezTo>
                  <a:pt x="320873" y="1107772"/>
                  <a:pt x="322207" y="1108534"/>
                  <a:pt x="323445" y="1109963"/>
                </a:cubicBezTo>
                <a:cubicBezTo>
                  <a:pt x="327636" y="1105867"/>
                  <a:pt x="331446" y="1101010"/>
                  <a:pt x="336304" y="1097676"/>
                </a:cubicBezTo>
                <a:cubicBezTo>
                  <a:pt x="341447" y="1094056"/>
                  <a:pt x="345638" y="1089675"/>
                  <a:pt x="349353" y="1084817"/>
                </a:cubicBezTo>
                <a:cubicBezTo>
                  <a:pt x="349734" y="1084341"/>
                  <a:pt x="350210" y="1083960"/>
                  <a:pt x="350687" y="1083579"/>
                </a:cubicBezTo>
                <a:cubicBezTo>
                  <a:pt x="363641" y="1072244"/>
                  <a:pt x="376690" y="1060909"/>
                  <a:pt x="389644" y="1049575"/>
                </a:cubicBezTo>
                <a:cubicBezTo>
                  <a:pt x="397073" y="1043098"/>
                  <a:pt x="404503" y="1036621"/>
                  <a:pt x="411837" y="1030144"/>
                </a:cubicBezTo>
                <a:cubicBezTo>
                  <a:pt x="412790" y="1029286"/>
                  <a:pt x="414028" y="1028429"/>
                  <a:pt x="414218" y="1027381"/>
                </a:cubicBezTo>
                <a:cubicBezTo>
                  <a:pt x="416314" y="1016428"/>
                  <a:pt x="427934" y="1013570"/>
                  <a:pt x="433078" y="1005188"/>
                </a:cubicBezTo>
                <a:cubicBezTo>
                  <a:pt x="434221" y="1003378"/>
                  <a:pt x="437078" y="1002521"/>
                  <a:pt x="439174" y="1001473"/>
                </a:cubicBezTo>
                <a:cubicBezTo>
                  <a:pt x="441365" y="1000330"/>
                  <a:pt x="444413" y="1000140"/>
                  <a:pt x="445746" y="998425"/>
                </a:cubicBezTo>
                <a:cubicBezTo>
                  <a:pt x="455557" y="986043"/>
                  <a:pt x="469940" y="979375"/>
                  <a:pt x="481465" y="969279"/>
                </a:cubicBezTo>
                <a:cubicBezTo>
                  <a:pt x="485180" y="966040"/>
                  <a:pt x="488609" y="962516"/>
                  <a:pt x="491752" y="958801"/>
                </a:cubicBezTo>
                <a:cubicBezTo>
                  <a:pt x="495371" y="954515"/>
                  <a:pt x="498800" y="950229"/>
                  <a:pt x="505373" y="948133"/>
                </a:cubicBezTo>
                <a:cubicBezTo>
                  <a:pt x="506801" y="949276"/>
                  <a:pt x="508706" y="950515"/>
                  <a:pt x="510326" y="952229"/>
                </a:cubicBezTo>
                <a:cubicBezTo>
                  <a:pt x="513278" y="955372"/>
                  <a:pt x="516803" y="955944"/>
                  <a:pt x="520327" y="954134"/>
                </a:cubicBezTo>
                <a:cubicBezTo>
                  <a:pt x="524137" y="952229"/>
                  <a:pt x="527566" y="949467"/>
                  <a:pt x="531281" y="947181"/>
                </a:cubicBezTo>
                <a:cubicBezTo>
                  <a:pt x="536043" y="944323"/>
                  <a:pt x="540615" y="940990"/>
                  <a:pt x="545663" y="938989"/>
                </a:cubicBezTo>
                <a:cubicBezTo>
                  <a:pt x="551759" y="936703"/>
                  <a:pt x="556427" y="933370"/>
                  <a:pt x="559760" y="927845"/>
                </a:cubicBezTo>
                <a:cubicBezTo>
                  <a:pt x="560141" y="927178"/>
                  <a:pt x="561951" y="927274"/>
                  <a:pt x="563094" y="926988"/>
                </a:cubicBezTo>
                <a:cubicBezTo>
                  <a:pt x="563380" y="928607"/>
                  <a:pt x="564523" y="930703"/>
                  <a:pt x="563951" y="931560"/>
                </a:cubicBezTo>
                <a:cubicBezTo>
                  <a:pt x="562332" y="933941"/>
                  <a:pt x="560141" y="936418"/>
                  <a:pt x="557760" y="937942"/>
                </a:cubicBezTo>
                <a:cubicBezTo>
                  <a:pt x="537281" y="950419"/>
                  <a:pt x="516707" y="962611"/>
                  <a:pt x="496133" y="974899"/>
                </a:cubicBezTo>
                <a:cubicBezTo>
                  <a:pt x="492990" y="976804"/>
                  <a:pt x="489752" y="978709"/>
                  <a:pt x="486989" y="980995"/>
                </a:cubicBezTo>
                <a:cubicBezTo>
                  <a:pt x="485846" y="981947"/>
                  <a:pt x="485751" y="984138"/>
                  <a:pt x="485180" y="985662"/>
                </a:cubicBezTo>
                <a:cubicBezTo>
                  <a:pt x="489085" y="989281"/>
                  <a:pt x="492800" y="986519"/>
                  <a:pt x="495657" y="985376"/>
                </a:cubicBezTo>
                <a:cubicBezTo>
                  <a:pt x="524518" y="973375"/>
                  <a:pt x="554045" y="962707"/>
                  <a:pt x="581858" y="947848"/>
                </a:cubicBezTo>
                <a:cubicBezTo>
                  <a:pt x="593288" y="941752"/>
                  <a:pt x="604242" y="934989"/>
                  <a:pt x="615005" y="927940"/>
                </a:cubicBezTo>
                <a:cubicBezTo>
                  <a:pt x="623387" y="922416"/>
                  <a:pt x="632436" y="919368"/>
                  <a:pt x="644914" y="917368"/>
                </a:cubicBezTo>
                <a:cubicBezTo>
                  <a:pt x="636818" y="924988"/>
                  <a:pt x="629769" y="929655"/>
                  <a:pt x="622721" y="933941"/>
                </a:cubicBezTo>
                <a:cubicBezTo>
                  <a:pt x="600623" y="947276"/>
                  <a:pt x="578048" y="959944"/>
                  <a:pt x="554522" y="970612"/>
                </a:cubicBezTo>
                <a:cubicBezTo>
                  <a:pt x="543949" y="975375"/>
                  <a:pt x="532995" y="979947"/>
                  <a:pt x="521756" y="982519"/>
                </a:cubicBezTo>
                <a:cubicBezTo>
                  <a:pt x="504134" y="986424"/>
                  <a:pt x="488323" y="994901"/>
                  <a:pt x="471368" y="1000426"/>
                </a:cubicBezTo>
                <a:cubicBezTo>
                  <a:pt x="464606" y="1002616"/>
                  <a:pt x="458891" y="1008236"/>
                  <a:pt x="452890" y="1012427"/>
                </a:cubicBezTo>
                <a:cubicBezTo>
                  <a:pt x="451461" y="1013380"/>
                  <a:pt x="450318" y="1015094"/>
                  <a:pt x="449556" y="1016713"/>
                </a:cubicBezTo>
                <a:cubicBezTo>
                  <a:pt x="448794" y="1018333"/>
                  <a:pt x="448794" y="1020238"/>
                  <a:pt x="448413" y="1022524"/>
                </a:cubicBezTo>
                <a:cubicBezTo>
                  <a:pt x="435554" y="1026524"/>
                  <a:pt x="424696" y="1033382"/>
                  <a:pt x="414885" y="1043383"/>
                </a:cubicBezTo>
                <a:cubicBezTo>
                  <a:pt x="401550" y="1056909"/>
                  <a:pt x="386120" y="1068434"/>
                  <a:pt x="371451" y="1080721"/>
                </a:cubicBezTo>
                <a:cubicBezTo>
                  <a:pt x="369737" y="1082150"/>
                  <a:pt x="367641" y="1083103"/>
                  <a:pt x="364022" y="1085198"/>
                </a:cubicBezTo>
                <a:cubicBezTo>
                  <a:pt x="366022" y="1081388"/>
                  <a:pt x="367070" y="1079293"/>
                  <a:pt x="368213" y="1077197"/>
                </a:cubicBezTo>
                <a:cubicBezTo>
                  <a:pt x="358688" y="1079769"/>
                  <a:pt x="356592" y="1081293"/>
                  <a:pt x="355259" y="1088151"/>
                </a:cubicBezTo>
                <a:cubicBezTo>
                  <a:pt x="354306" y="1093009"/>
                  <a:pt x="354211" y="1097962"/>
                  <a:pt x="354020" y="1100533"/>
                </a:cubicBezTo>
                <a:moveTo>
                  <a:pt x="173712" y="860027"/>
                </a:moveTo>
                <a:cubicBezTo>
                  <a:pt x="171617" y="862980"/>
                  <a:pt x="171140" y="864218"/>
                  <a:pt x="170283" y="864885"/>
                </a:cubicBezTo>
                <a:cubicBezTo>
                  <a:pt x="163330" y="869933"/>
                  <a:pt x="156567" y="875362"/>
                  <a:pt x="149138" y="879744"/>
                </a:cubicBezTo>
                <a:cubicBezTo>
                  <a:pt x="145042" y="882220"/>
                  <a:pt x="140089" y="883363"/>
                  <a:pt x="135422" y="884316"/>
                </a:cubicBezTo>
                <a:cubicBezTo>
                  <a:pt x="131421" y="885173"/>
                  <a:pt x="127230" y="879744"/>
                  <a:pt x="128183" y="875648"/>
                </a:cubicBezTo>
                <a:cubicBezTo>
                  <a:pt x="129326" y="870695"/>
                  <a:pt x="131897" y="866599"/>
                  <a:pt x="135898" y="863456"/>
                </a:cubicBezTo>
                <a:cubicBezTo>
                  <a:pt x="146661" y="855265"/>
                  <a:pt x="157424" y="846978"/>
                  <a:pt x="168188" y="838882"/>
                </a:cubicBezTo>
                <a:cubicBezTo>
                  <a:pt x="173522" y="834881"/>
                  <a:pt x="178951" y="831262"/>
                  <a:pt x="183237" y="825547"/>
                </a:cubicBezTo>
                <a:cubicBezTo>
                  <a:pt x="187428" y="819832"/>
                  <a:pt x="193905" y="815736"/>
                  <a:pt x="198953" y="810211"/>
                </a:cubicBezTo>
                <a:cubicBezTo>
                  <a:pt x="185618" y="816879"/>
                  <a:pt x="171902" y="822022"/>
                  <a:pt x="155615" y="827642"/>
                </a:cubicBezTo>
                <a:cubicBezTo>
                  <a:pt x="174569" y="810688"/>
                  <a:pt x="192667" y="796876"/>
                  <a:pt x="214289" y="788685"/>
                </a:cubicBezTo>
                <a:cubicBezTo>
                  <a:pt x="216003" y="788018"/>
                  <a:pt x="217908" y="787828"/>
                  <a:pt x="219718" y="787828"/>
                </a:cubicBezTo>
                <a:cubicBezTo>
                  <a:pt x="220766" y="787828"/>
                  <a:pt x="222099" y="788590"/>
                  <a:pt x="222766" y="789447"/>
                </a:cubicBezTo>
                <a:cubicBezTo>
                  <a:pt x="223337" y="790304"/>
                  <a:pt x="223814" y="792114"/>
                  <a:pt x="223337" y="792781"/>
                </a:cubicBezTo>
                <a:cubicBezTo>
                  <a:pt x="220004" y="797162"/>
                  <a:pt x="216956" y="801829"/>
                  <a:pt x="212860" y="805354"/>
                </a:cubicBezTo>
                <a:cubicBezTo>
                  <a:pt x="200096" y="816784"/>
                  <a:pt x="186761" y="827642"/>
                  <a:pt x="173998" y="839167"/>
                </a:cubicBezTo>
                <a:cubicBezTo>
                  <a:pt x="167140" y="845263"/>
                  <a:pt x="160949" y="852121"/>
                  <a:pt x="154757" y="858789"/>
                </a:cubicBezTo>
                <a:cubicBezTo>
                  <a:pt x="152948" y="860789"/>
                  <a:pt x="153424" y="863456"/>
                  <a:pt x="155234" y="865456"/>
                </a:cubicBezTo>
                <a:cubicBezTo>
                  <a:pt x="157043" y="867457"/>
                  <a:pt x="159234" y="868123"/>
                  <a:pt x="161806" y="866790"/>
                </a:cubicBezTo>
                <a:cubicBezTo>
                  <a:pt x="165235" y="864885"/>
                  <a:pt x="168569" y="862980"/>
                  <a:pt x="173712" y="860027"/>
                </a:cubicBezTo>
                <a:moveTo>
                  <a:pt x="176665" y="916225"/>
                </a:moveTo>
                <a:cubicBezTo>
                  <a:pt x="180761" y="911748"/>
                  <a:pt x="184190" y="906319"/>
                  <a:pt x="188952" y="902890"/>
                </a:cubicBezTo>
                <a:cubicBezTo>
                  <a:pt x="203144" y="892888"/>
                  <a:pt x="215241" y="880601"/>
                  <a:pt x="228386" y="869457"/>
                </a:cubicBezTo>
                <a:cubicBezTo>
                  <a:pt x="237244" y="861837"/>
                  <a:pt x="245816" y="853741"/>
                  <a:pt x="253627" y="845073"/>
                </a:cubicBezTo>
                <a:cubicBezTo>
                  <a:pt x="259913" y="838024"/>
                  <a:pt x="267057" y="832500"/>
                  <a:pt x="274677" y="827356"/>
                </a:cubicBezTo>
                <a:cubicBezTo>
                  <a:pt x="278201" y="830404"/>
                  <a:pt x="276201" y="833357"/>
                  <a:pt x="274201" y="834976"/>
                </a:cubicBezTo>
                <a:cubicBezTo>
                  <a:pt x="256103" y="848978"/>
                  <a:pt x="243245" y="868504"/>
                  <a:pt x="224099" y="881268"/>
                </a:cubicBezTo>
                <a:cubicBezTo>
                  <a:pt x="211145" y="896508"/>
                  <a:pt x="193810" y="906223"/>
                  <a:pt x="176665" y="916320"/>
                </a:cubicBezTo>
                <a:moveTo>
                  <a:pt x="300871" y="952896"/>
                </a:moveTo>
                <a:cubicBezTo>
                  <a:pt x="298204" y="954420"/>
                  <a:pt x="295823" y="956706"/>
                  <a:pt x="292965" y="957277"/>
                </a:cubicBezTo>
                <a:cubicBezTo>
                  <a:pt x="265819" y="962135"/>
                  <a:pt x="238673" y="966802"/>
                  <a:pt x="211336" y="970993"/>
                </a:cubicBezTo>
                <a:cubicBezTo>
                  <a:pt x="203621" y="972136"/>
                  <a:pt x="195620" y="973660"/>
                  <a:pt x="186476" y="970708"/>
                </a:cubicBezTo>
                <a:cubicBezTo>
                  <a:pt x="188190" y="969088"/>
                  <a:pt x="189047" y="967564"/>
                  <a:pt x="190190" y="967279"/>
                </a:cubicBezTo>
                <a:cubicBezTo>
                  <a:pt x="193810" y="966612"/>
                  <a:pt x="197525" y="965755"/>
                  <a:pt x="201144" y="966231"/>
                </a:cubicBezTo>
                <a:cubicBezTo>
                  <a:pt x="208002" y="966993"/>
                  <a:pt x="214193" y="966802"/>
                  <a:pt x="220099" y="962040"/>
                </a:cubicBezTo>
                <a:cubicBezTo>
                  <a:pt x="223147" y="959563"/>
                  <a:pt x="228100" y="958992"/>
                  <a:pt x="232291" y="958516"/>
                </a:cubicBezTo>
                <a:cubicBezTo>
                  <a:pt x="254770" y="955658"/>
                  <a:pt x="277344" y="953086"/>
                  <a:pt x="299823" y="950419"/>
                </a:cubicBezTo>
                <a:cubicBezTo>
                  <a:pt x="300109" y="951277"/>
                  <a:pt x="300395" y="952039"/>
                  <a:pt x="300776" y="952896"/>
                </a:cubicBezTo>
                <a:moveTo>
                  <a:pt x="295537" y="987376"/>
                </a:moveTo>
                <a:cubicBezTo>
                  <a:pt x="293727" y="991377"/>
                  <a:pt x="290584" y="992044"/>
                  <a:pt x="287726" y="992806"/>
                </a:cubicBezTo>
                <a:cubicBezTo>
                  <a:pt x="276392" y="995663"/>
                  <a:pt x="264962" y="998044"/>
                  <a:pt x="253722" y="1001092"/>
                </a:cubicBezTo>
                <a:cubicBezTo>
                  <a:pt x="239435" y="1004807"/>
                  <a:pt x="225338" y="1009093"/>
                  <a:pt x="211145" y="1012808"/>
                </a:cubicBezTo>
                <a:cubicBezTo>
                  <a:pt x="203430" y="1014904"/>
                  <a:pt x="202382" y="1014523"/>
                  <a:pt x="192762" y="1010617"/>
                </a:cubicBezTo>
                <a:cubicBezTo>
                  <a:pt x="193524" y="1009855"/>
                  <a:pt x="194286" y="1008427"/>
                  <a:pt x="195143" y="1008331"/>
                </a:cubicBezTo>
                <a:cubicBezTo>
                  <a:pt x="212860" y="1006141"/>
                  <a:pt x="229910" y="1000616"/>
                  <a:pt x="247150" y="996330"/>
                </a:cubicBezTo>
                <a:cubicBezTo>
                  <a:pt x="259056" y="993377"/>
                  <a:pt x="270962" y="990424"/>
                  <a:pt x="282964" y="987853"/>
                </a:cubicBezTo>
                <a:cubicBezTo>
                  <a:pt x="286869" y="986995"/>
                  <a:pt x="291060" y="987567"/>
                  <a:pt x="295537" y="987472"/>
                </a:cubicBezTo>
                <a:moveTo>
                  <a:pt x="273629" y="1105963"/>
                </a:moveTo>
                <a:cubicBezTo>
                  <a:pt x="269629" y="1110439"/>
                  <a:pt x="264009" y="1110916"/>
                  <a:pt x="258675" y="1112535"/>
                </a:cubicBezTo>
                <a:cubicBezTo>
                  <a:pt x="237053" y="1118821"/>
                  <a:pt x="231243" y="1119679"/>
                  <a:pt x="213717" y="1118536"/>
                </a:cubicBezTo>
                <a:cubicBezTo>
                  <a:pt x="212193" y="1118440"/>
                  <a:pt x="210002" y="1117107"/>
                  <a:pt x="209431" y="1115773"/>
                </a:cubicBezTo>
                <a:cubicBezTo>
                  <a:pt x="208383" y="1113202"/>
                  <a:pt x="210098" y="1111011"/>
                  <a:pt x="212384" y="1109868"/>
                </a:cubicBezTo>
                <a:cubicBezTo>
                  <a:pt x="220099" y="1106248"/>
                  <a:pt x="227909" y="1102819"/>
                  <a:pt x="235720" y="1099390"/>
                </a:cubicBezTo>
                <a:cubicBezTo>
                  <a:pt x="240768" y="1097200"/>
                  <a:pt x="245816" y="1095199"/>
                  <a:pt x="250769" y="1093104"/>
                </a:cubicBezTo>
                <a:cubicBezTo>
                  <a:pt x="245912" y="1104058"/>
                  <a:pt x="230481" y="1100914"/>
                  <a:pt x="223814" y="1113106"/>
                </a:cubicBezTo>
                <a:cubicBezTo>
                  <a:pt x="236387" y="1112630"/>
                  <a:pt x="247245" y="1112249"/>
                  <a:pt x="257723" y="1108630"/>
                </a:cubicBezTo>
                <a:cubicBezTo>
                  <a:pt x="262866" y="1106820"/>
                  <a:pt x="268010" y="1104629"/>
                  <a:pt x="273629" y="1106629"/>
                </a:cubicBezTo>
                <a:lnTo>
                  <a:pt x="273629" y="1105963"/>
                </a:lnTo>
                <a:close/>
                <a:moveTo>
                  <a:pt x="258866" y="1069196"/>
                </a:moveTo>
                <a:cubicBezTo>
                  <a:pt x="257437" y="1071101"/>
                  <a:pt x="256865" y="1072816"/>
                  <a:pt x="256008" y="1072911"/>
                </a:cubicBezTo>
                <a:cubicBezTo>
                  <a:pt x="241530" y="1075578"/>
                  <a:pt x="227052" y="1078245"/>
                  <a:pt x="212479" y="1080626"/>
                </a:cubicBezTo>
                <a:cubicBezTo>
                  <a:pt x="210193" y="1081007"/>
                  <a:pt x="207526" y="1080340"/>
                  <a:pt x="205240" y="1079578"/>
                </a:cubicBezTo>
                <a:cubicBezTo>
                  <a:pt x="202763" y="1078816"/>
                  <a:pt x="201144" y="1076911"/>
                  <a:pt x="201430" y="1074054"/>
                </a:cubicBezTo>
                <a:cubicBezTo>
                  <a:pt x="201620" y="1071387"/>
                  <a:pt x="205716" y="1067958"/>
                  <a:pt x="208097" y="1069006"/>
                </a:cubicBezTo>
                <a:cubicBezTo>
                  <a:pt x="221909" y="1075292"/>
                  <a:pt x="235720" y="1072339"/>
                  <a:pt x="249722" y="1069768"/>
                </a:cubicBezTo>
                <a:cubicBezTo>
                  <a:pt x="252484" y="1069291"/>
                  <a:pt x="255341" y="1069291"/>
                  <a:pt x="258866" y="1069101"/>
                </a:cubicBezTo>
                <a:moveTo>
                  <a:pt x="891897" y="595613"/>
                </a:moveTo>
                <a:cubicBezTo>
                  <a:pt x="899517" y="599614"/>
                  <a:pt x="906661" y="598756"/>
                  <a:pt x="913519" y="598090"/>
                </a:cubicBezTo>
                <a:cubicBezTo>
                  <a:pt x="933998" y="595994"/>
                  <a:pt x="954477" y="594375"/>
                  <a:pt x="975050" y="595899"/>
                </a:cubicBezTo>
                <a:cubicBezTo>
                  <a:pt x="978575" y="592851"/>
                  <a:pt x="979908" y="588946"/>
                  <a:pt x="981527" y="585136"/>
                </a:cubicBezTo>
                <a:cubicBezTo>
                  <a:pt x="983528" y="580373"/>
                  <a:pt x="985718" y="575706"/>
                  <a:pt x="988004" y="571134"/>
                </a:cubicBezTo>
                <a:cubicBezTo>
                  <a:pt x="991243" y="564466"/>
                  <a:pt x="995148" y="558180"/>
                  <a:pt x="996767" y="550560"/>
                </a:cubicBezTo>
                <a:cubicBezTo>
                  <a:pt x="997625" y="546559"/>
                  <a:pt x="1000101" y="542845"/>
                  <a:pt x="1002387" y="539320"/>
                </a:cubicBezTo>
                <a:cubicBezTo>
                  <a:pt x="1004864" y="535606"/>
                  <a:pt x="1008293" y="533415"/>
                  <a:pt x="1013246" y="534748"/>
                </a:cubicBezTo>
                <a:cubicBezTo>
                  <a:pt x="1015436" y="535320"/>
                  <a:pt x="1018008" y="536082"/>
                  <a:pt x="1020104" y="535510"/>
                </a:cubicBezTo>
                <a:cubicBezTo>
                  <a:pt x="1030391" y="532558"/>
                  <a:pt x="1040487" y="535225"/>
                  <a:pt x="1050679" y="535796"/>
                </a:cubicBezTo>
                <a:cubicBezTo>
                  <a:pt x="1055346" y="536082"/>
                  <a:pt x="1060013" y="536368"/>
                  <a:pt x="1064681" y="536939"/>
                </a:cubicBezTo>
                <a:cubicBezTo>
                  <a:pt x="1068872" y="537511"/>
                  <a:pt x="1072967" y="538273"/>
                  <a:pt x="1077063" y="539225"/>
                </a:cubicBezTo>
                <a:cubicBezTo>
                  <a:pt x="1078778" y="539606"/>
                  <a:pt x="1080397" y="540654"/>
                  <a:pt x="1081635" y="541225"/>
                </a:cubicBezTo>
                <a:cubicBezTo>
                  <a:pt x="1082683" y="547512"/>
                  <a:pt x="1077254" y="546750"/>
                  <a:pt x="1074777" y="548845"/>
                </a:cubicBezTo>
                <a:cubicBezTo>
                  <a:pt x="1075730" y="572658"/>
                  <a:pt x="1076682" y="596470"/>
                  <a:pt x="1077635" y="620759"/>
                </a:cubicBezTo>
                <a:cubicBezTo>
                  <a:pt x="1083826" y="621807"/>
                  <a:pt x="1089160" y="620759"/>
                  <a:pt x="1094589" y="619807"/>
                </a:cubicBezTo>
                <a:cubicBezTo>
                  <a:pt x="1106115" y="617711"/>
                  <a:pt x="1117735" y="616663"/>
                  <a:pt x="1129546" y="616949"/>
                </a:cubicBezTo>
                <a:cubicBezTo>
                  <a:pt x="1131356" y="616949"/>
                  <a:pt x="1133165" y="617425"/>
                  <a:pt x="1134975" y="617711"/>
                </a:cubicBezTo>
                <a:cubicBezTo>
                  <a:pt x="1135642" y="622950"/>
                  <a:pt x="1135166" y="624569"/>
                  <a:pt x="1132784" y="624855"/>
                </a:cubicBezTo>
                <a:cubicBezTo>
                  <a:pt x="1128117" y="625426"/>
                  <a:pt x="1123450" y="626284"/>
                  <a:pt x="1118878" y="626093"/>
                </a:cubicBezTo>
                <a:cubicBezTo>
                  <a:pt x="1107448" y="625807"/>
                  <a:pt x="1096780" y="629903"/>
                  <a:pt x="1085636" y="631141"/>
                </a:cubicBezTo>
                <a:cubicBezTo>
                  <a:pt x="1081350" y="631618"/>
                  <a:pt x="1080111" y="635713"/>
                  <a:pt x="1077921" y="638761"/>
                </a:cubicBezTo>
                <a:cubicBezTo>
                  <a:pt x="1075730" y="641905"/>
                  <a:pt x="1071825" y="641809"/>
                  <a:pt x="1069824" y="638666"/>
                </a:cubicBezTo>
                <a:cubicBezTo>
                  <a:pt x="1066871" y="633999"/>
                  <a:pt x="1064014" y="629236"/>
                  <a:pt x="1061061" y="624379"/>
                </a:cubicBezTo>
                <a:cubicBezTo>
                  <a:pt x="1064490" y="621426"/>
                  <a:pt x="1067538" y="618854"/>
                  <a:pt x="1066871" y="613901"/>
                </a:cubicBezTo>
                <a:cubicBezTo>
                  <a:pt x="1066300" y="609329"/>
                  <a:pt x="1067443" y="604471"/>
                  <a:pt x="1066871" y="599899"/>
                </a:cubicBezTo>
                <a:cubicBezTo>
                  <a:pt x="1066300" y="594280"/>
                  <a:pt x="1066300" y="588755"/>
                  <a:pt x="1066109" y="583135"/>
                </a:cubicBezTo>
                <a:cubicBezTo>
                  <a:pt x="1065919" y="572372"/>
                  <a:pt x="1065157" y="561609"/>
                  <a:pt x="1065062" y="550846"/>
                </a:cubicBezTo>
                <a:cubicBezTo>
                  <a:pt x="1065062" y="547131"/>
                  <a:pt x="1062776" y="545226"/>
                  <a:pt x="1058585" y="545035"/>
                </a:cubicBezTo>
                <a:cubicBezTo>
                  <a:pt x="1049250" y="544559"/>
                  <a:pt x="1039916" y="543892"/>
                  <a:pt x="1030581" y="544083"/>
                </a:cubicBezTo>
                <a:cubicBezTo>
                  <a:pt x="1025723" y="544178"/>
                  <a:pt x="1021532" y="542940"/>
                  <a:pt x="1017627" y="541225"/>
                </a:cubicBezTo>
                <a:cubicBezTo>
                  <a:pt x="1016389" y="541892"/>
                  <a:pt x="1015532" y="542273"/>
                  <a:pt x="1014770" y="542749"/>
                </a:cubicBezTo>
                <a:cubicBezTo>
                  <a:pt x="1007912" y="547321"/>
                  <a:pt x="1003816" y="553513"/>
                  <a:pt x="1001720" y="561704"/>
                </a:cubicBezTo>
                <a:cubicBezTo>
                  <a:pt x="1000196" y="567514"/>
                  <a:pt x="996672" y="572658"/>
                  <a:pt x="994100" y="578182"/>
                </a:cubicBezTo>
                <a:cubicBezTo>
                  <a:pt x="990386" y="586279"/>
                  <a:pt x="986290" y="594280"/>
                  <a:pt x="989147" y="603614"/>
                </a:cubicBezTo>
                <a:cubicBezTo>
                  <a:pt x="985147" y="607996"/>
                  <a:pt x="981432" y="612187"/>
                  <a:pt x="977527" y="616187"/>
                </a:cubicBezTo>
                <a:cubicBezTo>
                  <a:pt x="976955" y="616759"/>
                  <a:pt x="975812" y="616663"/>
                  <a:pt x="974860" y="616854"/>
                </a:cubicBezTo>
                <a:cubicBezTo>
                  <a:pt x="970097" y="614663"/>
                  <a:pt x="973336" y="608758"/>
                  <a:pt x="969431" y="605329"/>
                </a:cubicBezTo>
                <a:cubicBezTo>
                  <a:pt x="967811" y="605138"/>
                  <a:pt x="965525" y="604471"/>
                  <a:pt x="963239" y="604567"/>
                </a:cubicBezTo>
                <a:cubicBezTo>
                  <a:pt x="949714" y="605043"/>
                  <a:pt x="936093" y="605710"/>
                  <a:pt x="922568" y="606281"/>
                </a:cubicBezTo>
                <a:cubicBezTo>
                  <a:pt x="916472" y="606567"/>
                  <a:pt x="910471" y="607329"/>
                  <a:pt x="904375" y="607329"/>
                </a:cubicBezTo>
                <a:cubicBezTo>
                  <a:pt x="900755" y="607329"/>
                  <a:pt x="897041" y="606281"/>
                  <a:pt x="893421" y="605519"/>
                </a:cubicBezTo>
                <a:cubicBezTo>
                  <a:pt x="892754" y="605329"/>
                  <a:pt x="891992" y="604471"/>
                  <a:pt x="891707" y="603709"/>
                </a:cubicBezTo>
                <a:cubicBezTo>
                  <a:pt x="891421" y="602947"/>
                  <a:pt x="891611" y="601900"/>
                  <a:pt x="891611" y="600185"/>
                </a:cubicBezTo>
                <a:cubicBezTo>
                  <a:pt x="889421" y="601328"/>
                  <a:pt x="887706" y="602566"/>
                  <a:pt x="885801" y="602947"/>
                </a:cubicBezTo>
                <a:cubicBezTo>
                  <a:pt x="884182" y="603233"/>
                  <a:pt x="881896" y="603043"/>
                  <a:pt x="880658" y="602090"/>
                </a:cubicBezTo>
                <a:cubicBezTo>
                  <a:pt x="878562" y="600566"/>
                  <a:pt x="878848" y="597994"/>
                  <a:pt x="879515" y="595613"/>
                </a:cubicBezTo>
                <a:cubicBezTo>
                  <a:pt x="879610" y="595137"/>
                  <a:pt x="879800" y="594661"/>
                  <a:pt x="880181" y="594375"/>
                </a:cubicBezTo>
                <a:cubicBezTo>
                  <a:pt x="885325" y="589041"/>
                  <a:pt x="886468" y="581992"/>
                  <a:pt x="889040" y="575420"/>
                </a:cubicBezTo>
                <a:cubicBezTo>
                  <a:pt x="894279" y="562371"/>
                  <a:pt x="899708" y="549417"/>
                  <a:pt x="905423" y="536558"/>
                </a:cubicBezTo>
                <a:cubicBezTo>
                  <a:pt x="911519" y="522842"/>
                  <a:pt x="917519" y="509031"/>
                  <a:pt x="924568" y="495886"/>
                </a:cubicBezTo>
                <a:cubicBezTo>
                  <a:pt x="933331" y="479789"/>
                  <a:pt x="939998" y="462739"/>
                  <a:pt x="948190" y="446452"/>
                </a:cubicBezTo>
                <a:cubicBezTo>
                  <a:pt x="953429" y="435974"/>
                  <a:pt x="957715" y="425116"/>
                  <a:pt x="962096" y="414257"/>
                </a:cubicBezTo>
                <a:cubicBezTo>
                  <a:pt x="965716" y="405113"/>
                  <a:pt x="970764" y="396636"/>
                  <a:pt x="975336" y="387968"/>
                </a:cubicBezTo>
                <a:cubicBezTo>
                  <a:pt x="975812" y="387111"/>
                  <a:pt x="977813" y="386349"/>
                  <a:pt x="978956" y="386635"/>
                </a:cubicBezTo>
                <a:cubicBezTo>
                  <a:pt x="980004" y="386825"/>
                  <a:pt x="981146" y="388349"/>
                  <a:pt x="981432" y="389397"/>
                </a:cubicBezTo>
                <a:cubicBezTo>
                  <a:pt x="981908" y="391111"/>
                  <a:pt x="982194" y="393207"/>
                  <a:pt x="981623" y="394731"/>
                </a:cubicBezTo>
                <a:cubicBezTo>
                  <a:pt x="978860" y="401208"/>
                  <a:pt x="975812" y="407494"/>
                  <a:pt x="972764" y="413781"/>
                </a:cubicBezTo>
                <a:cubicBezTo>
                  <a:pt x="971717" y="415876"/>
                  <a:pt x="970669" y="417972"/>
                  <a:pt x="969716" y="420067"/>
                </a:cubicBezTo>
                <a:cubicBezTo>
                  <a:pt x="953143" y="458929"/>
                  <a:pt x="933617" y="496267"/>
                  <a:pt x="915519" y="534367"/>
                </a:cubicBezTo>
                <a:cubicBezTo>
                  <a:pt x="907137" y="552179"/>
                  <a:pt x="898469" y="569896"/>
                  <a:pt x="893421" y="589041"/>
                </a:cubicBezTo>
                <a:cubicBezTo>
                  <a:pt x="892945" y="590851"/>
                  <a:pt x="892564" y="592660"/>
                  <a:pt x="891897" y="595423"/>
                </a:cubicBezTo>
                <a:moveTo>
                  <a:pt x="1371005" y="414638"/>
                </a:moveTo>
                <a:cubicBezTo>
                  <a:pt x="1364051" y="416257"/>
                  <a:pt x="1357289" y="417591"/>
                  <a:pt x="1351574" y="411495"/>
                </a:cubicBezTo>
                <a:cubicBezTo>
                  <a:pt x="1351193" y="411114"/>
                  <a:pt x="1349954" y="411495"/>
                  <a:pt x="1349192" y="411685"/>
                </a:cubicBezTo>
                <a:cubicBezTo>
                  <a:pt x="1347478" y="412257"/>
                  <a:pt x="1345573" y="413876"/>
                  <a:pt x="1344335" y="413495"/>
                </a:cubicBezTo>
                <a:cubicBezTo>
                  <a:pt x="1332619" y="409780"/>
                  <a:pt x="1320427" y="410447"/>
                  <a:pt x="1308521" y="409018"/>
                </a:cubicBezTo>
                <a:cubicBezTo>
                  <a:pt x="1298424" y="407780"/>
                  <a:pt x="1288042" y="409018"/>
                  <a:pt x="1277755" y="409304"/>
                </a:cubicBezTo>
                <a:cubicBezTo>
                  <a:pt x="1274421" y="409304"/>
                  <a:pt x="1273088" y="411971"/>
                  <a:pt x="1271945" y="414448"/>
                </a:cubicBezTo>
                <a:cubicBezTo>
                  <a:pt x="1268706" y="414257"/>
                  <a:pt x="1265563" y="414067"/>
                  <a:pt x="1262229" y="413781"/>
                </a:cubicBezTo>
                <a:cubicBezTo>
                  <a:pt x="1262039" y="415781"/>
                  <a:pt x="1261563" y="417210"/>
                  <a:pt x="1261753" y="418448"/>
                </a:cubicBezTo>
                <a:cubicBezTo>
                  <a:pt x="1266230" y="441403"/>
                  <a:pt x="1270897" y="464359"/>
                  <a:pt x="1272230" y="487885"/>
                </a:cubicBezTo>
                <a:cubicBezTo>
                  <a:pt x="1272230" y="489314"/>
                  <a:pt x="1272992" y="490648"/>
                  <a:pt x="1273088" y="491981"/>
                </a:cubicBezTo>
                <a:cubicBezTo>
                  <a:pt x="1274897" y="506935"/>
                  <a:pt x="1276612" y="521794"/>
                  <a:pt x="1272897" y="536749"/>
                </a:cubicBezTo>
                <a:cubicBezTo>
                  <a:pt x="1272326" y="539225"/>
                  <a:pt x="1273088" y="542083"/>
                  <a:pt x="1273278" y="544559"/>
                </a:cubicBezTo>
                <a:cubicBezTo>
                  <a:pt x="1291376" y="548179"/>
                  <a:pt x="1308521" y="545226"/>
                  <a:pt x="1325666" y="543226"/>
                </a:cubicBezTo>
                <a:cubicBezTo>
                  <a:pt x="1330333" y="542654"/>
                  <a:pt x="1332905" y="539130"/>
                  <a:pt x="1334619" y="535129"/>
                </a:cubicBezTo>
                <a:cubicBezTo>
                  <a:pt x="1335476" y="533034"/>
                  <a:pt x="1335572" y="530557"/>
                  <a:pt x="1335858" y="528271"/>
                </a:cubicBezTo>
                <a:cubicBezTo>
                  <a:pt x="1337000" y="521223"/>
                  <a:pt x="1341382" y="515603"/>
                  <a:pt x="1344335" y="509317"/>
                </a:cubicBezTo>
                <a:cubicBezTo>
                  <a:pt x="1349383" y="506935"/>
                  <a:pt x="1350145" y="501792"/>
                  <a:pt x="1350240" y="497506"/>
                </a:cubicBezTo>
                <a:cubicBezTo>
                  <a:pt x="1350431" y="486838"/>
                  <a:pt x="1354526" y="477503"/>
                  <a:pt x="1358051" y="467883"/>
                </a:cubicBezTo>
                <a:cubicBezTo>
                  <a:pt x="1362432" y="455596"/>
                  <a:pt x="1366528" y="443118"/>
                  <a:pt x="1370814" y="430831"/>
                </a:cubicBezTo>
                <a:cubicBezTo>
                  <a:pt x="1372719" y="425497"/>
                  <a:pt x="1373767" y="420067"/>
                  <a:pt x="1371005" y="414733"/>
                </a:cubicBezTo>
                <a:moveTo>
                  <a:pt x="1258324" y="551131"/>
                </a:moveTo>
                <a:cubicBezTo>
                  <a:pt x="1266325" y="537225"/>
                  <a:pt x="1265468" y="523318"/>
                  <a:pt x="1265087" y="509412"/>
                </a:cubicBezTo>
                <a:cubicBezTo>
                  <a:pt x="1264325" y="485885"/>
                  <a:pt x="1260134" y="462739"/>
                  <a:pt x="1256991" y="439498"/>
                </a:cubicBezTo>
                <a:cubicBezTo>
                  <a:pt x="1256324" y="434450"/>
                  <a:pt x="1254324" y="429497"/>
                  <a:pt x="1253371" y="424449"/>
                </a:cubicBezTo>
                <a:cubicBezTo>
                  <a:pt x="1252895" y="421782"/>
                  <a:pt x="1252038" y="418067"/>
                  <a:pt x="1253371" y="416257"/>
                </a:cubicBezTo>
                <a:cubicBezTo>
                  <a:pt x="1257467" y="410828"/>
                  <a:pt x="1255085" y="406732"/>
                  <a:pt x="1252133" y="402256"/>
                </a:cubicBezTo>
                <a:cubicBezTo>
                  <a:pt x="1250037" y="399017"/>
                  <a:pt x="1250133" y="398922"/>
                  <a:pt x="1252704" y="393588"/>
                </a:cubicBezTo>
                <a:cubicBezTo>
                  <a:pt x="1253180" y="393588"/>
                  <a:pt x="1253847" y="393397"/>
                  <a:pt x="1254038" y="393588"/>
                </a:cubicBezTo>
                <a:cubicBezTo>
                  <a:pt x="1260991" y="400160"/>
                  <a:pt x="1268897" y="401684"/>
                  <a:pt x="1278422" y="400351"/>
                </a:cubicBezTo>
                <a:cubicBezTo>
                  <a:pt x="1286613" y="399208"/>
                  <a:pt x="1295186" y="400160"/>
                  <a:pt x="1303568" y="400922"/>
                </a:cubicBezTo>
                <a:cubicBezTo>
                  <a:pt x="1317570" y="402065"/>
                  <a:pt x="1331476" y="403589"/>
                  <a:pt x="1345383" y="405399"/>
                </a:cubicBezTo>
                <a:cubicBezTo>
                  <a:pt x="1349192" y="405875"/>
                  <a:pt x="1352717" y="406256"/>
                  <a:pt x="1356431" y="405208"/>
                </a:cubicBezTo>
                <a:cubicBezTo>
                  <a:pt x="1360527" y="404065"/>
                  <a:pt x="1364718" y="404161"/>
                  <a:pt x="1368719" y="406161"/>
                </a:cubicBezTo>
                <a:cubicBezTo>
                  <a:pt x="1372624" y="408161"/>
                  <a:pt x="1375958" y="406828"/>
                  <a:pt x="1379006" y="404065"/>
                </a:cubicBezTo>
                <a:cubicBezTo>
                  <a:pt x="1381578" y="401684"/>
                  <a:pt x="1384435" y="399589"/>
                  <a:pt x="1387578" y="402446"/>
                </a:cubicBezTo>
                <a:cubicBezTo>
                  <a:pt x="1390150" y="404827"/>
                  <a:pt x="1388340" y="407971"/>
                  <a:pt x="1386912" y="410161"/>
                </a:cubicBezTo>
                <a:cubicBezTo>
                  <a:pt x="1382149" y="417877"/>
                  <a:pt x="1380244" y="426640"/>
                  <a:pt x="1377767" y="435117"/>
                </a:cubicBezTo>
                <a:cubicBezTo>
                  <a:pt x="1372719" y="452262"/>
                  <a:pt x="1366528" y="468931"/>
                  <a:pt x="1360146" y="485504"/>
                </a:cubicBezTo>
                <a:cubicBezTo>
                  <a:pt x="1353669" y="502078"/>
                  <a:pt x="1347954" y="518937"/>
                  <a:pt x="1341763" y="535606"/>
                </a:cubicBezTo>
                <a:cubicBezTo>
                  <a:pt x="1340715" y="538368"/>
                  <a:pt x="1340334" y="540654"/>
                  <a:pt x="1341763" y="543607"/>
                </a:cubicBezTo>
                <a:cubicBezTo>
                  <a:pt x="1343478" y="547321"/>
                  <a:pt x="1341001" y="551227"/>
                  <a:pt x="1337191" y="551417"/>
                </a:cubicBezTo>
                <a:cubicBezTo>
                  <a:pt x="1332524" y="551608"/>
                  <a:pt x="1327666" y="550465"/>
                  <a:pt x="1323284" y="551608"/>
                </a:cubicBezTo>
                <a:cubicBezTo>
                  <a:pt x="1308997" y="555322"/>
                  <a:pt x="1294424" y="554275"/>
                  <a:pt x="1280041" y="555132"/>
                </a:cubicBezTo>
                <a:cubicBezTo>
                  <a:pt x="1276231" y="555322"/>
                  <a:pt x="1272707" y="555322"/>
                  <a:pt x="1270040" y="551608"/>
                </a:cubicBezTo>
                <a:cubicBezTo>
                  <a:pt x="1269278" y="550560"/>
                  <a:pt x="1266706" y="550560"/>
                  <a:pt x="1264992" y="550465"/>
                </a:cubicBezTo>
                <a:cubicBezTo>
                  <a:pt x="1263277" y="550465"/>
                  <a:pt x="1261658" y="550846"/>
                  <a:pt x="1258419" y="551227"/>
                </a:cubicBezTo>
                <a:moveTo>
                  <a:pt x="345257" y="331485"/>
                </a:moveTo>
                <a:cubicBezTo>
                  <a:pt x="344876" y="332818"/>
                  <a:pt x="344591" y="334247"/>
                  <a:pt x="344019" y="336438"/>
                </a:cubicBezTo>
                <a:cubicBezTo>
                  <a:pt x="339066" y="338438"/>
                  <a:pt x="332018" y="335295"/>
                  <a:pt x="327065" y="341486"/>
                </a:cubicBezTo>
                <a:cubicBezTo>
                  <a:pt x="328112" y="348630"/>
                  <a:pt x="324112" y="355774"/>
                  <a:pt x="322302" y="363298"/>
                </a:cubicBezTo>
                <a:cubicBezTo>
                  <a:pt x="321921" y="364918"/>
                  <a:pt x="321540" y="366442"/>
                  <a:pt x="321254" y="368061"/>
                </a:cubicBezTo>
                <a:cubicBezTo>
                  <a:pt x="320588" y="371680"/>
                  <a:pt x="319540" y="375586"/>
                  <a:pt x="317444" y="378348"/>
                </a:cubicBezTo>
                <a:cubicBezTo>
                  <a:pt x="314873" y="381777"/>
                  <a:pt x="313634" y="385777"/>
                  <a:pt x="311634" y="389397"/>
                </a:cubicBezTo>
                <a:cubicBezTo>
                  <a:pt x="305157" y="400446"/>
                  <a:pt x="303919" y="413400"/>
                  <a:pt x="298585" y="424735"/>
                </a:cubicBezTo>
                <a:cubicBezTo>
                  <a:pt x="294584" y="433212"/>
                  <a:pt x="292679" y="442356"/>
                  <a:pt x="289060" y="450928"/>
                </a:cubicBezTo>
                <a:cubicBezTo>
                  <a:pt x="285440" y="459501"/>
                  <a:pt x="282773" y="468550"/>
                  <a:pt x="278678" y="476932"/>
                </a:cubicBezTo>
                <a:cubicBezTo>
                  <a:pt x="269819" y="495029"/>
                  <a:pt x="263152" y="513984"/>
                  <a:pt x="254865" y="532272"/>
                </a:cubicBezTo>
                <a:cubicBezTo>
                  <a:pt x="250674" y="541606"/>
                  <a:pt x="247340" y="551417"/>
                  <a:pt x="243530" y="561228"/>
                </a:cubicBezTo>
                <a:cubicBezTo>
                  <a:pt x="245435" y="563895"/>
                  <a:pt x="248388" y="564657"/>
                  <a:pt x="251722" y="564847"/>
                </a:cubicBezTo>
                <a:cubicBezTo>
                  <a:pt x="257818" y="565133"/>
                  <a:pt x="263819" y="565514"/>
                  <a:pt x="269915" y="565609"/>
                </a:cubicBezTo>
                <a:cubicBezTo>
                  <a:pt x="279249" y="565800"/>
                  <a:pt x="288584" y="566276"/>
                  <a:pt x="297918" y="565990"/>
                </a:cubicBezTo>
                <a:cubicBezTo>
                  <a:pt x="309158" y="565609"/>
                  <a:pt x="320302" y="564657"/>
                  <a:pt x="331541" y="563895"/>
                </a:cubicBezTo>
                <a:cubicBezTo>
                  <a:pt x="334304" y="563704"/>
                  <a:pt x="337066" y="563514"/>
                  <a:pt x="340495" y="563228"/>
                </a:cubicBezTo>
                <a:cubicBezTo>
                  <a:pt x="339923" y="565609"/>
                  <a:pt x="338971" y="567610"/>
                  <a:pt x="339066" y="569515"/>
                </a:cubicBezTo>
                <a:cubicBezTo>
                  <a:pt x="339066" y="572277"/>
                  <a:pt x="341638" y="573039"/>
                  <a:pt x="343829" y="573991"/>
                </a:cubicBezTo>
                <a:cubicBezTo>
                  <a:pt x="345067" y="574563"/>
                  <a:pt x="346686" y="575039"/>
                  <a:pt x="347258" y="576087"/>
                </a:cubicBezTo>
                <a:cubicBezTo>
                  <a:pt x="347734" y="576944"/>
                  <a:pt x="347067" y="578659"/>
                  <a:pt x="346496" y="579706"/>
                </a:cubicBezTo>
                <a:cubicBezTo>
                  <a:pt x="346115" y="580373"/>
                  <a:pt x="344972" y="580945"/>
                  <a:pt x="344114" y="580945"/>
                </a:cubicBezTo>
                <a:cubicBezTo>
                  <a:pt x="338018" y="580945"/>
                  <a:pt x="331922" y="581040"/>
                  <a:pt x="325922" y="580945"/>
                </a:cubicBezTo>
                <a:cubicBezTo>
                  <a:pt x="324112" y="580945"/>
                  <a:pt x="321635" y="580945"/>
                  <a:pt x="320492" y="579897"/>
                </a:cubicBezTo>
                <a:cubicBezTo>
                  <a:pt x="314111" y="573706"/>
                  <a:pt x="306491" y="576087"/>
                  <a:pt x="299156" y="576277"/>
                </a:cubicBezTo>
                <a:cubicBezTo>
                  <a:pt x="284202" y="576754"/>
                  <a:pt x="269248" y="576944"/>
                  <a:pt x="254294" y="577706"/>
                </a:cubicBezTo>
                <a:cubicBezTo>
                  <a:pt x="246959" y="578087"/>
                  <a:pt x="240482" y="575515"/>
                  <a:pt x="233910" y="573229"/>
                </a:cubicBezTo>
                <a:cubicBezTo>
                  <a:pt x="232291" y="572658"/>
                  <a:pt x="231148" y="570848"/>
                  <a:pt x="229433" y="569229"/>
                </a:cubicBezTo>
                <a:cubicBezTo>
                  <a:pt x="233815" y="557799"/>
                  <a:pt x="238006" y="546464"/>
                  <a:pt x="242578" y="535225"/>
                </a:cubicBezTo>
                <a:cubicBezTo>
                  <a:pt x="250579" y="515698"/>
                  <a:pt x="258961" y="496363"/>
                  <a:pt x="266962" y="476932"/>
                </a:cubicBezTo>
                <a:cubicBezTo>
                  <a:pt x="272963" y="462168"/>
                  <a:pt x="278487" y="447214"/>
                  <a:pt x="284202" y="432355"/>
                </a:cubicBezTo>
                <a:cubicBezTo>
                  <a:pt x="285059" y="430164"/>
                  <a:pt x="285726" y="427878"/>
                  <a:pt x="286869" y="425878"/>
                </a:cubicBezTo>
                <a:cubicBezTo>
                  <a:pt x="294775" y="411495"/>
                  <a:pt x="301252" y="396445"/>
                  <a:pt x="307253" y="381205"/>
                </a:cubicBezTo>
                <a:cubicBezTo>
                  <a:pt x="311729" y="369871"/>
                  <a:pt x="315254" y="358250"/>
                  <a:pt x="319445" y="346820"/>
                </a:cubicBezTo>
                <a:cubicBezTo>
                  <a:pt x="321159" y="341962"/>
                  <a:pt x="323255" y="337295"/>
                  <a:pt x="325636" y="332723"/>
                </a:cubicBezTo>
                <a:cubicBezTo>
                  <a:pt x="327160" y="329866"/>
                  <a:pt x="329255" y="327008"/>
                  <a:pt x="333065" y="327103"/>
                </a:cubicBezTo>
                <a:cubicBezTo>
                  <a:pt x="337161" y="327199"/>
                  <a:pt x="341733" y="326437"/>
                  <a:pt x="344305" y="331009"/>
                </a:cubicBezTo>
                <a:cubicBezTo>
                  <a:pt x="344495" y="331390"/>
                  <a:pt x="344972" y="331675"/>
                  <a:pt x="345257" y="331961"/>
                </a:cubicBezTo>
                <a:lnTo>
                  <a:pt x="345257" y="331390"/>
                </a:lnTo>
                <a:close/>
                <a:moveTo>
                  <a:pt x="664345" y="350630"/>
                </a:moveTo>
                <a:cubicBezTo>
                  <a:pt x="666917" y="346630"/>
                  <a:pt x="671203" y="345868"/>
                  <a:pt x="675394" y="345582"/>
                </a:cubicBezTo>
                <a:cubicBezTo>
                  <a:pt x="684252" y="344820"/>
                  <a:pt x="693110" y="344153"/>
                  <a:pt x="701969" y="343772"/>
                </a:cubicBezTo>
                <a:cubicBezTo>
                  <a:pt x="716923" y="343105"/>
                  <a:pt x="731877" y="342534"/>
                  <a:pt x="746450" y="338629"/>
                </a:cubicBezTo>
                <a:cubicBezTo>
                  <a:pt x="748641" y="338057"/>
                  <a:pt x="751118" y="338629"/>
                  <a:pt x="753404" y="338724"/>
                </a:cubicBezTo>
                <a:cubicBezTo>
                  <a:pt x="755118" y="338819"/>
                  <a:pt x="757023" y="341391"/>
                  <a:pt x="756261" y="342820"/>
                </a:cubicBezTo>
                <a:cubicBezTo>
                  <a:pt x="750451" y="355488"/>
                  <a:pt x="751975" y="369394"/>
                  <a:pt x="749498" y="382634"/>
                </a:cubicBezTo>
                <a:cubicBezTo>
                  <a:pt x="746069" y="400636"/>
                  <a:pt x="745974" y="418924"/>
                  <a:pt x="744545" y="437117"/>
                </a:cubicBezTo>
                <a:cubicBezTo>
                  <a:pt x="744450" y="438927"/>
                  <a:pt x="744641" y="440737"/>
                  <a:pt x="744831" y="443213"/>
                </a:cubicBezTo>
                <a:cubicBezTo>
                  <a:pt x="747593" y="443213"/>
                  <a:pt x="749879" y="443213"/>
                  <a:pt x="752070" y="443118"/>
                </a:cubicBezTo>
                <a:cubicBezTo>
                  <a:pt x="759500" y="442451"/>
                  <a:pt x="766929" y="441784"/>
                  <a:pt x="774359" y="441118"/>
                </a:cubicBezTo>
                <a:cubicBezTo>
                  <a:pt x="775787" y="441022"/>
                  <a:pt x="777121" y="440737"/>
                  <a:pt x="778454" y="440356"/>
                </a:cubicBezTo>
                <a:cubicBezTo>
                  <a:pt x="783312" y="439022"/>
                  <a:pt x="786932" y="436165"/>
                  <a:pt x="787694" y="430926"/>
                </a:cubicBezTo>
                <a:cubicBezTo>
                  <a:pt x="788741" y="423973"/>
                  <a:pt x="789789" y="417019"/>
                  <a:pt x="790265" y="409971"/>
                </a:cubicBezTo>
                <a:cubicBezTo>
                  <a:pt x="791123" y="397874"/>
                  <a:pt x="792552" y="385777"/>
                  <a:pt x="791694" y="373585"/>
                </a:cubicBezTo>
                <a:cubicBezTo>
                  <a:pt x="791504" y="370633"/>
                  <a:pt x="790932" y="368251"/>
                  <a:pt x="788837" y="365965"/>
                </a:cubicBezTo>
                <a:cubicBezTo>
                  <a:pt x="786170" y="363108"/>
                  <a:pt x="787979" y="359774"/>
                  <a:pt x="788456" y="356917"/>
                </a:cubicBezTo>
                <a:cubicBezTo>
                  <a:pt x="789599" y="356250"/>
                  <a:pt x="790456" y="355297"/>
                  <a:pt x="791218" y="355393"/>
                </a:cubicBezTo>
                <a:cubicBezTo>
                  <a:pt x="806267" y="357298"/>
                  <a:pt x="820936" y="353678"/>
                  <a:pt x="835890" y="353392"/>
                </a:cubicBezTo>
                <a:cubicBezTo>
                  <a:pt x="847987" y="353202"/>
                  <a:pt x="860179" y="352821"/>
                  <a:pt x="872276" y="352630"/>
                </a:cubicBezTo>
                <a:cubicBezTo>
                  <a:pt x="876562" y="352630"/>
                  <a:pt x="878086" y="355107"/>
                  <a:pt x="877133" y="360346"/>
                </a:cubicBezTo>
                <a:cubicBezTo>
                  <a:pt x="876943" y="361298"/>
                  <a:pt x="876562" y="362155"/>
                  <a:pt x="876276" y="363013"/>
                </a:cubicBezTo>
                <a:cubicBezTo>
                  <a:pt x="874371" y="364537"/>
                  <a:pt x="872942" y="363013"/>
                  <a:pt x="871418" y="362251"/>
                </a:cubicBezTo>
                <a:cubicBezTo>
                  <a:pt x="867608" y="360346"/>
                  <a:pt x="863703" y="359965"/>
                  <a:pt x="859227" y="360346"/>
                </a:cubicBezTo>
                <a:cubicBezTo>
                  <a:pt x="841986" y="362060"/>
                  <a:pt x="824746" y="363203"/>
                  <a:pt x="807506" y="364156"/>
                </a:cubicBezTo>
                <a:cubicBezTo>
                  <a:pt x="804553" y="364346"/>
                  <a:pt x="801505" y="362346"/>
                  <a:pt x="797885" y="361203"/>
                </a:cubicBezTo>
                <a:cubicBezTo>
                  <a:pt x="798266" y="364632"/>
                  <a:pt x="798933" y="368156"/>
                  <a:pt x="798838" y="371680"/>
                </a:cubicBezTo>
                <a:cubicBezTo>
                  <a:pt x="798838" y="374252"/>
                  <a:pt x="796171" y="377586"/>
                  <a:pt x="797123" y="379015"/>
                </a:cubicBezTo>
                <a:cubicBezTo>
                  <a:pt x="798362" y="380920"/>
                  <a:pt x="799886" y="382444"/>
                  <a:pt x="799886" y="384825"/>
                </a:cubicBezTo>
                <a:cubicBezTo>
                  <a:pt x="799886" y="387682"/>
                  <a:pt x="800362" y="390445"/>
                  <a:pt x="800171" y="393302"/>
                </a:cubicBezTo>
                <a:cubicBezTo>
                  <a:pt x="799029" y="412447"/>
                  <a:pt x="798743" y="431688"/>
                  <a:pt x="794552" y="450547"/>
                </a:cubicBezTo>
                <a:cubicBezTo>
                  <a:pt x="794266" y="451881"/>
                  <a:pt x="793980" y="453310"/>
                  <a:pt x="793504" y="454643"/>
                </a:cubicBezTo>
                <a:cubicBezTo>
                  <a:pt x="792552" y="456834"/>
                  <a:pt x="791218" y="458739"/>
                  <a:pt x="788551" y="459025"/>
                </a:cubicBezTo>
                <a:cubicBezTo>
                  <a:pt x="785598" y="459310"/>
                  <a:pt x="784455" y="457405"/>
                  <a:pt x="783788" y="455024"/>
                </a:cubicBezTo>
                <a:cubicBezTo>
                  <a:pt x="783407" y="453691"/>
                  <a:pt x="782836" y="452452"/>
                  <a:pt x="782169" y="450547"/>
                </a:cubicBezTo>
                <a:cubicBezTo>
                  <a:pt x="768644" y="449976"/>
                  <a:pt x="755309" y="450738"/>
                  <a:pt x="741974" y="453214"/>
                </a:cubicBezTo>
                <a:cubicBezTo>
                  <a:pt x="738037" y="453976"/>
                  <a:pt x="733909" y="452262"/>
                  <a:pt x="729591" y="448071"/>
                </a:cubicBezTo>
                <a:cubicBezTo>
                  <a:pt x="735592" y="440927"/>
                  <a:pt x="735878" y="432164"/>
                  <a:pt x="736640" y="423211"/>
                </a:cubicBezTo>
                <a:cubicBezTo>
                  <a:pt x="738545" y="401779"/>
                  <a:pt x="741021" y="380348"/>
                  <a:pt x="743307" y="358917"/>
                </a:cubicBezTo>
                <a:cubicBezTo>
                  <a:pt x="743402" y="357964"/>
                  <a:pt x="743498" y="357012"/>
                  <a:pt x="743593" y="356155"/>
                </a:cubicBezTo>
                <a:cubicBezTo>
                  <a:pt x="743688" y="353488"/>
                  <a:pt x="741307" y="350725"/>
                  <a:pt x="738449" y="350344"/>
                </a:cubicBezTo>
                <a:cubicBezTo>
                  <a:pt x="736640" y="350154"/>
                  <a:pt x="734735" y="349963"/>
                  <a:pt x="732830" y="350154"/>
                </a:cubicBezTo>
                <a:cubicBezTo>
                  <a:pt x="720257" y="351106"/>
                  <a:pt x="707684" y="352249"/>
                  <a:pt x="695111" y="353202"/>
                </a:cubicBezTo>
                <a:cubicBezTo>
                  <a:pt x="687681" y="353773"/>
                  <a:pt x="680156" y="354154"/>
                  <a:pt x="672727" y="354631"/>
                </a:cubicBezTo>
                <a:cubicBezTo>
                  <a:pt x="669107" y="354821"/>
                  <a:pt x="666536" y="352916"/>
                  <a:pt x="664440" y="350249"/>
                </a:cubicBezTo>
                <a:lnTo>
                  <a:pt x="664440" y="350725"/>
                </a:lnTo>
                <a:close/>
                <a:moveTo>
                  <a:pt x="540520" y="343677"/>
                </a:moveTo>
                <a:cubicBezTo>
                  <a:pt x="541949" y="344915"/>
                  <a:pt x="543282" y="346249"/>
                  <a:pt x="544806" y="347296"/>
                </a:cubicBezTo>
                <a:cubicBezTo>
                  <a:pt x="548140" y="349678"/>
                  <a:pt x="549473" y="352821"/>
                  <a:pt x="549854" y="356821"/>
                </a:cubicBezTo>
                <a:cubicBezTo>
                  <a:pt x="553379" y="391778"/>
                  <a:pt x="557189" y="426735"/>
                  <a:pt x="560618" y="461692"/>
                </a:cubicBezTo>
                <a:cubicBezTo>
                  <a:pt x="561761" y="473312"/>
                  <a:pt x="561856" y="485123"/>
                  <a:pt x="562332" y="496839"/>
                </a:cubicBezTo>
                <a:cubicBezTo>
                  <a:pt x="563094" y="517508"/>
                  <a:pt x="563856" y="538082"/>
                  <a:pt x="564428" y="558751"/>
                </a:cubicBezTo>
                <a:cubicBezTo>
                  <a:pt x="564713" y="568657"/>
                  <a:pt x="565952" y="578278"/>
                  <a:pt x="568238" y="587993"/>
                </a:cubicBezTo>
                <a:cubicBezTo>
                  <a:pt x="569476" y="593422"/>
                  <a:pt x="569666" y="599137"/>
                  <a:pt x="569666" y="604662"/>
                </a:cubicBezTo>
                <a:cubicBezTo>
                  <a:pt x="569666" y="606757"/>
                  <a:pt x="568142" y="608948"/>
                  <a:pt x="566809" y="610758"/>
                </a:cubicBezTo>
                <a:cubicBezTo>
                  <a:pt x="566142" y="611615"/>
                  <a:pt x="564237" y="612187"/>
                  <a:pt x="563094" y="611996"/>
                </a:cubicBezTo>
                <a:cubicBezTo>
                  <a:pt x="561951" y="611806"/>
                  <a:pt x="560427" y="610567"/>
                  <a:pt x="559951" y="609424"/>
                </a:cubicBezTo>
                <a:cubicBezTo>
                  <a:pt x="559284" y="607805"/>
                  <a:pt x="559189" y="605805"/>
                  <a:pt x="559094" y="603995"/>
                </a:cubicBezTo>
                <a:cubicBezTo>
                  <a:pt x="557189" y="578754"/>
                  <a:pt x="554426" y="553513"/>
                  <a:pt x="553950" y="528176"/>
                </a:cubicBezTo>
                <a:cubicBezTo>
                  <a:pt x="553474" y="500077"/>
                  <a:pt x="551188" y="471979"/>
                  <a:pt x="549473" y="443975"/>
                </a:cubicBezTo>
                <a:cubicBezTo>
                  <a:pt x="548616" y="429021"/>
                  <a:pt x="546044" y="414257"/>
                  <a:pt x="544806" y="399303"/>
                </a:cubicBezTo>
                <a:cubicBezTo>
                  <a:pt x="543473" y="383872"/>
                  <a:pt x="539377" y="368823"/>
                  <a:pt x="539758" y="353297"/>
                </a:cubicBezTo>
                <a:cubicBezTo>
                  <a:pt x="539758" y="350154"/>
                  <a:pt x="540615" y="346915"/>
                  <a:pt x="540996" y="343772"/>
                </a:cubicBezTo>
                <a:lnTo>
                  <a:pt x="540520" y="343772"/>
                </a:lnTo>
                <a:close/>
                <a:moveTo>
                  <a:pt x="1149739" y="403970"/>
                </a:moveTo>
                <a:cubicBezTo>
                  <a:pt x="1152501" y="404351"/>
                  <a:pt x="1155168" y="404732"/>
                  <a:pt x="1157930" y="405113"/>
                </a:cubicBezTo>
                <a:cubicBezTo>
                  <a:pt x="1161264" y="411781"/>
                  <a:pt x="1160883" y="418829"/>
                  <a:pt x="1160598" y="425878"/>
                </a:cubicBezTo>
                <a:cubicBezTo>
                  <a:pt x="1160121" y="439498"/>
                  <a:pt x="1159454" y="453024"/>
                  <a:pt x="1159264" y="466645"/>
                </a:cubicBezTo>
                <a:cubicBezTo>
                  <a:pt x="1158978" y="480742"/>
                  <a:pt x="1159550" y="494839"/>
                  <a:pt x="1158788" y="508840"/>
                </a:cubicBezTo>
                <a:cubicBezTo>
                  <a:pt x="1157930" y="525223"/>
                  <a:pt x="1158692" y="541606"/>
                  <a:pt x="1157454" y="557989"/>
                </a:cubicBezTo>
                <a:cubicBezTo>
                  <a:pt x="1156692" y="569134"/>
                  <a:pt x="1158502" y="580564"/>
                  <a:pt x="1157930" y="591708"/>
                </a:cubicBezTo>
                <a:cubicBezTo>
                  <a:pt x="1157454" y="599233"/>
                  <a:pt x="1157645" y="606662"/>
                  <a:pt x="1157930" y="614187"/>
                </a:cubicBezTo>
                <a:cubicBezTo>
                  <a:pt x="1157930" y="616092"/>
                  <a:pt x="1158026" y="617902"/>
                  <a:pt x="1158311" y="619807"/>
                </a:cubicBezTo>
                <a:cubicBezTo>
                  <a:pt x="1158883" y="624283"/>
                  <a:pt x="1162979" y="627712"/>
                  <a:pt x="1161550" y="633142"/>
                </a:cubicBezTo>
                <a:cubicBezTo>
                  <a:pt x="1160598" y="637047"/>
                  <a:pt x="1161550" y="641428"/>
                  <a:pt x="1161836" y="645619"/>
                </a:cubicBezTo>
                <a:cubicBezTo>
                  <a:pt x="1162026" y="648858"/>
                  <a:pt x="1160312" y="650858"/>
                  <a:pt x="1157930" y="652573"/>
                </a:cubicBezTo>
                <a:cubicBezTo>
                  <a:pt x="1156597" y="653525"/>
                  <a:pt x="1153644" y="652954"/>
                  <a:pt x="1153073" y="651430"/>
                </a:cubicBezTo>
                <a:cubicBezTo>
                  <a:pt x="1152120" y="648858"/>
                  <a:pt x="1150882" y="646191"/>
                  <a:pt x="1150787" y="643524"/>
                </a:cubicBezTo>
                <a:cubicBezTo>
                  <a:pt x="1150025" y="627617"/>
                  <a:pt x="1147263" y="611901"/>
                  <a:pt x="1148691" y="595804"/>
                </a:cubicBezTo>
                <a:cubicBezTo>
                  <a:pt x="1149739" y="584183"/>
                  <a:pt x="1149453" y="572277"/>
                  <a:pt x="1148405" y="560656"/>
                </a:cubicBezTo>
                <a:cubicBezTo>
                  <a:pt x="1147358" y="549322"/>
                  <a:pt x="1149453" y="538273"/>
                  <a:pt x="1149167" y="527033"/>
                </a:cubicBezTo>
                <a:cubicBezTo>
                  <a:pt x="1148786" y="512555"/>
                  <a:pt x="1149548" y="497982"/>
                  <a:pt x="1149929" y="483504"/>
                </a:cubicBezTo>
                <a:cubicBezTo>
                  <a:pt x="1150311" y="469026"/>
                  <a:pt x="1150501" y="454453"/>
                  <a:pt x="1151263" y="439975"/>
                </a:cubicBezTo>
                <a:cubicBezTo>
                  <a:pt x="1151644" y="431974"/>
                  <a:pt x="1151834" y="424163"/>
                  <a:pt x="1150215" y="416162"/>
                </a:cubicBezTo>
                <a:cubicBezTo>
                  <a:pt x="1149453" y="412257"/>
                  <a:pt x="1148025" y="407971"/>
                  <a:pt x="1150406" y="403970"/>
                </a:cubicBezTo>
                <a:lnTo>
                  <a:pt x="1149929" y="403970"/>
                </a:lnTo>
                <a:close/>
                <a:moveTo>
                  <a:pt x="1328142" y="599328"/>
                </a:moveTo>
                <a:cubicBezTo>
                  <a:pt x="1323666" y="595232"/>
                  <a:pt x="1319284" y="591041"/>
                  <a:pt x="1314712" y="587041"/>
                </a:cubicBezTo>
                <a:cubicBezTo>
                  <a:pt x="1313379" y="585898"/>
                  <a:pt x="1311569" y="585136"/>
                  <a:pt x="1309950" y="584374"/>
                </a:cubicBezTo>
                <a:cubicBezTo>
                  <a:pt x="1308140" y="583421"/>
                  <a:pt x="1306997" y="584945"/>
                  <a:pt x="1306616" y="589041"/>
                </a:cubicBezTo>
                <a:cubicBezTo>
                  <a:pt x="1298900" y="588660"/>
                  <a:pt x="1291280" y="588184"/>
                  <a:pt x="1283565" y="587993"/>
                </a:cubicBezTo>
                <a:cubicBezTo>
                  <a:pt x="1281279" y="587993"/>
                  <a:pt x="1278993" y="588184"/>
                  <a:pt x="1276803" y="588565"/>
                </a:cubicBezTo>
                <a:cubicBezTo>
                  <a:pt x="1267754" y="589993"/>
                  <a:pt x="1260515" y="595613"/>
                  <a:pt x="1253085" y="600090"/>
                </a:cubicBezTo>
                <a:cubicBezTo>
                  <a:pt x="1244703" y="605233"/>
                  <a:pt x="1240798" y="620473"/>
                  <a:pt x="1243275" y="630284"/>
                </a:cubicBezTo>
                <a:cubicBezTo>
                  <a:pt x="1246322" y="642286"/>
                  <a:pt x="1254609" y="649429"/>
                  <a:pt x="1265277" y="653811"/>
                </a:cubicBezTo>
                <a:cubicBezTo>
                  <a:pt x="1275279" y="657907"/>
                  <a:pt x="1285851" y="659621"/>
                  <a:pt x="1296710" y="658478"/>
                </a:cubicBezTo>
                <a:cubicBezTo>
                  <a:pt x="1300520" y="658097"/>
                  <a:pt x="1303949" y="657049"/>
                  <a:pt x="1306616" y="653906"/>
                </a:cubicBezTo>
                <a:cubicBezTo>
                  <a:pt x="1308140" y="652192"/>
                  <a:pt x="1310045" y="650763"/>
                  <a:pt x="1311759" y="649144"/>
                </a:cubicBezTo>
                <a:cubicBezTo>
                  <a:pt x="1320808" y="640952"/>
                  <a:pt x="1326237" y="631141"/>
                  <a:pt x="1326904" y="618664"/>
                </a:cubicBezTo>
                <a:cubicBezTo>
                  <a:pt x="1327095" y="614663"/>
                  <a:pt x="1329095" y="610663"/>
                  <a:pt x="1330333" y="606757"/>
                </a:cubicBezTo>
                <a:cubicBezTo>
                  <a:pt x="1331095" y="609996"/>
                  <a:pt x="1331667" y="613139"/>
                  <a:pt x="1332524" y="616282"/>
                </a:cubicBezTo>
                <a:cubicBezTo>
                  <a:pt x="1335191" y="626569"/>
                  <a:pt x="1332905" y="635713"/>
                  <a:pt x="1326428" y="643810"/>
                </a:cubicBezTo>
                <a:cubicBezTo>
                  <a:pt x="1322332" y="648858"/>
                  <a:pt x="1318522" y="654097"/>
                  <a:pt x="1312807" y="657716"/>
                </a:cubicBezTo>
                <a:cubicBezTo>
                  <a:pt x="1299567" y="666098"/>
                  <a:pt x="1285375" y="665622"/>
                  <a:pt x="1270897" y="663431"/>
                </a:cubicBezTo>
                <a:cubicBezTo>
                  <a:pt x="1267659" y="662955"/>
                  <a:pt x="1264610" y="661526"/>
                  <a:pt x="1261467" y="660859"/>
                </a:cubicBezTo>
                <a:cubicBezTo>
                  <a:pt x="1244703" y="657049"/>
                  <a:pt x="1236797" y="645143"/>
                  <a:pt x="1233464" y="629427"/>
                </a:cubicBezTo>
                <a:cubicBezTo>
                  <a:pt x="1231178" y="618664"/>
                  <a:pt x="1234702" y="609043"/>
                  <a:pt x="1240893" y="600471"/>
                </a:cubicBezTo>
                <a:cubicBezTo>
                  <a:pt x="1244417" y="595613"/>
                  <a:pt x="1248704" y="591041"/>
                  <a:pt x="1253562" y="587422"/>
                </a:cubicBezTo>
                <a:cubicBezTo>
                  <a:pt x="1260610" y="582088"/>
                  <a:pt x="1268516" y="577897"/>
                  <a:pt x="1277660" y="577325"/>
                </a:cubicBezTo>
                <a:cubicBezTo>
                  <a:pt x="1285089" y="576849"/>
                  <a:pt x="1292614" y="576563"/>
                  <a:pt x="1300043" y="577039"/>
                </a:cubicBezTo>
                <a:cubicBezTo>
                  <a:pt x="1310235" y="577706"/>
                  <a:pt x="1318903" y="582183"/>
                  <a:pt x="1325380" y="590089"/>
                </a:cubicBezTo>
                <a:cubicBezTo>
                  <a:pt x="1327285" y="592375"/>
                  <a:pt x="1327285" y="596185"/>
                  <a:pt x="1328142" y="599328"/>
                </a:cubicBezTo>
                <a:moveTo>
                  <a:pt x="888563" y="356250"/>
                </a:moveTo>
                <a:cubicBezTo>
                  <a:pt x="890849" y="362853"/>
                  <a:pt x="891738" y="367870"/>
                  <a:pt x="891230" y="371299"/>
                </a:cubicBezTo>
                <a:cubicBezTo>
                  <a:pt x="890849" y="373585"/>
                  <a:pt x="890754" y="376062"/>
                  <a:pt x="890087" y="378253"/>
                </a:cubicBezTo>
                <a:cubicBezTo>
                  <a:pt x="883991" y="398541"/>
                  <a:pt x="881801" y="419686"/>
                  <a:pt x="876943" y="440165"/>
                </a:cubicBezTo>
                <a:cubicBezTo>
                  <a:pt x="875800" y="445118"/>
                  <a:pt x="875419" y="450357"/>
                  <a:pt x="875038" y="455500"/>
                </a:cubicBezTo>
                <a:cubicBezTo>
                  <a:pt x="873323" y="475598"/>
                  <a:pt x="871323" y="495601"/>
                  <a:pt x="868275" y="515603"/>
                </a:cubicBezTo>
                <a:cubicBezTo>
                  <a:pt x="865989" y="530367"/>
                  <a:pt x="863608" y="545131"/>
                  <a:pt x="862751" y="560180"/>
                </a:cubicBezTo>
                <a:cubicBezTo>
                  <a:pt x="862465" y="565705"/>
                  <a:pt x="861322" y="571229"/>
                  <a:pt x="860655" y="576182"/>
                </a:cubicBezTo>
                <a:cubicBezTo>
                  <a:pt x="858179" y="578754"/>
                  <a:pt x="855797" y="578563"/>
                  <a:pt x="853702" y="577516"/>
                </a:cubicBezTo>
                <a:cubicBezTo>
                  <a:pt x="852559" y="576944"/>
                  <a:pt x="851511" y="575611"/>
                  <a:pt x="851130" y="574468"/>
                </a:cubicBezTo>
                <a:cubicBezTo>
                  <a:pt x="850654" y="573229"/>
                  <a:pt x="850844" y="571705"/>
                  <a:pt x="851130" y="570277"/>
                </a:cubicBezTo>
                <a:cubicBezTo>
                  <a:pt x="853035" y="556370"/>
                  <a:pt x="854845" y="542368"/>
                  <a:pt x="856940" y="528462"/>
                </a:cubicBezTo>
                <a:cubicBezTo>
                  <a:pt x="859036" y="514079"/>
                  <a:pt x="861512" y="499696"/>
                  <a:pt x="863417" y="485314"/>
                </a:cubicBezTo>
                <a:cubicBezTo>
                  <a:pt x="864275" y="478837"/>
                  <a:pt x="863989" y="472169"/>
                  <a:pt x="864656" y="465692"/>
                </a:cubicBezTo>
                <a:cubicBezTo>
                  <a:pt x="867704" y="436260"/>
                  <a:pt x="873323" y="407209"/>
                  <a:pt x="880372" y="378538"/>
                </a:cubicBezTo>
                <a:cubicBezTo>
                  <a:pt x="881801" y="372633"/>
                  <a:pt x="882658" y="366537"/>
                  <a:pt x="885230" y="361012"/>
                </a:cubicBezTo>
                <a:cubicBezTo>
                  <a:pt x="885992" y="359488"/>
                  <a:pt x="887325" y="358155"/>
                  <a:pt x="888659" y="356345"/>
                </a:cubicBezTo>
                <a:moveTo>
                  <a:pt x="664535" y="350249"/>
                </a:moveTo>
                <a:cubicBezTo>
                  <a:pt x="664345" y="351202"/>
                  <a:pt x="664345" y="352249"/>
                  <a:pt x="663869" y="353011"/>
                </a:cubicBezTo>
                <a:cubicBezTo>
                  <a:pt x="658249" y="361108"/>
                  <a:pt x="658344" y="361108"/>
                  <a:pt x="657963" y="368632"/>
                </a:cubicBezTo>
                <a:cubicBezTo>
                  <a:pt x="656915" y="391111"/>
                  <a:pt x="656630" y="413495"/>
                  <a:pt x="656915" y="435974"/>
                </a:cubicBezTo>
                <a:cubicBezTo>
                  <a:pt x="657011" y="448547"/>
                  <a:pt x="655772" y="461215"/>
                  <a:pt x="655201" y="473788"/>
                </a:cubicBezTo>
                <a:cubicBezTo>
                  <a:pt x="655010" y="477027"/>
                  <a:pt x="655106" y="480361"/>
                  <a:pt x="655106" y="483599"/>
                </a:cubicBezTo>
                <a:cubicBezTo>
                  <a:pt x="655106" y="500935"/>
                  <a:pt x="653201" y="518175"/>
                  <a:pt x="651391" y="535320"/>
                </a:cubicBezTo>
                <a:cubicBezTo>
                  <a:pt x="651296" y="536272"/>
                  <a:pt x="651296" y="537225"/>
                  <a:pt x="651105" y="538082"/>
                </a:cubicBezTo>
                <a:cubicBezTo>
                  <a:pt x="647771" y="550369"/>
                  <a:pt x="646533" y="562847"/>
                  <a:pt x="647676" y="575515"/>
                </a:cubicBezTo>
                <a:cubicBezTo>
                  <a:pt x="647771" y="576849"/>
                  <a:pt x="648057" y="578468"/>
                  <a:pt x="647390" y="579611"/>
                </a:cubicBezTo>
                <a:cubicBezTo>
                  <a:pt x="646819" y="580659"/>
                  <a:pt x="645295" y="581611"/>
                  <a:pt x="644152" y="581707"/>
                </a:cubicBezTo>
                <a:cubicBezTo>
                  <a:pt x="643009" y="581802"/>
                  <a:pt x="640913" y="581040"/>
                  <a:pt x="640723" y="580183"/>
                </a:cubicBezTo>
                <a:cubicBezTo>
                  <a:pt x="639961" y="577516"/>
                  <a:pt x="639580" y="574753"/>
                  <a:pt x="639675" y="571991"/>
                </a:cubicBezTo>
                <a:cubicBezTo>
                  <a:pt x="639770" y="564943"/>
                  <a:pt x="640437" y="557989"/>
                  <a:pt x="640342" y="550941"/>
                </a:cubicBezTo>
                <a:cubicBezTo>
                  <a:pt x="640247" y="542940"/>
                  <a:pt x="640342" y="535225"/>
                  <a:pt x="641961" y="527224"/>
                </a:cubicBezTo>
                <a:cubicBezTo>
                  <a:pt x="643580" y="519127"/>
                  <a:pt x="642723" y="510460"/>
                  <a:pt x="643009" y="502078"/>
                </a:cubicBezTo>
                <a:cubicBezTo>
                  <a:pt x="643009" y="499792"/>
                  <a:pt x="642723" y="497125"/>
                  <a:pt x="643676" y="495315"/>
                </a:cubicBezTo>
                <a:cubicBezTo>
                  <a:pt x="646343" y="490552"/>
                  <a:pt x="646629" y="485504"/>
                  <a:pt x="646819" y="480361"/>
                </a:cubicBezTo>
                <a:cubicBezTo>
                  <a:pt x="647105" y="472836"/>
                  <a:pt x="647486" y="465406"/>
                  <a:pt x="647676" y="457882"/>
                </a:cubicBezTo>
                <a:cubicBezTo>
                  <a:pt x="648248" y="434450"/>
                  <a:pt x="648724" y="411019"/>
                  <a:pt x="649295" y="387682"/>
                </a:cubicBezTo>
                <a:cubicBezTo>
                  <a:pt x="649391" y="383968"/>
                  <a:pt x="649677" y="380158"/>
                  <a:pt x="650629" y="376538"/>
                </a:cubicBezTo>
                <a:cubicBezTo>
                  <a:pt x="652343" y="369775"/>
                  <a:pt x="654439" y="363394"/>
                  <a:pt x="652248" y="356059"/>
                </a:cubicBezTo>
                <a:cubicBezTo>
                  <a:pt x="650915" y="351392"/>
                  <a:pt x="654058" y="348249"/>
                  <a:pt x="659106" y="347296"/>
                </a:cubicBezTo>
                <a:cubicBezTo>
                  <a:pt x="661773" y="346725"/>
                  <a:pt x="663488" y="348344"/>
                  <a:pt x="664726" y="350440"/>
                </a:cubicBezTo>
                <a:lnTo>
                  <a:pt x="664726" y="349963"/>
                </a:lnTo>
                <a:close/>
                <a:moveTo>
                  <a:pt x="788837" y="602281"/>
                </a:moveTo>
                <a:cubicBezTo>
                  <a:pt x="784265" y="604471"/>
                  <a:pt x="783693" y="613234"/>
                  <a:pt x="775216" y="610091"/>
                </a:cubicBezTo>
                <a:cubicBezTo>
                  <a:pt x="774930" y="603900"/>
                  <a:pt x="773502" y="597709"/>
                  <a:pt x="774644" y="591041"/>
                </a:cubicBezTo>
                <a:cubicBezTo>
                  <a:pt x="776359" y="581802"/>
                  <a:pt x="777502" y="572563"/>
                  <a:pt x="778740" y="563228"/>
                </a:cubicBezTo>
                <a:cubicBezTo>
                  <a:pt x="779502" y="557799"/>
                  <a:pt x="779883" y="552274"/>
                  <a:pt x="780550" y="545988"/>
                </a:cubicBezTo>
                <a:cubicBezTo>
                  <a:pt x="765310" y="546655"/>
                  <a:pt x="750927" y="546369"/>
                  <a:pt x="736544" y="549036"/>
                </a:cubicBezTo>
                <a:cubicBezTo>
                  <a:pt x="730925" y="550084"/>
                  <a:pt x="726162" y="552084"/>
                  <a:pt x="721781" y="555608"/>
                </a:cubicBezTo>
                <a:cubicBezTo>
                  <a:pt x="717113" y="550084"/>
                  <a:pt x="713018" y="544559"/>
                  <a:pt x="716256" y="536844"/>
                </a:cubicBezTo>
                <a:cubicBezTo>
                  <a:pt x="719209" y="534558"/>
                  <a:pt x="721495" y="537225"/>
                  <a:pt x="723876" y="538082"/>
                </a:cubicBezTo>
                <a:cubicBezTo>
                  <a:pt x="728353" y="539797"/>
                  <a:pt x="732639" y="540178"/>
                  <a:pt x="737497" y="539606"/>
                </a:cubicBezTo>
                <a:cubicBezTo>
                  <a:pt x="745307" y="538654"/>
                  <a:pt x="753308" y="538654"/>
                  <a:pt x="761214" y="538368"/>
                </a:cubicBezTo>
                <a:cubicBezTo>
                  <a:pt x="768644" y="538082"/>
                  <a:pt x="776168" y="538654"/>
                  <a:pt x="783503" y="536558"/>
                </a:cubicBezTo>
                <a:cubicBezTo>
                  <a:pt x="787408" y="535415"/>
                  <a:pt x="790932" y="536177"/>
                  <a:pt x="793313" y="539797"/>
                </a:cubicBezTo>
                <a:cubicBezTo>
                  <a:pt x="786170" y="572086"/>
                  <a:pt x="785408" y="578754"/>
                  <a:pt x="787694" y="590851"/>
                </a:cubicBezTo>
                <a:cubicBezTo>
                  <a:pt x="793599" y="590279"/>
                  <a:pt x="799505" y="589517"/>
                  <a:pt x="805505" y="589041"/>
                </a:cubicBezTo>
                <a:cubicBezTo>
                  <a:pt x="811125" y="588565"/>
                  <a:pt x="816650" y="588184"/>
                  <a:pt x="822269" y="588184"/>
                </a:cubicBezTo>
                <a:cubicBezTo>
                  <a:pt x="825413" y="588184"/>
                  <a:pt x="828651" y="588850"/>
                  <a:pt x="831699" y="589803"/>
                </a:cubicBezTo>
                <a:cubicBezTo>
                  <a:pt x="832556" y="590089"/>
                  <a:pt x="833604" y="591994"/>
                  <a:pt x="833509" y="593137"/>
                </a:cubicBezTo>
                <a:cubicBezTo>
                  <a:pt x="833509" y="594280"/>
                  <a:pt x="832366" y="595804"/>
                  <a:pt x="831318" y="596280"/>
                </a:cubicBezTo>
                <a:cubicBezTo>
                  <a:pt x="829699" y="597042"/>
                  <a:pt x="827604" y="597518"/>
                  <a:pt x="825889" y="597232"/>
                </a:cubicBezTo>
                <a:cubicBezTo>
                  <a:pt x="818745" y="595804"/>
                  <a:pt x="811982" y="597518"/>
                  <a:pt x="805220" y="599233"/>
                </a:cubicBezTo>
                <a:cubicBezTo>
                  <a:pt x="799790" y="600566"/>
                  <a:pt x="794266" y="601328"/>
                  <a:pt x="788741" y="602281"/>
                </a:cubicBezTo>
                <a:moveTo>
                  <a:pt x="345448" y="332152"/>
                </a:moveTo>
                <a:cubicBezTo>
                  <a:pt x="347448" y="331104"/>
                  <a:pt x="349353" y="329389"/>
                  <a:pt x="351544" y="329008"/>
                </a:cubicBezTo>
                <a:cubicBezTo>
                  <a:pt x="355640" y="328246"/>
                  <a:pt x="359926" y="327865"/>
                  <a:pt x="364117" y="327961"/>
                </a:cubicBezTo>
                <a:cubicBezTo>
                  <a:pt x="395359" y="328913"/>
                  <a:pt x="426696" y="326246"/>
                  <a:pt x="457938" y="329675"/>
                </a:cubicBezTo>
                <a:cubicBezTo>
                  <a:pt x="466701" y="330628"/>
                  <a:pt x="475655" y="330532"/>
                  <a:pt x="484608" y="330723"/>
                </a:cubicBezTo>
                <a:cubicBezTo>
                  <a:pt x="494990" y="331009"/>
                  <a:pt x="505087" y="332533"/>
                  <a:pt x="514898" y="336819"/>
                </a:cubicBezTo>
                <a:cubicBezTo>
                  <a:pt x="515279" y="337962"/>
                  <a:pt x="516231" y="339295"/>
                  <a:pt x="516136" y="340534"/>
                </a:cubicBezTo>
                <a:cubicBezTo>
                  <a:pt x="515945" y="342724"/>
                  <a:pt x="515850" y="345677"/>
                  <a:pt x="514517" y="346915"/>
                </a:cubicBezTo>
                <a:cubicBezTo>
                  <a:pt x="512231" y="348916"/>
                  <a:pt x="508992" y="348154"/>
                  <a:pt x="506897" y="345963"/>
                </a:cubicBezTo>
                <a:cubicBezTo>
                  <a:pt x="501944" y="340629"/>
                  <a:pt x="495371" y="339867"/>
                  <a:pt x="488894" y="339581"/>
                </a:cubicBezTo>
                <a:cubicBezTo>
                  <a:pt x="465558" y="338629"/>
                  <a:pt x="442222" y="337581"/>
                  <a:pt x="418886" y="337295"/>
                </a:cubicBezTo>
                <a:cubicBezTo>
                  <a:pt x="398788" y="337009"/>
                  <a:pt x="378690" y="337390"/>
                  <a:pt x="358592" y="337962"/>
                </a:cubicBezTo>
                <a:cubicBezTo>
                  <a:pt x="352782" y="338152"/>
                  <a:pt x="348686" y="336152"/>
                  <a:pt x="345448" y="331580"/>
                </a:cubicBezTo>
                <a:lnTo>
                  <a:pt x="345448" y="332152"/>
                </a:lnTo>
                <a:close/>
                <a:moveTo>
                  <a:pt x="459938" y="512555"/>
                </a:moveTo>
                <a:cubicBezTo>
                  <a:pt x="447746" y="512841"/>
                  <a:pt x="437078" y="513031"/>
                  <a:pt x="426410" y="513508"/>
                </a:cubicBezTo>
                <a:cubicBezTo>
                  <a:pt x="416123" y="513984"/>
                  <a:pt x="405932" y="514841"/>
                  <a:pt x="395073" y="515508"/>
                </a:cubicBezTo>
                <a:cubicBezTo>
                  <a:pt x="393644" y="514174"/>
                  <a:pt x="394502" y="513222"/>
                  <a:pt x="396788" y="512650"/>
                </a:cubicBezTo>
                <a:cubicBezTo>
                  <a:pt x="400312" y="511793"/>
                  <a:pt x="399550" y="508174"/>
                  <a:pt x="401550" y="505411"/>
                </a:cubicBezTo>
                <a:cubicBezTo>
                  <a:pt x="410789" y="505221"/>
                  <a:pt x="420505" y="504935"/>
                  <a:pt x="430220" y="504745"/>
                </a:cubicBezTo>
                <a:cubicBezTo>
                  <a:pt x="434888" y="504745"/>
                  <a:pt x="439555" y="504745"/>
                  <a:pt x="444222" y="504649"/>
                </a:cubicBezTo>
                <a:cubicBezTo>
                  <a:pt x="451747" y="504554"/>
                  <a:pt x="458986" y="503411"/>
                  <a:pt x="466034" y="500458"/>
                </a:cubicBezTo>
                <a:cubicBezTo>
                  <a:pt x="470702" y="498553"/>
                  <a:pt x="475845" y="497982"/>
                  <a:pt x="480893" y="497125"/>
                </a:cubicBezTo>
                <a:cubicBezTo>
                  <a:pt x="481751" y="496934"/>
                  <a:pt x="483560" y="498363"/>
                  <a:pt x="483846" y="499411"/>
                </a:cubicBezTo>
                <a:cubicBezTo>
                  <a:pt x="484132" y="500458"/>
                  <a:pt x="483179" y="502649"/>
                  <a:pt x="482417" y="502840"/>
                </a:cubicBezTo>
                <a:cubicBezTo>
                  <a:pt x="471559" y="506269"/>
                  <a:pt x="470606" y="514746"/>
                  <a:pt x="471083" y="524080"/>
                </a:cubicBezTo>
                <a:cubicBezTo>
                  <a:pt x="471273" y="528271"/>
                  <a:pt x="471368" y="532558"/>
                  <a:pt x="471464" y="536749"/>
                </a:cubicBezTo>
                <a:cubicBezTo>
                  <a:pt x="471654" y="548941"/>
                  <a:pt x="471749" y="561133"/>
                  <a:pt x="471845" y="573229"/>
                </a:cubicBezTo>
                <a:cubicBezTo>
                  <a:pt x="471845" y="575039"/>
                  <a:pt x="471273" y="576944"/>
                  <a:pt x="470416" y="578563"/>
                </a:cubicBezTo>
                <a:cubicBezTo>
                  <a:pt x="469844" y="579611"/>
                  <a:pt x="468320" y="580564"/>
                  <a:pt x="467177" y="580659"/>
                </a:cubicBezTo>
                <a:cubicBezTo>
                  <a:pt x="466034" y="580659"/>
                  <a:pt x="464510" y="579897"/>
                  <a:pt x="463653" y="579040"/>
                </a:cubicBezTo>
                <a:cubicBezTo>
                  <a:pt x="460891" y="575992"/>
                  <a:pt x="460700" y="572086"/>
                  <a:pt x="461462" y="568372"/>
                </a:cubicBezTo>
                <a:cubicBezTo>
                  <a:pt x="463653" y="558561"/>
                  <a:pt x="462605" y="548941"/>
                  <a:pt x="461177" y="539130"/>
                </a:cubicBezTo>
                <a:cubicBezTo>
                  <a:pt x="459938" y="530843"/>
                  <a:pt x="460319" y="522366"/>
                  <a:pt x="459843" y="512650"/>
                </a:cubicBezTo>
                <a:moveTo>
                  <a:pt x="1001911" y="382539"/>
                </a:moveTo>
                <a:cubicBezTo>
                  <a:pt x="1011531" y="380253"/>
                  <a:pt x="1021437" y="380443"/>
                  <a:pt x="1031153" y="380920"/>
                </a:cubicBezTo>
                <a:cubicBezTo>
                  <a:pt x="1053536" y="381967"/>
                  <a:pt x="1075825" y="383777"/>
                  <a:pt x="1098113" y="386539"/>
                </a:cubicBezTo>
                <a:cubicBezTo>
                  <a:pt x="1113354" y="388444"/>
                  <a:pt x="1128879" y="389016"/>
                  <a:pt x="1144215" y="389778"/>
                </a:cubicBezTo>
                <a:cubicBezTo>
                  <a:pt x="1148786" y="390064"/>
                  <a:pt x="1153454" y="388921"/>
                  <a:pt x="1158121" y="388635"/>
                </a:cubicBezTo>
                <a:cubicBezTo>
                  <a:pt x="1159836" y="388635"/>
                  <a:pt x="1161836" y="388921"/>
                  <a:pt x="1163455" y="389778"/>
                </a:cubicBezTo>
                <a:cubicBezTo>
                  <a:pt x="1164407" y="390254"/>
                  <a:pt x="1165074" y="391873"/>
                  <a:pt x="1165360" y="393112"/>
                </a:cubicBezTo>
                <a:cubicBezTo>
                  <a:pt x="1165550" y="393778"/>
                  <a:pt x="1164884" y="395207"/>
                  <a:pt x="1164312" y="395493"/>
                </a:cubicBezTo>
                <a:cubicBezTo>
                  <a:pt x="1160407" y="397017"/>
                  <a:pt x="1156311" y="398065"/>
                  <a:pt x="1152596" y="399779"/>
                </a:cubicBezTo>
                <a:cubicBezTo>
                  <a:pt x="1151263" y="400446"/>
                  <a:pt x="1150596" y="402637"/>
                  <a:pt x="1149644" y="404161"/>
                </a:cubicBezTo>
                <a:lnTo>
                  <a:pt x="1150120" y="404161"/>
                </a:lnTo>
                <a:cubicBezTo>
                  <a:pt x="1146786" y="399684"/>
                  <a:pt x="1142976" y="397303"/>
                  <a:pt x="1136880" y="398636"/>
                </a:cubicBezTo>
                <a:cubicBezTo>
                  <a:pt x="1133356" y="399398"/>
                  <a:pt x="1129451" y="398636"/>
                  <a:pt x="1125736" y="398255"/>
                </a:cubicBezTo>
                <a:cubicBezTo>
                  <a:pt x="1105352" y="396160"/>
                  <a:pt x="1084969" y="393778"/>
                  <a:pt x="1064490" y="391969"/>
                </a:cubicBezTo>
                <a:cubicBezTo>
                  <a:pt x="1046393" y="390349"/>
                  <a:pt x="1028200" y="388635"/>
                  <a:pt x="1010007" y="389206"/>
                </a:cubicBezTo>
                <a:cubicBezTo>
                  <a:pt x="1008197" y="389206"/>
                  <a:pt x="1006388" y="388825"/>
                  <a:pt x="1004387" y="388635"/>
                </a:cubicBezTo>
                <a:cubicBezTo>
                  <a:pt x="1003435" y="386254"/>
                  <a:pt x="1002578" y="384158"/>
                  <a:pt x="1001720" y="381967"/>
                </a:cubicBezTo>
                <a:lnTo>
                  <a:pt x="1001720" y="382539"/>
                </a:lnTo>
                <a:close/>
                <a:moveTo>
                  <a:pt x="1041630" y="490171"/>
                </a:moveTo>
                <a:cubicBezTo>
                  <a:pt x="1045535" y="490171"/>
                  <a:pt x="1048774" y="489981"/>
                  <a:pt x="1052013" y="490171"/>
                </a:cubicBezTo>
                <a:cubicBezTo>
                  <a:pt x="1055251" y="490457"/>
                  <a:pt x="1058490" y="490838"/>
                  <a:pt x="1061633" y="491600"/>
                </a:cubicBezTo>
                <a:cubicBezTo>
                  <a:pt x="1074682" y="494839"/>
                  <a:pt x="1075539" y="491029"/>
                  <a:pt x="1078206" y="481313"/>
                </a:cubicBezTo>
                <a:cubicBezTo>
                  <a:pt x="1078587" y="479980"/>
                  <a:pt x="1078778" y="478551"/>
                  <a:pt x="1078968" y="477503"/>
                </a:cubicBezTo>
                <a:cubicBezTo>
                  <a:pt x="1071539" y="473979"/>
                  <a:pt x="1066205" y="469693"/>
                  <a:pt x="1063442" y="462835"/>
                </a:cubicBezTo>
                <a:cubicBezTo>
                  <a:pt x="1063157" y="461977"/>
                  <a:pt x="1062585" y="461120"/>
                  <a:pt x="1061823" y="460549"/>
                </a:cubicBezTo>
                <a:cubicBezTo>
                  <a:pt x="1060299" y="459310"/>
                  <a:pt x="1058299" y="458834"/>
                  <a:pt x="1056775" y="460168"/>
                </a:cubicBezTo>
                <a:cubicBezTo>
                  <a:pt x="1055061" y="461596"/>
                  <a:pt x="1053346" y="463406"/>
                  <a:pt x="1052298" y="465311"/>
                </a:cubicBezTo>
                <a:cubicBezTo>
                  <a:pt x="1048584" y="472264"/>
                  <a:pt x="1045059" y="479313"/>
                  <a:pt x="1041630" y="486361"/>
                </a:cubicBezTo>
                <a:cubicBezTo>
                  <a:pt x="1041249" y="487123"/>
                  <a:pt x="1041630" y="488171"/>
                  <a:pt x="1041630" y="490076"/>
                </a:cubicBezTo>
                <a:moveTo>
                  <a:pt x="1058680" y="439022"/>
                </a:moveTo>
                <a:cubicBezTo>
                  <a:pt x="1059918" y="441403"/>
                  <a:pt x="1061157" y="443213"/>
                  <a:pt x="1061823" y="445309"/>
                </a:cubicBezTo>
                <a:cubicBezTo>
                  <a:pt x="1064871" y="454453"/>
                  <a:pt x="1069634" y="462263"/>
                  <a:pt x="1078397" y="466930"/>
                </a:cubicBezTo>
                <a:cubicBezTo>
                  <a:pt x="1081540" y="468645"/>
                  <a:pt x="1083159" y="471312"/>
                  <a:pt x="1084398" y="474360"/>
                </a:cubicBezTo>
                <a:cubicBezTo>
                  <a:pt x="1084969" y="475979"/>
                  <a:pt x="1085255" y="478551"/>
                  <a:pt x="1084398" y="479599"/>
                </a:cubicBezTo>
                <a:cubicBezTo>
                  <a:pt x="1081540" y="482837"/>
                  <a:pt x="1081635" y="486076"/>
                  <a:pt x="1082683" y="489981"/>
                </a:cubicBezTo>
                <a:cubicBezTo>
                  <a:pt x="1083254" y="492076"/>
                  <a:pt x="1082873" y="494648"/>
                  <a:pt x="1082492" y="496839"/>
                </a:cubicBezTo>
                <a:cubicBezTo>
                  <a:pt x="1081921" y="500173"/>
                  <a:pt x="1078778" y="502744"/>
                  <a:pt x="1075539" y="502554"/>
                </a:cubicBezTo>
                <a:cubicBezTo>
                  <a:pt x="1073729" y="502554"/>
                  <a:pt x="1071825" y="502268"/>
                  <a:pt x="1070015" y="501887"/>
                </a:cubicBezTo>
                <a:cubicBezTo>
                  <a:pt x="1059061" y="499696"/>
                  <a:pt x="1048012" y="497982"/>
                  <a:pt x="1036772" y="498744"/>
                </a:cubicBezTo>
                <a:cubicBezTo>
                  <a:pt x="1035820" y="498744"/>
                  <a:pt x="1034963" y="498553"/>
                  <a:pt x="1034010" y="498363"/>
                </a:cubicBezTo>
                <a:cubicBezTo>
                  <a:pt x="1030962" y="497791"/>
                  <a:pt x="1028486" y="493600"/>
                  <a:pt x="1029914" y="490648"/>
                </a:cubicBezTo>
                <a:cubicBezTo>
                  <a:pt x="1032962" y="484361"/>
                  <a:pt x="1035820" y="477979"/>
                  <a:pt x="1039630" y="472074"/>
                </a:cubicBezTo>
                <a:cubicBezTo>
                  <a:pt x="1044011" y="465311"/>
                  <a:pt x="1047345" y="458263"/>
                  <a:pt x="1048869" y="450357"/>
                </a:cubicBezTo>
                <a:cubicBezTo>
                  <a:pt x="1049917" y="444832"/>
                  <a:pt x="1053155" y="441403"/>
                  <a:pt x="1058775" y="438832"/>
                </a:cubicBezTo>
                <a:moveTo>
                  <a:pt x="454890" y="434641"/>
                </a:moveTo>
                <a:cubicBezTo>
                  <a:pt x="453652" y="435784"/>
                  <a:pt x="452318" y="437022"/>
                  <a:pt x="450985" y="438355"/>
                </a:cubicBezTo>
                <a:cubicBezTo>
                  <a:pt x="451652" y="442451"/>
                  <a:pt x="456414" y="444547"/>
                  <a:pt x="456128" y="449404"/>
                </a:cubicBezTo>
                <a:cubicBezTo>
                  <a:pt x="455938" y="453595"/>
                  <a:pt x="456414" y="457786"/>
                  <a:pt x="453461" y="462073"/>
                </a:cubicBezTo>
                <a:cubicBezTo>
                  <a:pt x="451937" y="461882"/>
                  <a:pt x="449747" y="462358"/>
                  <a:pt x="448508" y="461406"/>
                </a:cubicBezTo>
                <a:cubicBezTo>
                  <a:pt x="441841" y="456739"/>
                  <a:pt x="434507" y="456834"/>
                  <a:pt x="426982" y="457501"/>
                </a:cubicBezTo>
                <a:cubicBezTo>
                  <a:pt x="420505" y="458072"/>
                  <a:pt x="413933" y="458453"/>
                  <a:pt x="407456" y="458167"/>
                </a:cubicBezTo>
                <a:cubicBezTo>
                  <a:pt x="399645" y="457977"/>
                  <a:pt x="395645" y="452548"/>
                  <a:pt x="397073" y="444928"/>
                </a:cubicBezTo>
                <a:cubicBezTo>
                  <a:pt x="397550" y="442642"/>
                  <a:pt x="397931" y="440260"/>
                  <a:pt x="398978" y="438165"/>
                </a:cubicBezTo>
                <a:cubicBezTo>
                  <a:pt x="404217" y="427687"/>
                  <a:pt x="409075" y="417115"/>
                  <a:pt x="411932" y="405685"/>
                </a:cubicBezTo>
                <a:cubicBezTo>
                  <a:pt x="412218" y="404351"/>
                  <a:pt x="414599" y="402922"/>
                  <a:pt x="416123" y="402637"/>
                </a:cubicBezTo>
                <a:cubicBezTo>
                  <a:pt x="418790" y="402160"/>
                  <a:pt x="421838" y="402541"/>
                  <a:pt x="423648" y="405018"/>
                </a:cubicBezTo>
                <a:cubicBezTo>
                  <a:pt x="424029" y="405589"/>
                  <a:pt x="423934" y="407113"/>
                  <a:pt x="423458" y="407494"/>
                </a:cubicBezTo>
                <a:cubicBezTo>
                  <a:pt x="421362" y="409209"/>
                  <a:pt x="418981" y="410733"/>
                  <a:pt x="416314" y="412638"/>
                </a:cubicBezTo>
                <a:cubicBezTo>
                  <a:pt x="414885" y="418162"/>
                  <a:pt x="416885" y="424544"/>
                  <a:pt x="413552" y="430069"/>
                </a:cubicBezTo>
                <a:cubicBezTo>
                  <a:pt x="410504" y="435307"/>
                  <a:pt x="407741" y="440641"/>
                  <a:pt x="404408" y="446833"/>
                </a:cubicBezTo>
                <a:cubicBezTo>
                  <a:pt x="418409" y="449690"/>
                  <a:pt x="431554" y="448452"/>
                  <a:pt x="444698" y="447976"/>
                </a:cubicBezTo>
                <a:cubicBezTo>
                  <a:pt x="447937" y="439879"/>
                  <a:pt x="448032" y="431974"/>
                  <a:pt x="447746" y="423973"/>
                </a:cubicBezTo>
                <a:cubicBezTo>
                  <a:pt x="447461" y="417972"/>
                  <a:pt x="446127" y="411876"/>
                  <a:pt x="450985" y="406637"/>
                </a:cubicBezTo>
                <a:cubicBezTo>
                  <a:pt x="451937" y="405589"/>
                  <a:pt x="451366" y="403113"/>
                  <a:pt x="451556" y="401208"/>
                </a:cubicBezTo>
                <a:cubicBezTo>
                  <a:pt x="454223" y="401113"/>
                  <a:pt x="454604" y="403303"/>
                  <a:pt x="454700" y="405018"/>
                </a:cubicBezTo>
                <a:cubicBezTo>
                  <a:pt x="455081" y="410161"/>
                  <a:pt x="455176" y="415305"/>
                  <a:pt x="455176" y="420448"/>
                </a:cubicBezTo>
                <a:cubicBezTo>
                  <a:pt x="455176" y="425116"/>
                  <a:pt x="455081" y="429688"/>
                  <a:pt x="454985" y="434450"/>
                </a:cubicBezTo>
                <a:moveTo>
                  <a:pt x="392597" y="525795"/>
                </a:moveTo>
                <a:cubicBezTo>
                  <a:pt x="387167" y="529700"/>
                  <a:pt x="384500" y="534177"/>
                  <a:pt x="384215" y="540273"/>
                </a:cubicBezTo>
                <a:cubicBezTo>
                  <a:pt x="384024" y="543797"/>
                  <a:pt x="381929" y="547321"/>
                  <a:pt x="380500" y="550750"/>
                </a:cubicBezTo>
                <a:cubicBezTo>
                  <a:pt x="378023" y="556846"/>
                  <a:pt x="376309" y="563038"/>
                  <a:pt x="378309" y="569419"/>
                </a:cubicBezTo>
                <a:cubicBezTo>
                  <a:pt x="373547" y="574563"/>
                  <a:pt x="369260" y="579325"/>
                  <a:pt x="365069" y="583897"/>
                </a:cubicBezTo>
                <a:cubicBezTo>
                  <a:pt x="359354" y="583231"/>
                  <a:pt x="357830" y="577801"/>
                  <a:pt x="353354" y="576658"/>
                </a:cubicBezTo>
                <a:cubicBezTo>
                  <a:pt x="354782" y="572848"/>
                  <a:pt x="357735" y="574658"/>
                  <a:pt x="359354" y="573420"/>
                </a:cubicBezTo>
                <a:cubicBezTo>
                  <a:pt x="360783" y="572372"/>
                  <a:pt x="363164" y="570467"/>
                  <a:pt x="362974" y="569610"/>
                </a:cubicBezTo>
                <a:cubicBezTo>
                  <a:pt x="360878" y="562561"/>
                  <a:pt x="367260" y="558656"/>
                  <a:pt x="368594" y="552941"/>
                </a:cubicBezTo>
                <a:cubicBezTo>
                  <a:pt x="369832" y="547607"/>
                  <a:pt x="372785" y="542559"/>
                  <a:pt x="374594" y="537320"/>
                </a:cubicBezTo>
                <a:cubicBezTo>
                  <a:pt x="378404" y="526843"/>
                  <a:pt x="382786" y="516460"/>
                  <a:pt x="379643" y="504745"/>
                </a:cubicBezTo>
                <a:cubicBezTo>
                  <a:pt x="378881" y="501792"/>
                  <a:pt x="379547" y="498268"/>
                  <a:pt x="380024" y="495124"/>
                </a:cubicBezTo>
                <a:cubicBezTo>
                  <a:pt x="380500" y="492362"/>
                  <a:pt x="383643" y="490362"/>
                  <a:pt x="386215" y="490457"/>
                </a:cubicBezTo>
                <a:cubicBezTo>
                  <a:pt x="389453" y="490648"/>
                  <a:pt x="392311" y="493505"/>
                  <a:pt x="392216" y="496934"/>
                </a:cubicBezTo>
                <a:cubicBezTo>
                  <a:pt x="392120" y="501125"/>
                  <a:pt x="392216" y="505507"/>
                  <a:pt x="391168" y="509507"/>
                </a:cubicBezTo>
                <a:cubicBezTo>
                  <a:pt x="389739" y="514746"/>
                  <a:pt x="390406" y="519604"/>
                  <a:pt x="392597" y="525890"/>
                </a:cubicBezTo>
                <a:moveTo>
                  <a:pt x="546044" y="595994"/>
                </a:moveTo>
                <a:cubicBezTo>
                  <a:pt x="542901" y="599518"/>
                  <a:pt x="538520" y="600852"/>
                  <a:pt x="534519" y="599328"/>
                </a:cubicBezTo>
                <a:cubicBezTo>
                  <a:pt x="520898" y="594184"/>
                  <a:pt x="507087" y="595804"/>
                  <a:pt x="493085" y="596089"/>
                </a:cubicBezTo>
                <a:cubicBezTo>
                  <a:pt x="485846" y="596185"/>
                  <a:pt x="478226" y="598756"/>
                  <a:pt x="471273" y="593613"/>
                </a:cubicBezTo>
                <a:cubicBezTo>
                  <a:pt x="470035" y="592756"/>
                  <a:pt x="466892" y="594184"/>
                  <a:pt x="464796" y="594756"/>
                </a:cubicBezTo>
                <a:cubicBezTo>
                  <a:pt x="460986" y="595804"/>
                  <a:pt x="457271" y="595994"/>
                  <a:pt x="454128" y="593327"/>
                </a:cubicBezTo>
                <a:cubicBezTo>
                  <a:pt x="452890" y="592279"/>
                  <a:pt x="452033" y="590279"/>
                  <a:pt x="451842" y="588660"/>
                </a:cubicBezTo>
                <a:cubicBezTo>
                  <a:pt x="451747" y="587707"/>
                  <a:pt x="453080" y="586183"/>
                  <a:pt x="454128" y="585517"/>
                </a:cubicBezTo>
                <a:cubicBezTo>
                  <a:pt x="456986" y="583707"/>
                  <a:pt x="460415" y="582659"/>
                  <a:pt x="463463" y="583993"/>
                </a:cubicBezTo>
                <a:cubicBezTo>
                  <a:pt x="472416" y="587993"/>
                  <a:pt x="481751" y="586469"/>
                  <a:pt x="491085" y="586279"/>
                </a:cubicBezTo>
                <a:cubicBezTo>
                  <a:pt x="498991" y="586088"/>
                  <a:pt x="506897" y="585326"/>
                  <a:pt x="514898" y="585136"/>
                </a:cubicBezTo>
                <a:cubicBezTo>
                  <a:pt x="524804" y="584755"/>
                  <a:pt x="534329" y="586755"/>
                  <a:pt x="543854" y="589136"/>
                </a:cubicBezTo>
                <a:cubicBezTo>
                  <a:pt x="546521" y="589803"/>
                  <a:pt x="547759" y="594089"/>
                  <a:pt x="545949" y="595994"/>
                </a:cubicBezTo>
                <a:moveTo>
                  <a:pt x="662630" y="598090"/>
                </a:moveTo>
                <a:cubicBezTo>
                  <a:pt x="663297" y="597518"/>
                  <a:pt x="663964" y="596470"/>
                  <a:pt x="664726" y="596280"/>
                </a:cubicBezTo>
                <a:cubicBezTo>
                  <a:pt x="676061" y="593803"/>
                  <a:pt x="687205" y="590089"/>
                  <a:pt x="699111" y="590565"/>
                </a:cubicBezTo>
                <a:cubicBezTo>
                  <a:pt x="704636" y="590851"/>
                  <a:pt x="710255" y="590565"/>
                  <a:pt x="715208" y="589612"/>
                </a:cubicBezTo>
                <a:cubicBezTo>
                  <a:pt x="719114" y="586469"/>
                  <a:pt x="718828" y="582564"/>
                  <a:pt x="719114" y="578849"/>
                </a:cubicBezTo>
                <a:cubicBezTo>
                  <a:pt x="719399" y="575134"/>
                  <a:pt x="719114" y="571324"/>
                  <a:pt x="719590" y="567610"/>
                </a:cubicBezTo>
                <a:cubicBezTo>
                  <a:pt x="719780" y="565895"/>
                  <a:pt x="720638" y="563990"/>
                  <a:pt x="721781" y="562561"/>
                </a:cubicBezTo>
                <a:cubicBezTo>
                  <a:pt x="722447" y="561704"/>
                  <a:pt x="724162" y="561323"/>
                  <a:pt x="725495" y="561323"/>
                </a:cubicBezTo>
                <a:cubicBezTo>
                  <a:pt x="726067" y="561323"/>
                  <a:pt x="727115" y="562466"/>
                  <a:pt x="727305" y="563133"/>
                </a:cubicBezTo>
                <a:cubicBezTo>
                  <a:pt x="727877" y="565895"/>
                  <a:pt x="728258" y="568657"/>
                  <a:pt x="728353" y="571515"/>
                </a:cubicBezTo>
                <a:cubicBezTo>
                  <a:pt x="728734" y="579897"/>
                  <a:pt x="729020" y="588374"/>
                  <a:pt x="729305" y="596756"/>
                </a:cubicBezTo>
                <a:cubicBezTo>
                  <a:pt x="729401" y="600280"/>
                  <a:pt x="726448" y="602947"/>
                  <a:pt x="722924" y="602376"/>
                </a:cubicBezTo>
                <a:cubicBezTo>
                  <a:pt x="721971" y="602281"/>
                  <a:pt x="721019" y="602281"/>
                  <a:pt x="720161" y="601900"/>
                </a:cubicBezTo>
                <a:cubicBezTo>
                  <a:pt x="712637" y="598090"/>
                  <a:pt x="704731" y="599137"/>
                  <a:pt x="696825" y="600280"/>
                </a:cubicBezTo>
                <a:cubicBezTo>
                  <a:pt x="690348" y="601233"/>
                  <a:pt x="683681" y="601328"/>
                  <a:pt x="677394" y="602852"/>
                </a:cubicBezTo>
                <a:cubicBezTo>
                  <a:pt x="670917" y="604376"/>
                  <a:pt x="666536" y="602281"/>
                  <a:pt x="662726" y="597518"/>
                </a:cubicBezTo>
                <a:lnTo>
                  <a:pt x="662726" y="597994"/>
                </a:lnTo>
                <a:close/>
                <a:moveTo>
                  <a:pt x="448318" y="396731"/>
                </a:moveTo>
                <a:cubicBezTo>
                  <a:pt x="446984" y="400351"/>
                  <a:pt x="446222" y="402446"/>
                  <a:pt x="445556" y="404351"/>
                </a:cubicBezTo>
                <a:cubicBezTo>
                  <a:pt x="444317" y="404637"/>
                  <a:pt x="443174" y="405208"/>
                  <a:pt x="442793" y="404923"/>
                </a:cubicBezTo>
                <a:cubicBezTo>
                  <a:pt x="437459" y="400446"/>
                  <a:pt x="431078" y="400446"/>
                  <a:pt x="424220" y="400732"/>
                </a:cubicBezTo>
                <a:cubicBezTo>
                  <a:pt x="423648" y="398731"/>
                  <a:pt x="422600" y="397017"/>
                  <a:pt x="422696" y="395398"/>
                </a:cubicBezTo>
                <a:cubicBezTo>
                  <a:pt x="422886" y="392635"/>
                  <a:pt x="425077" y="390730"/>
                  <a:pt x="427172" y="391302"/>
                </a:cubicBezTo>
                <a:cubicBezTo>
                  <a:pt x="433840" y="392921"/>
                  <a:pt x="440507" y="394731"/>
                  <a:pt x="448318" y="396731"/>
                </a:cubicBezTo>
                <a:moveTo>
                  <a:pt x="1001911" y="381586"/>
                </a:moveTo>
                <a:cubicBezTo>
                  <a:pt x="999149" y="384063"/>
                  <a:pt x="996482" y="386539"/>
                  <a:pt x="993338" y="389397"/>
                </a:cubicBezTo>
                <a:cubicBezTo>
                  <a:pt x="989147" y="386730"/>
                  <a:pt x="985242" y="384444"/>
                  <a:pt x="981718" y="381586"/>
                </a:cubicBezTo>
                <a:cubicBezTo>
                  <a:pt x="980765" y="380824"/>
                  <a:pt x="980861" y="377872"/>
                  <a:pt x="981527" y="376443"/>
                </a:cubicBezTo>
                <a:cubicBezTo>
                  <a:pt x="982289" y="375109"/>
                  <a:pt x="984385" y="374252"/>
                  <a:pt x="986004" y="373966"/>
                </a:cubicBezTo>
                <a:cubicBezTo>
                  <a:pt x="987147" y="373776"/>
                  <a:pt x="988576" y="374633"/>
                  <a:pt x="989814" y="375300"/>
                </a:cubicBezTo>
                <a:cubicBezTo>
                  <a:pt x="993910" y="377491"/>
                  <a:pt x="997910" y="379872"/>
                  <a:pt x="1001911" y="382158"/>
                </a:cubicBezTo>
                <a:lnTo>
                  <a:pt x="1001911" y="381586"/>
                </a:lnTo>
                <a:close/>
                <a:moveTo>
                  <a:pt x="540901" y="343486"/>
                </a:moveTo>
                <a:cubicBezTo>
                  <a:pt x="541282" y="338438"/>
                  <a:pt x="538424" y="335390"/>
                  <a:pt x="534614" y="332723"/>
                </a:cubicBezTo>
                <a:cubicBezTo>
                  <a:pt x="533852" y="332152"/>
                  <a:pt x="533471" y="329961"/>
                  <a:pt x="533852" y="328913"/>
                </a:cubicBezTo>
                <a:cubicBezTo>
                  <a:pt x="534233" y="327961"/>
                  <a:pt x="535948" y="326818"/>
                  <a:pt x="536900" y="326913"/>
                </a:cubicBezTo>
                <a:cubicBezTo>
                  <a:pt x="544901" y="327580"/>
                  <a:pt x="547568" y="332247"/>
                  <a:pt x="543949" y="339200"/>
                </a:cubicBezTo>
                <a:cubicBezTo>
                  <a:pt x="543092" y="340819"/>
                  <a:pt x="541568" y="342058"/>
                  <a:pt x="540329" y="343486"/>
                </a:cubicBezTo>
                <a:lnTo>
                  <a:pt x="540806" y="343486"/>
                </a:lnTo>
                <a:close/>
                <a:moveTo>
                  <a:pt x="662535" y="597613"/>
                </a:moveTo>
                <a:cubicBezTo>
                  <a:pt x="659773" y="599233"/>
                  <a:pt x="657011" y="601042"/>
                  <a:pt x="654153" y="602376"/>
                </a:cubicBezTo>
                <a:cubicBezTo>
                  <a:pt x="653296" y="602757"/>
                  <a:pt x="651105" y="602090"/>
                  <a:pt x="650724" y="601328"/>
                </a:cubicBezTo>
                <a:cubicBezTo>
                  <a:pt x="650248" y="600376"/>
                  <a:pt x="650629" y="598375"/>
                  <a:pt x="651391" y="597613"/>
                </a:cubicBezTo>
                <a:cubicBezTo>
                  <a:pt x="655106" y="594184"/>
                  <a:pt x="658916" y="594756"/>
                  <a:pt x="662535" y="597994"/>
                </a:cubicBezTo>
                <a:lnTo>
                  <a:pt x="662535" y="597518"/>
                </a:lnTo>
                <a:close/>
              </a:path>
            </a:pathLst>
          </a:custGeom>
          <a:solidFill>
            <a:srgbClr val="01478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3276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BE36374-BA07-9F40-ACC6-E062989998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14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/>
              <a:t>„Zitat Headline“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13A1B034-0A51-562B-9218-454BB0353364}"/>
              </a:ext>
            </a:extLst>
          </p:cNvPr>
          <p:cNvSpPr/>
          <p:nvPr/>
        </p:nvSpPr>
        <p:spPr bwMode="gray">
          <a:xfrm>
            <a:off x="7940204" y="593724"/>
            <a:ext cx="1703410" cy="2232025"/>
          </a:xfrm>
          <a:custGeom>
            <a:avLst/>
            <a:gdLst>
              <a:gd name="connsiteX0" fmla="*/ 278386 w 1279738"/>
              <a:gd name="connsiteY0" fmla="*/ 1198513 h 1676876"/>
              <a:gd name="connsiteX1" fmla="*/ 289340 w 1279738"/>
              <a:gd name="connsiteY1" fmla="*/ 1174986 h 1676876"/>
              <a:gd name="connsiteX2" fmla="*/ 339632 w 1279738"/>
              <a:gd name="connsiteY2" fmla="*/ 1170033 h 1676876"/>
              <a:gd name="connsiteX3" fmla="*/ 366493 w 1279738"/>
              <a:gd name="connsiteY3" fmla="*/ 1119456 h 1676876"/>
              <a:gd name="connsiteX4" fmla="*/ 374684 w 1279738"/>
              <a:gd name="connsiteY4" fmla="*/ 1051733 h 1676876"/>
              <a:gd name="connsiteX5" fmla="*/ 346109 w 1279738"/>
              <a:gd name="connsiteY5" fmla="*/ 939909 h 1676876"/>
              <a:gd name="connsiteX6" fmla="*/ 326011 w 1279738"/>
              <a:gd name="connsiteY6" fmla="*/ 831229 h 1676876"/>
              <a:gd name="connsiteX7" fmla="*/ 324868 w 1279738"/>
              <a:gd name="connsiteY7" fmla="*/ 702261 h 1676876"/>
              <a:gd name="connsiteX8" fmla="*/ 365350 w 1279738"/>
              <a:gd name="connsiteY8" fmla="*/ 590247 h 1676876"/>
              <a:gd name="connsiteX9" fmla="*/ 435644 w 1279738"/>
              <a:gd name="connsiteY9" fmla="*/ 488234 h 1676876"/>
              <a:gd name="connsiteX10" fmla="*/ 464505 w 1279738"/>
              <a:gd name="connsiteY10" fmla="*/ 460802 h 1676876"/>
              <a:gd name="connsiteX11" fmla="*/ 517559 w 1279738"/>
              <a:gd name="connsiteY11" fmla="*/ 417558 h 1676876"/>
              <a:gd name="connsiteX12" fmla="*/ 751207 w 1279738"/>
              <a:gd name="connsiteY12" fmla="*/ 351360 h 1676876"/>
              <a:gd name="connsiteX13" fmla="*/ 868174 w 1279738"/>
              <a:gd name="connsiteY13" fmla="*/ 403366 h 1676876"/>
              <a:gd name="connsiteX14" fmla="*/ 955042 w 1279738"/>
              <a:gd name="connsiteY14" fmla="*/ 491568 h 1676876"/>
              <a:gd name="connsiteX15" fmla="*/ 989713 w 1279738"/>
              <a:gd name="connsiteY15" fmla="*/ 538335 h 1676876"/>
              <a:gd name="connsiteX16" fmla="*/ 1009811 w 1279738"/>
              <a:gd name="connsiteY16" fmla="*/ 595962 h 1676876"/>
              <a:gd name="connsiteX17" fmla="*/ 1019717 w 1279738"/>
              <a:gd name="connsiteY17" fmla="*/ 715691 h 1676876"/>
              <a:gd name="connsiteX18" fmla="*/ 985141 w 1279738"/>
              <a:gd name="connsiteY18" fmla="*/ 843421 h 1676876"/>
              <a:gd name="connsiteX19" fmla="*/ 896654 w 1279738"/>
              <a:gd name="connsiteY19" fmla="*/ 949815 h 1676876"/>
              <a:gd name="connsiteX20" fmla="*/ 792451 w 1279738"/>
              <a:gd name="connsiteY20" fmla="*/ 1034778 h 1676876"/>
              <a:gd name="connsiteX21" fmla="*/ 685580 w 1279738"/>
              <a:gd name="connsiteY21" fmla="*/ 1126885 h 1676876"/>
              <a:gd name="connsiteX22" fmla="*/ 631669 w 1279738"/>
              <a:gd name="connsiteY22" fmla="*/ 1244043 h 1676876"/>
              <a:gd name="connsiteX23" fmla="*/ 654624 w 1279738"/>
              <a:gd name="connsiteY23" fmla="*/ 1288143 h 1676876"/>
              <a:gd name="connsiteX24" fmla="*/ 649290 w 1279738"/>
              <a:gd name="connsiteY24" fmla="*/ 1319100 h 1676876"/>
              <a:gd name="connsiteX25" fmla="*/ 618905 w 1279738"/>
              <a:gd name="connsiteY25" fmla="*/ 1336054 h 1676876"/>
              <a:gd name="connsiteX26" fmla="*/ 636241 w 1279738"/>
              <a:gd name="connsiteY26" fmla="*/ 1348246 h 1676876"/>
              <a:gd name="connsiteX27" fmla="*/ 649576 w 1279738"/>
              <a:gd name="connsiteY27" fmla="*/ 1370725 h 1676876"/>
              <a:gd name="connsiteX28" fmla="*/ 623858 w 1279738"/>
              <a:gd name="connsiteY28" fmla="*/ 1413873 h 1676876"/>
              <a:gd name="connsiteX29" fmla="*/ 599284 w 1279738"/>
              <a:gd name="connsiteY29" fmla="*/ 1441877 h 1676876"/>
              <a:gd name="connsiteX30" fmla="*/ 609952 w 1279738"/>
              <a:gd name="connsiteY30" fmla="*/ 1490073 h 1676876"/>
              <a:gd name="connsiteX31" fmla="*/ 516130 w 1279738"/>
              <a:gd name="connsiteY31" fmla="*/ 1527507 h 1676876"/>
              <a:gd name="connsiteX32" fmla="*/ 474697 w 1279738"/>
              <a:gd name="connsiteY32" fmla="*/ 1528269 h 1676876"/>
              <a:gd name="connsiteX33" fmla="*/ 460219 w 1279738"/>
              <a:gd name="connsiteY33" fmla="*/ 1575036 h 1676876"/>
              <a:gd name="connsiteX34" fmla="*/ 396115 w 1279738"/>
              <a:gd name="connsiteY34" fmla="*/ 1669620 h 1676876"/>
              <a:gd name="connsiteX35" fmla="*/ 306009 w 1279738"/>
              <a:gd name="connsiteY35" fmla="*/ 1663524 h 1676876"/>
              <a:gd name="connsiteX36" fmla="*/ 261718 w 1279738"/>
              <a:gd name="connsiteY36" fmla="*/ 1584371 h 1676876"/>
              <a:gd name="connsiteX37" fmla="*/ 260384 w 1279738"/>
              <a:gd name="connsiteY37" fmla="*/ 1533698 h 1676876"/>
              <a:gd name="connsiteX38" fmla="*/ 265718 w 1279738"/>
              <a:gd name="connsiteY38" fmla="*/ 1510743 h 1676876"/>
              <a:gd name="connsiteX39" fmla="*/ 266099 w 1279738"/>
              <a:gd name="connsiteY39" fmla="*/ 1501122 h 1676876"/>
              <a:gd name="connsiteX40" fmla="*/ 274862 w 1279738"/>
              <a:gd name="connsiteY40" fmla="*/ 1488264 h 1676876"/>
              <a:gd name="connsiteX41" fmla="*/ 265909 w 1279738"/>
              <a:gd name="connsiteY41" fmla="*/ 1477596 h 1676876"/>
              <a:gd name="connsiteX42" fmla="*/ 247716 w 1279738"/>
              <a:gd name="connsiteY42" fmla="*/ 1464165 h 1676876"/>
              <a:gd name="connsiteX43" fmla="*/ 206949 w 1279738"/>
              <a:gd name="connsiteY43" fmla="*/ 1431209 h 1676876"/>
              <a:gd name="connsiteX44" fmla="*/ 204663 w 1279738"/>
              <a:gd name="connsiteY44" fmla="*/ 1370725 h 1676876"/>
              <a:gd name="connsiteX45" fmla="*/ 230952 w 1279738"/>
              <a:gd name="connsiteY45" fmla="*/ 1349484 h 1676876"/>
              <a:gd name="connsiteX46" fmla="*/ 261718 w 1279738"/>
              <a:gd name="connsiteY46" fmla="*/ 1341388 h 1676876"/>
              <a:gd name="connsiteX47" fmla="*/ 239810 w 1279738"/>
              <a:gd name="connsiteY47" fmla="*/ 1319195 h 1676876"/>
              <a:gd name="connsiteX48" fmla="*/ 235048 w 1279738"/>
              <a:gd name="connsiteY48" fmla="*/ 1275380 h 1676876"/>
              <a:gd name="connsiteX49" fmla="*/ 261146 w 1279738"/>
              <a:gd name="connsiteY49" fmla="*/ 1249567 h 1676876"/>
              <a:gd name="connsiteX50" fmla="*/ 297341 w 1279738"/>
              <a:gd name="connsiteY50" fmla="*/ 1242328 h 1676876"/>
              <a:gd name="connsiteX51" fmla="*/ 285244 w 1279738"/>
              <a:gd name="connsiteY51" fmla="*/ 1224897 h 1676876"/>
              <a:gd name="connsiteX52" fmla="*/ 278482 w 1279738"/>
              <a:gd name="connsiteY52" fmla="*/ 1198799 h 1676876"/>
              <a:gd name="connsiteX53" fmla="*/ 432882 w 1279738"/>
              <a:gd name="connsiteY53" fmla="*/ 1277666 h 1676876"/>
              <a:gd name="connsiteX54" fmla="*/ 429358 w 1279738"/>
              <a:gd name="connsiteY54" fmla="*/ 1276713 h 1676876"/>
              <a:gd name="connsiteX55" fmla="*/ 432787 w 1279738"/>
              <a:gd name="connsiteY55" fmla="*/ 1277285 h 1676876"/>
              <a:gd name="connsiteX56" fmla="*/ 432787 w 1279738"/>
              <a:gd name="connsiteY56" fmla="*/ 1277666 h 1676876"/>
              <a:gd name="connsiteX57" fmla="*/ 300580 w 1279738"/>
              <a:gd name="connsiteY57" fmla="*/ 1504837 h 1676876"/>
              <a:gd name="connsiteX58" fmla="*/ 288959 w 1279738"/>
              <a:gd name="connsiteY58" fmla="*/ 1515791 h 1676876"/>
              <a:gd name="connsiteX59" fmla="*/ 294960 w 1279738"/>
              <a:gd name="connsiteY59" fmla="*/ 1519506 h 1676876"/>
              <a:gd name="connsiteX60" fmla="*/ 296770 w 1279738"/>
              <a:gd name="connsiteY60" fmla="*/ 1526078 h 1676876"/>
              <a:gd name="connsiteX61" fmla="*/ 288483 w 1279738"/>
              <a:gd name="connsiteY61" fmla="*/ 1533984 h 1676876"/>
              <a:gd name="connsiteX62" fmla="*/ 300675 w 1279738"/>
              <a:gd name="connsiteY62" fmla="*/ 1535793 h 1676876"/>
              <a:gd name="connsiteX63" fmla="*/ 293912 w 1279738"/>
              <a:gd name="connsiteY63" fmla="*/ 1553986 h 1676876"/>
              <a:gd name="connsiteX64" fmla="*/ 309724 w 1279738"/>
              <a:gd name="connsiteY64" fmla="*/ 1549795 h 1676876"/>
              <a:gd name="connsiteX65" fmla="*/ 309724 w 1279738"/>
              <a:gd name="connsiteY65" fmla="*/ 1549795 h 1676876"/>
              <a:gd name="connsiteX66" fmla="*/ 299627 w 1279738"/>
              <a:gd name="connsiteY66" fmla="*/ 1563606 h 1676876"/>
              <a:gd name="connsiteX67" fmla="*/ 304580 w 1279738"/>
              <a:gd name="connsiteY67" fmla="*/ 1569036 h 1676876"/>
              <a:gd name="connsiteX68" fmla="*/ 299056 w 1279738"/>
              <a:gd name="connsiteY68" fmla="*/ 1585704 h 1676876"/>
              <a:gd name="connsiteX69" fmla="*/ 315153 w 1279738"/>
              <a:gd name="connsiteY69" fmla="*/ 1588943 h 1676876"/>
              <a:gd name="connsiteX70" fmla="*/ 310581 w 1279738"/>
              <a:gd name="connsiteY70" fmla="*/ 1620756 h 1676876"/>
              <a:gd name="connsiteX71" fmla="*/ 322678 w 1279738"/>
              <a:gd name="connsiteY71" fmla="*/ 1611898 h 1676876"/>
              <a:gd name="connsiteX72" fmla="*/ 320868 w 1279738"/>
              <a:gd name="connsiteY72" fmla="*/ 1631615 h 1676876"/>
              <a:gd name="connsiteX73" fmla="*/ 338394 w 1279738"/>
              <a:gd name="connsiteY73" fmla="*/ 1617232 h 1676876"/>
              <a:gd name="connsiteX74" fmla="*/ 335917 w 1279738"/>
              <a:gd name="connsiteY74" fmla="*/ 1638568 h 1676876"/>
              <a:gd name="connsiteX75" fmla="*/ 380780 w 1279738"/>
              <a:gd name="connsiteY75" fmla="*/ 1653808 h 1676876"/>
              <a:gd name="connsiteX76" fmla="*/ 453742 w 1279738"/>
              <a:gd name="connsiteY76" fmla="*/ 1542651 h 1676876"/>
              <a:gd name="connsiteX77" fmla="*/ 417356 w 1279738"/>
              <a:gd name="connsiteY77" fmla="*/ 1516934 h 1676876"/>
              <a:gd name="connsiteX78" fmla="*/ 347633 w 1279738"/>
              <a:gd name="connsiteY78" fmla="*/ 1496931 h 1676876"/>
              <a:gd name="connsiteX79" fmla="*/ 291150 w 1279738"/>
              <a:gd name="connsiteY79" fmla="*/ 1496550 h 1676876"/>
              <a:gd name="connsiteX80" fmla="*/ 305914 w 1279738"/>
              <a:gd name="connsiteY80" fmla="*/ 1499217 h 1676876"/>
              <a:gd name="connsiteX81" fmla="*/ 298484 w 1279738"/>
              <a:gd name="connsiteY81" fmla="*/ 1511981 h 1676876"/>
              <a:gd name="connsiteX82" fmla="*/ 300294 w 1279738"/>
              <a:gd name="connsiteY82" fmla="*/ 1504647 h 1676876"/>
              <a:gd name="connsiteX83" fmla="*/ 300770 w 1279738"/>
              <a:gd name="connsiteY83" fmla="*/ 1505123 h 1676876"/>
              <a:gd name="connsiteX84" fmla="*/ 300484 w 1279738"/>
              <a:gd name="connsiteY84" fmla="*/ 1504647 h 1676876"/>
              <a:gd name="connsiteX85" fmla="*/ 259432 w 1279738"/>
              <a:gd name="connsiteY85" fmla="*/ 1271284 h 1676876"/>
              <a:gd name="connsiteX86" fmla="*/ 258860 w 1279738"/>
              <a:gd name="connsiteY86" fmla="*/ 1271284 h 1676876"/>
              <a:gd name="connsiteX87" fmla="*/ 259622 w 1279738"/>
              <a:gd name="connsiteY87" fmla="*/ 1271379 h 1676876"/>
              <a:gd name="connsiteX88" fmla="*/ 266385 w 1279738"/>
              <a:gd name="connsiteY88" fmla="*/ 1279476 h 1676876"/>
              <a:gd name="connsiteX89" fmla="*/ 265813 w 1279738"/>
              <a:gd name="connsiteY89" fmla="*/ 1291668 h 1676876"/>
              <a:gd name="connsiteX90" fmla="*/ 269338 w 1279738"/>
              <a:gd name="connsiteY90" fmla="*/ 1308622 h 1676876"/>
              <a:gd name="connsiteX91" fmla="*/ 306009 w 1279738"/>
              <a:gd name="connsiteY91" fmla="*/ 1330244 h 1676876"/>
              <a:gd name="connsiteX92" fmla="*/ 320868 w 1279738"/>
              <a:gd name="connsiteY92" fmla="*/ 1327386 h 1676876"/>
              <a:gd name="connsiteX93" fmla="*/ 337251 w 1279738"/>
              <a:gd name="connsiteY93" fmla="*/ 1331006 h 1676876"/>
              <a:gd name="connsiteX94" fmla="*/ 384209 w 1279738"/>
              <a:gd name="connsiteY94" fmla="*/ 1354723 h 1676876"/>
              <a:gd name="connsiteX95" fmla="*/ 389638 w 1279738"/>
              <a:gd name="connsiteY95" fmla="*/ 1347103 h 1676876"/>
              <a:gd name="connsiteX96" fmla="*/ 410022 w 1279738"/>
              <a:gd name="connsiteY96" fmla="*/ 1351389 h 1676876"/>
              <a:gd name="connsiteX97" fmla="*/ 461266 w 1279738"/>
              <a:gd name="connsiteY97" fmla="*/ 1379774 h 1676876"/>
              <a:gd name="connsiteX98" fmla="*/ 461457 w 1279738"/>
              <a:gd name="connsiteY98" fmla="*/ 1365391 h 1676876"/>
              <a:gd name="connsiteX99" fmla="*/ 468982 w 1279738"/>
              <a:gd name="connsiteY99" fmla="*/ 1362915 h 1676876"/>
              <a:gd name="connsiteX100" fmla="*/ 482317 w 1279738"/>
              <a:gd name="connsiteY100" fmla="*/ 1371963 h 1676876"/>
              <a:gd name="connsiteX101" fmla="*/ 506701 w 1279738"/>
              <a:gd name="connsiteY101" fmla="*/ 1384251 h 1676876"/>
              <a:gd name="connsiteX102" fmla="*/ 518607 w 1279738"/>
              <a:gd name="connsiteY102" fmla="*/ 1377202 h 1676876"/>
              <a:gd name="connsiteX103" fmla="*/ 538419 w 1279738"/>
              <a:gd name="connsiteY103" fmla="*/ 1388251 h 1676876"/>
              <a:gd name="connsiteX104" fmla="*/ 551563 w 1279738"/>
              <a:gd name="connsiteY104" fmla="*/ 1389394 h 1676876"/>
              <a:gd name="connsiteX105" fmla="*/ 601855 w 1279738"/>
              <a:gd name="connsiteY105" fmla="*/ 1405301 h 1676876"/>
              <a:gd name="connsiteX106" fmla="*/ 564422 w 1279738"/>
              <a:gd name="connsiteY106" fmla="*/ 1416255 h 1676876"/>
              <a:gd name="connsiteX107" fmla="*/ 629764 w 1279738"/>
              <a:gd name="connsiteY107" fmla="*/ 1390156 h 1676876"/>
              <a:gd name="connsiteX108" fmla="*/ 529751 w 1279738"/>
              <a:gd name="connsiteY108" fmla="*/ 1321671 h 1676876"/>
              <a:gd name="connsiteX109" fmla="*/ 392591 w 1279738"/>
              <a:gd name="connsiteY109" fmla="*/ 1284905 h 1676876"/>
              <a:gd name="connsiteX110" fmla="*/ 328964 w 1279738"/>
              <a:gd name="connsiteY110" fmla="*/ 1269379 h 1676876"/>
              <a:gd name="connsiteX111" fmla="*/ 259432 w 1279738"/>
              <a:gd name="connsiteY111" fmla="*/ 1271189 h 1676876"/>
              <a:gd name="connsiteX112" fmla="*/ 487365 w 1279738"/>
              <a:gd name="connsiteY112" fmla="*/ 1492550 h 1676876"/>
              <a:gd name="connsiteX113" fmla="*/ 487365 w 1279738"/>
              <a:gd name="connsiteY113" fmla="*/ 1492550 h 1676876"/>
              <a:gd name="connsiteX114" fmla="*/ 497557 w 1279738"/>
              <a:gd name="connsiteY114" fmla="*/ 1502456 h 1676876"/>
              <a:gd name="connsiteX115" fmla="*/ 506415 w 1279738"/>
              <a:gd name="connsiteY115" fmla="*/ 1501027 h 1676876"/>
              <a:gd name="connsiteX116" fmla="*/ 525179 w 1279738"/>
              <a:gd name="connsiteY116" fmla="*/ 1508838 h 1676876"/>
              <a:gd name="connsiteX117" fmla="*/ 518893 w 1279738"/>
              <a:gd name="connsiteY117" fmla="*/ 1490740 h 1676876"/>
              <a:gd name="connsiteX118" fmla="*/ 544420 w 1279738"/>
              <a:gd name="connsiteY118" fmla="*/ 1484168 h 1676876"/>
              <a:gd name="connsiteX119" fmla="*/ 567089 w 1279738"/>
              <a:gd name="connsiteY119" fmla="*/ 1489026 h 1676876"/>
              <a:gd name="connsiteX120" fmla="*/ 555850 w 1279738"/>
              <a:gd name="connsiteY120" fmla="*/ 1499789 h 1676876"/>
              <a:gd name="connsiteX121" fmla="*/ 594140 w 1279738"/>
              <a:gd name="connsiteY121" fmla="*/ 1487216 h 1676876"/>
              <a:gd name="connsiteX122" fmla="*/ 560707 w 1279738"/>
              <a:gd name="connsiteY122" fmla="*/ 1433304 h 1676876"/>
              <a:gd name="connsiteX123" fmla="*/ 421642 w 1279738"/>
              <a:gd name="connsiteY123" fmla="*/ 1388537 h 1676876"/>
              <a:gd name="connsiteX124" fmla="*/ 339156 w 1279738"/>
              <a:gd name="connsiteY124" fmla="*/ 1375583 h 1676876"/>
              <a:gd name="connsiteX125" fmla="*/ 269719 w 1279738"/>
              <a:gd name="connsiteY125" fmla="*/ 1364343 h 1676876"/>
              <a:gd name="connsiteX126" fmla="*/ 212378 w 1279738"/>
              <a:gd name="connsiteY126" fmla="*/ 1388346 h 1676876"/>
              <a:gd name="connsiteX127" fmla="*/ 236191 w 1279738"/>
              <a:gd name="connsiteY127" fmla="*/ 1435400 h 1676876"/>
              <a:gd name="connsiteX128" fmla="*/ 236953 w 1279738"/>
              <a:gd name="connsiteY128" fmla="*/ 1408254 h 1676876"/>
              <a:gd name="connsiteX129" fmla="*/ 242382 w 1279738"/>
              <a:gd name="connsiteY129" fmla="*/ 1418445 h 1676876"/>
              <a:gd name="connsiteX130" fmla="*/ 248478 w 1279738"/>
              <a:gd name="connsiteY130" fmla="*/ 1419017 h 1676876"/>
              <a:gd name="connsiteX131" fmla="*/ 259527 w 1279738"/>
              <a:gd name="connsiteY131" fmla="*/ 1440924 h 1676876"/>
              <a:gd name="connsiteX132" fmla="*/ 259051 w 1279738"/>
              <a:gd name="connsiteY132" fmla="*/ 1441115 h 1676876"/>
              <a:gd name="connsiteX133" fmla="*/ 259336 w 1279738"/>
              <a:gd name="connsiteY133" fmla="*/ 1441115 h 1676876"/>
              <a:gd name="connsiteX134" fmla="*/ 274862 w 1279738"/>
              <a:gd name="connsiteY134" fmla="*/ 1432066 h 1676876"/>
              <a:gd name="connsiteX135" fmla="*/ 285244 w 1279738"/>
              <a:gd name="connsiteY135" fmla="*/ 1445211 h 1676876"/>
              <a:gd name="connsiteX136" fmla="*/ 291245 w 1279738"/>
              <a:gd name="connsiteY136" fmla="*/ 1443115 h 1676876"/>
              <a:gd name="connsiteX137" fmla="*/ 309152 w 1279738"/>
              <a:gd name="connsiteY137" fmla="*/ 1454736 h 1676876"/>
              <a:gd name="connsiteX138" fmla="*/ 338680 w 1279738"/>
              <a:gd name="connsiteY138" fmla="*/ 1462260 h 1676876"/>
              <a:gd name="connsiteX139" fmla="*/ 407260 w 1279738"/>
              <a:gd name="connsiteY139" fmla="*/ 1480263 h 1676876"/>
              <a:gd name="connsiteX140" fmla="*/ 487270 w 1279738"/>
              <a:gd name="connsiteY140" fmla="*/ 1492550 h 1676876"/>
              <a:gd name="connsiteX141" fmla="*/ 545563 w 1279738"/>
              <a:gd name="connsiteY141" fmla="*/ 1178796 h 1676876"/>
              <a:gd name="connsiteX142" fmla="*/ 545563 w 1279738"/>
              <a:gd name="connsiteY142" fmla="*/ 1178796 h 1676876"/>
              <a:gd name="connsiteX143" fmla="*/ 561565 w 1279738"/>
              <a:gd name="connsiteY143" fmla="*/ 1150602 h 1676876"/>
              <a:gd name="connsiteX144" fmla="*/ 584329 w 1279738"/>
              <a:gd name="connsiteY144" fmla="*/ 1117265 h 1676876"/>
              <a:gd name="connsiteX145" fmla="*/ 623001 w 1279738"/>
              <a:gd name="connsiteY145" fmla="*/ 1062972 h 1676876"/>
              <a:gd name="connsiteX146" fmla="*/ 655767 w 1279738"/>
              <a:gd name="connsiteY146" fmla="*/ 999155 h 1676876"/>
              <a:gd name="connsiteX147" fmla="*/ 683580 w 1279738"/>
              <a:gd name="connsiteY147" fmla="*/ 948101 h 1676876"/>
              <a:gd name="connsiteX148" fmla="*/ 651957 w 1279738"/>
              <a:gd name="connsiteY148" fmla="*/ 930480 h 1676876"/>
              <a:gd name="connsiteX149" fmla="*/ 637003 w 1279738"/>
              <a:gd name="connsiteY149" fmla="*/ 905524 h 1676876"/>
              <a:gd name="connsiteX150" fmla="*/ 577281 w 1279738"/>
              <a:gd name="connsiteY150" fmla="*/ 896475 h 1676876"/>
              <a:gd name="connsiteX151" fmla="*/ 550039 w 1279738"/>
              <a:gd name="connsiteY151" fmla="*/ 885903 h 1676876"/>
              <a:gd name="connsiteX152" fmla="*/ 524512 w 1279738"/>
              <a:gd name="connsiteY152" fmla="*/ 899428 h 1676876"/>
              <a:gd name="connsiteX153" fmla="*/ 470125 w 1279738"/>
              <a:gd name="connsiteY153" fmla="*/ 891237 h 1676876"/>
              <a:gd name="connsiteX154" fmla="*/ 469363 w 1279738"/>
              <a:gd name="connsiteY154" fmla="*/ 944196 h 1676876"/>
              <a:gd name="connsiteX155" fmla="*/ 468601 w 1279738"/>
              <a:gd name="connsiteY155" fmla="*/ 1001060 h 1676876"/>
              <a:gd name="connsiteX156" fmla="*/ 462409 w 1279738"/>
              <a:gd name="connsiteY156" fmla="*/ 1105168 h 1676876"/>
              <a:gd name="connsiteX157" fmla="*/ 462409 w 1279738"/>
              <a:gd name="connsiteY157" fmla="*/ 1196894 h 1676876"/>
              <a:gd name="connsiteX158" fmla="*/ 526798 w 1279738"/>
              <a:gd name="connsiteY158" fmla="*/ 1210515 h 1676876"/>
              <a:gd name="connsiteX159" fmla="*/ 545658 w 1279738"/>
              <a:gd name="connsiteY159" fmla="*/ 1178796 h 1676876"/>
              <a:gd name="connsiteX160" fmla="*/ 560898 w 1279738"/>
              <a:gd name="connsiteY160" fmla="*/ 403176 h 1676876"/>
              <a:gd name="connsiteX161" fmla="*/ 515749 w 1279738"/>
              <a:gd name="connsiteY161" fmla="*/ 439085 h 1676876"/>
              <a:gd name="connsiteX162" fmla="*/ 467077 w 1279738"/>
              <a:gd name="connsiteY162" fmla="*/ 475375 h 1676876"/>
              <a:gd name="connsiteX163" fmla="*/ 417451 w 1279738"/>
              <a:gd name="connsiteY163" fmla="*/ 528810 h 1676876"/>
              <a:gd name="connsiteX164" fmla="*/ 381066 w 1279738"/>
              <a:gd name="connsiteY164" fmla="*/ 587199 h 1676876"/>
              <a:gd name="connsiteX165" fmla="*/ 367064 w 1279738"/>
              <a:gd name="connsiteY165" fmla="*/ 618345 h 1676876"/>
              <a:gd name="connsiteX166" fmla="*/ 343347 w 1279738"/>
              <a:gd name="connsiteY166" fmla="*/ 669590 h 1676876"/>
              <a:gd name="connsiteX167" fmla="*/ 332012 w 1279738"/>
              <a:gd name="connsiteY167" fmla="*/ 776175 h 1676876"/>
              <a:gd name="connsiteX168" fmla="*/ 344871 w 1279738"/>
              <a:gd name="connsiteY168" fmla="*/ 890760 h 1676876"/>
              <a:gd name="connsiteX169" fmla="*/ 367350 w 1279738"/>
              <a:gd name="connsiteY169" fmla="*/ 975819 h 1676876"/>
              <a:gd name="connsiteX170" fmla="*/ 386209 w 1279738"/>
              <a:gd name="connsiteY170" fmla="*/ 1093643 h 1676876"/>
              <a:gd name="connsiteX171" fmla="*/ 374970 w 1279738"/>
              <a:gd name="connsiteY171" fmla="*/ 1135458 h 1676876"/>
              <a:gd name="connsiteX172" fmla="*/ 354205 w 1279738"/>
              <a:gd name="connsiteY172" fmla="*/ 1166700 h 1676876"/>
              <a:gd name="connsiteX173" fmla="*/ 393258 w 1279738"/>
              <a:gd name="connsiteY173" fmla="*/ 1183559 h 1676876"/>
              <a:gd name="connsiteX174" fmla="*/ 441073 w 1279738"/>
              <a:gd name="connsiteY174" fmla="*/ 1194132 h 1676876"/>
              <a:gd name="connsiteX175" fmla="*/ 452789 w 1279738"/>
              <a:gd name="connsiteY175" fmla="*/ 1123266 h 1676876"/>
              <a:gd name="connsiteX176" fmla="*/ 458218 w 1279738"/>
              <a:gd name="connsiteY176" fmla="*/ 939433 h 1676876"/>
              <a:gd name="connsiteX177" fmla="*/ 456218 w 1279738"/>
              <a:gd name="connsiteY177" fmla="*/ 845136 h 1676876"/>
              <a:gd name="connsiteX178" fmla="*/ 472411 w 1279738"/>
              <a:gd name="connsiteY178" fmla="*/ 867615 h 1676876"/>
              <a:gd name="connsiteX179" fmla="*/ 504700 w 1279738"/>
              <a:gd name="connsiteY179" fmla="*/ 887617 h 1676876"/>
              <a:gd name="connsiteX180" fmla="*/ 541943 w 1279738"/>
              <a:gd name="connsiteY180" fmla="*/ 870186 h 1676876"/>
              <a:gd name="connsiteX181" fmla="*/ 533371 w 1279738"/>
              <a:gd name="connsiteY181" fmla="*/ 839325 h 1676876"/>
              <a:gd name="connsiteX182" fmla="*/ 551373 w 1279738"/>
              <a:gd name="connsiteY182" fmla="*/ 770174 h 1676876"/>
              <a:gd name="connsiteX183" fmla="*/ 586806 w 1279738"/>
              <a:gd name="connsiteY183" fmla="*/ 822276 h 1676876"/>
              <a:gd name="connsiteX184" fmla="*/ 570423 w 1279738"/>
              <a:gd name="connsiteY184" fmla="*/ 863233 h 1676876"/>
              <a:gd name="connsiteX185" fmla="*/ 583567 w 1279738"/>
              <a:gd name="connsiteY185" fmla="*/ 885331 h 1676876"/>
              <a:gd name="connsiteX186" fmla="*/ 628716 w 1279738"/>
              <a:gd name="connsiteY186" fmla="*/ 888855 h 1676876"/>
              <a:gd name="connsiteX187" fmla="*/ 635479 w 1279738"/>
              <a:gd name="connsiteY187" fmla="*/ 855613 h 1676876"/>
              <a:gd name="connsiteX188" fmla="*/ 675674 w 1279738"/>
              <a:gd name="connsiteY188" fmla="*/ 804369 h 1676876"/>
              <a:gd name="connsiteX189" fmla="*/ 668435 w 1279738"/>
              <a:gd name="connsiteY189" fmla="*/ 881045 h 1676876"/>
              <a:gd name="connsiteX190" fmla="*/ 654910 w 1279738"/>
              <a:gd name="connsiteY190" fmla="*/ 913906 h 1676876"/>
              <a:gd name="connsiteX191" fmla="*/ 691962 w 1279738"/>
              <a:gd name="connsiteY191" fmla="*/ 934575 h 1676876"/>
              <a:gd name="connsiteX192" fmla="*/ 705011 w 1279738"/>
              <a:gd name="connsiteY192" fmla="*/ 914382 h 1676876"/>
              <a:gd name="connsiteX193" fmla="*/ 708631 w 1279738"/>
              <a:gd name="connsiteY193" fmla="*/ 942386 h 1676876"/>
              <a:gd name="connsiteX194" fmla="*/ 659291 w 1279738"/>
              <a:gd name="connsiteY194" fmla="*/ 1017252 h 1676876"/>
              <a:gd name="connsiteX195" fmla="*/ 605284 w 1279738"/>
              <a:gd name="connsiteY195" fmla="*/ 1108978 h 1676876"/>
              <a:gd name="connsiteX196" fmla="*/ 547849 w 1279738"/>
              <a:gd name="connsiteY196" fmla="*/ 1198704 h 1676876"/>
              <a:gd name="connsiteX197" fmla="*/ 567946 w 1279738"/>
              <a:gd name="connsiteY197" fmla="*/ 1219278 h 1676876"/>
              <a:gd name="connsiteX198" fmla="*/ 615000 w 1279738"/>
              <a:gd name="connsiteY198" fmla="*/ 1237851 h 1676876"/>
              <a:gd name="connsiteX199" fmla="*/ 622525 w 1279738"/>
              <a:gd name="connsiteY199" fmla="*/ 1163937 h 1676876"/>
              <a:gd name="connsiteX200" fmla="*/ 650814 w 1279738"/>
              <a:gd name="connsiteY200" fmla="*/ 1144983 h 1676876"/>
              <a:gd name="connsiteX201" fmla="*/ 683008 w 1279738"/>
              <a:gd name="connsiteY201" fmla="*/ 1107740 h 1676876"/>
              <a:gd name="connsiteX202" fmla="*/ 759304 w 1279738"/>
              <a:gd name="connsiteY202" fmla="*/ 1045923 h 1676876"/>
              <a:gd name="connsiteX203" fmla="*/ 899988 w 1279738"/>
              <a:gd name="connsiteY203" fmla="*/ 928289 h 1676876"/>
              <a:gd name="connsiteX204" fmla="*/ 1001810 w 1279738"/>
              <a:gd name="connsiteY204" fmla="*/ 756744 h 1676876"/>
              <a:gd name="connsiteX205" fmla="*/ 1009716 w 1279738"/>
              <a:gd name="connsiteY205" fmla="*/ 652731 h 1676876"/>
              <a:gd name="connsiteX206" fmla="*/ 991714 w 1279738"/>
              <a:gd name="connsiteY206" fmla="*/ 577483 h 1676876"/>
              <a:gd name="connsiteX207" fmla="*/ 886081 w 1279738"/>
              <a:gd name="connsiteY207" fmla="*/ 441752 h 1676876"/>
              <a:gd name="connsiteX208" fmla="*/ 714250 w 1279738"/>
              <a:gd name="connsiteY208" fmla="*/ 360123 h 1676876"/>
              <a:gd name="connsiteX209" fmla="*/ 629192 w 1279738"/>
              <a:gd name="connsiteY209" fmla="*/ 371457 h 1676876"/>
              <a:gd name="connsiteX210" fmla="*/ 580424 w 1279738"/>
              <a:gd name="connsiteY210" fmla="*/ 390698 h 1676876"/>
              <a:gd name="connsiteX211" fmla="*/ 559850 w 1279738"/>
              <a:gd name="connsiteY211" fmla="*/ 408700 h 1676876"/>
              <a:gd name="connsiteX212" fmla="*/ 560612 w 1279738"/>
              <a:gd name="connsiteY212" fmla="*/ 402985 h 1676876"/>
              <a:gd name="connsiteX213" fmla="*/ 560612 w 1279738"/>
              <a:gd name="connsiteY213" fmla="*/ 403176 h 1676876"/>
              <a:gd name="connsiteX214" fmla="*/ 422404 w 1279738"/>
              <a:gd name="connsiteY214" fmla="*/ 1263378 h 1676876"/>
              <a:gd name="connsiteX215" fmla="*/ 454885 w 1279738"/>
              <a:gd name="connsiteY215" fmla="*/ 1271379 h 1676876"/>
              <a:gd name="connsiteX216" fmla="*/ 487651 w 1279738"/>
              <a:gd name="connsiteY216" fmla="*/ 1280809 h 1676876"/>
              <a:gd name="connsiteX217" fmla="*/ 523655 w 1279738"/>
              <a:gd name="connsiteY217" fmla="*/ 1294335 h 1676876"/>
              <a:gd name="connsiteX218" fmla="*/ 547372 w 1279738"/>
              <a:gd name="connsiteY218" fmla="*/ 1303574 h 1676876"/>
              <a:gd name="connsiteX219" fmla="*/ 562898 w 1279738"/>
              <a:gd name="connsiteY219" fmla="*/ 1302526 h 1676876"/>
              <a:gd name="connsiteX220" fmla="*/ 633574 w 1279738"/>
              <a:gd name="connsiteY220" fmla="*/ 1312242 h 1676876"/>
              <a:gd name="connsiteX221" fmla="*/ 603284 w 1279738"/>
              <a:gd name="connsiteY221" fmla="*/ 1246043 h 1676876"/>
              <a:gd name="connsiteX222" fmla="*/ 495175 w 1279738"/>
              <a:gd name="connsiteY222" fmla="*/ 1218325 h 1676876"/>
              <a:gd name="connsiteX223" fmla="*/ 466029 w 1279738"/>
              <a:gd name="connsiteY223" fmla="*/ 1212134 h 1676876"/>
              <a:gd name="connsiteX224" fmla="*/ 453551 w 1279738"/>
              <a:gd name="connsiteY224" fmla="*/ 1215182 h 1676876"/>
              <a:gd name="connsiteX225" fmla="*/ 412213 w 1279738"/>
              <a:gd name="connsiteY225" fmla="*/ 1200990 h 1676876"/>
              <a:gd name="connsiteX226" fmla="*/ 299437 w 1279738"/>
              <a:gd name="connsiteY226" fmla="*/ 1197465 h 1676876"/>
              <a:gd name="connsiteX227" fmla="*/ 323916 w 1279738"/>
              <a:gd name="connsiteY227" fmla="*/ 1220992 h 1676876"/>
              <a:gd name="connsiteX228" fmla="*/ 366207 w 1279738"/>
              <a:gd name="connsiteY228" fmla="*/ 1248615 h 1676876"/>
              <a:gd name="connsiteX229" fmla="*/ 422500 w 1279738"/>
              <a:gd name="connsiteY229" fmla="*/ 1263378 h 1676876"/>
              <a:gd name="connsiteX230" fmla="*/ 553278 w 1279738"/>
              <a:gd name="connsiteY230" fmla="*/ 860471 h 1676876"/>
              <a:gd name="connsiteX231" fmla="*/ 576995 w 1279738"/>
              <a:gd name="connsiteY231" fmla="*/ 822847 h 1676876"/>
              <a:gd name="connsiteX232" fmla="*/ 566518 w 1279738"/>
              <a:gd name="connsiteY232" fmla="*/ 777889 h 1676876"/>
              <a:gd name="connsiteX233" fmla="*/ 543467 w 1279738"/>
              <a:gd name="connsiteY233" fmla="*/ 812751 h 1676876"/>
              <a:gd name="connsiteX234" fmla="*/ 553278 w 1279738"/>
              <a:gd name="connsiteY234" fmla="*/ 860471 h 1676876"/>
              <a:gd name="connsiteX235" fmla="*/ 651576 w 1279738"/>
              <a:gd name="connsiteY235" fmla="*/ 839040 h 1676876"/>
              <a:gd name="connsiteX236" fmla="*/ 669959 w 1279738"/>
              <a:gd name="connsiteY236" fmla="*/ 862376 h 1676876"/>
              <a:gd name="connsiteX237" fmla="*/ 674722 w 1279738"/>
              <a:gd name="connsiteY237" fmla="*/ 818561 h 1676876"/>
              <a:gd name="connsiteX238" fmla="*/ 651576 w 1279738"/>
              <a:gd name="connsiteY238" fmla="*/ 839040 h 1676876"/>
              <a:gd name="connsiteX239" fmla="*/ 452980 w 1279738"/>
              <a:gd name="connsiteY239" fmla="*/ 1509504 h 1676876"/>
              <a:gd name="connsiteX240" fmla="*/ 468601 w 1279738"/>
              <a:gd name="connsiteY240" fmla="*/ 1504551 h 1676876"/>
              <a:gd name="connsiteX241" fmla="*/ 447646 w 1279738"/>
              <a:gd name="connsiteY241" fmla="*/ 1505028 h 1676876"/>
              <a:gd name="connsiteX242" fmla="*/ 452980 w 1279738"/>
              <a:gd name="connsiteY242" fmla="*/ 1509504 h 1676876"/>
              <a:gd name="connsiteX243" fmla="*/ 409450 w 1279738"/>
              <a:gd name="connsiteY243" fmla="*/ 1271570 h 1676876"/>
              <a:gd name="connsiteX244" fmla="*/ 409736 w 1279738"/>
              <a:gd name="connsiteY244" fmla="*/ 1270617 h 1676876"/>
              <a:gd name="connsiteX245" fmla="*/ 393258 w 1279738"/>
              <a:gd name="connsiteY245" fmla="*/ 1266236 h 1676876"/>
              <a:gd name="connsiteX246" fmla="*/ 409450 w 1279738"/>
              <a:gd name="connsiteY246" fmla="*/ 1271475 h 1676876"/>
              <a:gd name="connsiteX247" fmla="*/ 560707 w 1279738"/>
              <a:gd name="connsiteY247" fmla="*/ 1312908 h 1676876"/>
              <a:gd name="connsiteX248" fmla="*/ 555564 w 1279738"/>
              <a:gd name="connsiteY248" fmla="*/ 1313575 h 1676876"/>
              <a:gd name="connsiteX249" fmla="*/ 564517 w 1279738"/>
              <a:gd name="connsiteY249" fmla="*/ 1316623 h 1676876"/>
              <a:gd name="connsiteX250" fmla="*/ 560707 w 1279738"/>
              <a:gd name="connsiteY250" fmla="*/ 1312908 h 1676876"/>
              <a:gd name="connsiteX251" fmla="*/ 314105 w 1279738"/>
              <a:gd name="connsiteY251" fmla="*/ 1233184 h 1676876"/>
              <a:gd name="connsiteX252" fmla="*/ 325345 w 1279738"/>
              <a:gd name="connsiteY252" fmla="*/ 1240233 h 1676876"/>
              <a:gd name="connsiteX253" fmla="*/ 314105 w 1279738"/>
              <a:gd name="connsiteY253" fmla="*/ 1233184 h 1676876"/>
              <a:gd name="connsiteX254" fmla="*/ 400973 w 1279738"/>
              <a:gd name="connsiteY254" fmla="*/ 1486835 h 1676876"/>
              <a:gd name="connsiteX255" fmla="*/ 399449 w 1279738"/>
              <a:gd name="connsiteY255" fmla="*/ 1487692 h 1676876"/>
              <a:gd name="connsiteX256" fmla="*/ 402211 w 1279738"/>
              <a:gd name="connsiteY256" fmla="*/ 1488073 h 1676876"/>
              <a:gd name="connsiteX257" fmla="*/ 401068 w 1279738"/>
              <a:gd name="connsiteY257" fmla="*/ 1486835 h 1676876"/>
              <a:gd name="connsiteX258" fmla="*/ 442026 w 1279738"/>
              <a:gd name="connsiteY258" fmla="*/ 1275189 h 1676876"/>
              <a:gd name="connsiteX259" fmla="*/ 440883 w 1279738"/>
              <a:gd name="connsiteY259" fmla="*/ 1274713 h 1676876"/>
              <a:gd name="connsiteX260" fmla="*/ 442026 w 1279738"/>
              <a:gd name="connsiteY260" fmla="*/ 1275189 h 1676876"/>
              <a:gd name="connsiteX261" fmla="*/ 93316 w 1279738"/>
              <a:gd name="connsiteY261" fmla="*/ 480042 h 1676876"/>
              <a:gd name="connsiteX262" fmla="*/ 41595 w 1279738"/>
              <a:gd name="connsiteY262" fmla="*/ 433941 h 1676876"/>
              <a:gd name="connsiteX263" fmla="*/ 14639 w 1279738"/>
              <a:gd name="connsiteY263" fmla="*/ 411558 h 1676876"/>
              <a:gd name="connsiteX264" fmla="*/ 1780 w 1279738"/>
              <a:gd name="connsiteY264" fmla="*/ 410129 h 1676876"/>
              <a:gd name="connsiteX265" fmla="*/ 55120 w 1279738"/>
              <a:gd name="connsiteY265" fmla="*/ 456801 h 1676876"/>
              <a:gd name="connsiteX266" fmla="*/ 93316 w 1279738"/>
              <a:gd name="connsiteY266" fmla="*/ 480042 h 1676876"/>
              <a:gd name="connsiteX267" fmla="*/ 1201930 w 1279738"/>
              <a:gd name="connsiteY267" fmla="*/ 912192 h 1676876"/>
              <a:gd name="connsiteX268" fmla="*/ 1259366 w 1279738"/>
              <a:gd name="connsiteY268" fmla="*/ 921240 h 1676876"/>
              <a:gd name="connsiteX269" fmla="*/ 1270796 w 1279738"/>
              <a:gd name="connsiteY269" fmla="*/ 910382 h 1676876"/>
              <a:gd name="connsiteX270" fmla="*/ 1217456 w 1279738"/>
              <a:gd name="connsiteY270" fmla="*/ 902095 h 1676876"/>
              <a:gd name="connsiteX271" fmla="*/ 1195072 w 1279738"/>
              <a:gd name="connsiteY271" fmla="*/ 900190 h 1676876"/>
              <a:gd name="connsiteX272" fmla="*/ 1201930 w 1279738"/>
              <a:gd name="connsiteY272" fmla="*/ 912096 h 1676876"/>
              <a:gd name="connsiteX273" fmla="*/ 1221266 w 1279738"/>
              <a:gd name="connsiteY273" fmla="*/ 362028 h 1676876"/>
              <a:gd name="connsiteX274" fmla="*/ 1128588 w 1279738"/>
              <a:gd name="connsiteY274" fmla="*/ 382602 h 1676876"/>
              <a:gd name="connsiteX275" fmla="*/ 1160878 w 1279738"/>
              <a:gd name="connsiteY275" fmla="*/ 380316 h 1676876"/>
              <a:gd name="connsiteX276" fmla="*/ 1221266 w 1279738"/>
              <a:gd name="connsiteY276" fmla="*/ 362123 h 1676876"/>
              <a:gd name="connsiteX277" fmla="*/ 452599 w 1279738"/>
              <a:gd name="connsiteY277" fmla="*/ 73992 h 1676876"/>
              <a:gd name="connsiteX278" fmla="*/ 446598 w 1279738"/>
              <a:gd name="connsiteY278" fmla="*/ 20937 h 1676876"/>
              <a:gd name="connsiteX279" fmla="*/ 427929 w 1279738"/>
              <a:gd name="connsiteY279" fmla="*/ 3602 h 1676876"/>
              <a:gd name="connsiteX280" fmla="*/ 442978 w 1279738"/>
              <a:gd name="connsiteY280" fmla="*/ 50941 h 1676876"/>
              <a:gd name="connsiteX281" fmla="*/ 452599 w 1279738"/>
              <a:gd name="connsiteY281" fmla="*/ 73992 h 1676876"/>
              <a:gd name="connsiteX282" fmla="*/ 902941 w 1279738"/>
              <a:gd name="connsiteY282" fmla="*/ 72182 h 1676876"/>
              <a:gd name="connsiteX283" fmla="*/ 909989 w 1279738"/>
              <a:gd name="connsiteY283" fmla="*/ 35415 h 1676876"/>
              <a:gd name="connsiteX284" fmla="*/ 898940 w 1279738"/>
              <a:gd name="connsiteY284" fmla="*/ 33701 h 1676876"/>
              <a:gd name="connsiteX285" fmla="*/ 885415 w 1279738"/>
              <a:gd name="connsiteY285" fmla="*/ 98471 h 1676876"/>
              <a:gd name="connsiteX286" fmla="*/ 902941 w 1279738"/>
              <a:gd name="connsiteY286" fmla="*/ 72277 h 1676876"/>
              <a:gd name="connsiteX287" fmla="*/ 454123 w 1279738"/>
              <a:gd name="connsiteY287" fmla="*/ 608916 h 1676876"/>
              <a:gd name="connsiteX288" fmla="*/ 456123 w 1279738"/>
              <a:gd name="connsiteY288" fmla="*/ 632538 h 1676876"/>
              <a:gd name="connsiteX289" fmla="*/ 469363 w 1279738"/>
              <a:gd name="connsiteY289" fmla="*/ 611964 h 1676876"/>
              <a:gd name="connsiteX290" fmla="*/ 508796 w 1279738"/>
              <a:gd name="connsiteY290" fmla="*/ 561767 h 1676876"/>
              <a:gd name="connsiteX291" fmla="*/ 568518 w 1279738"/>
              <a:gd name="connsiteY291" fmla="*/ 518047 h 1676876"/>
              <a:gd name="connsiteX292" fmla="*/ 603570 w 1279738"/>
              <a:gd name="connsiteY292" fmla="*/ 506427 h 1676876"/>
              <a:gd name="connsiteX293" fmla="*/ 633574 w 1279738"/>
              <a:gd name="connsiteY293" fmla="*/ 498807 h 1676876"/>
              <a:gd name="connsiteX294" fmla="*/ 597283 w 1279738"/>
              <a:gd name="connsiteY294" fmla="*/ 493663 h 1676876"/>
              <a:gd name="connsiteX295" fmla="*/ 535847 w 1279738"/>
              <a:gd name="connsiteY295" fmla="*/ 521190 h 1676876"/>
              <a:gd name="connsiteX296" fmla="*/ 454123 w 1279738"/>
              <a:gd name="connsiteY296" fmla="*/ 609011 h 1676876"/>
              <a:gd name="connsiteX297" fmla="*/ 692152 w 1279738"/>
              <a:gd name="connsiteY297" fmla="*/ 472613 h 1676876"/>
              <a:gd name="connsiteX298" fmla="*/ 719680 w 1279738"/>
              <a:gd name="connsiteY298" fmla="*/ 478233 h 1676876"/>
              <a:gd name="connsiteX299" fmla="*/ 692152 w 1279738"/>
              <a:gd name="connsiteY299" fmla="*/ 472613 h 1676876"/>
              <a:gd name="connsiteX300" fmla="*/ 338013 w 1279738"/>
              <a:gd name="connsiteY300" fmla="*/ 708261 h 1676876"/>
              <a:gd name="connsiteX301" fmla="*/ 338013 w 1279738"/>
              <a:gd name="connsiteY301" fmla="*/ 707595 h 1676876"/>
              <a:gd name="connsiteX302" fmla="*/ 337441 w 1279738"/>
              <a:gd name="connsiteY302" fmla="*/ 707976 h 1676876"/>
              <a:gd name="connsiteX303" fmla="*/ 338013 w 1279738"/>
              <a:gd name="connsiteY303" fmla="*/ 708261 h 1676876"/>
              <a:gd name="connsiteX304" fmla="*/ 510796 w 1279738"/>
              <a:gd name="connsiteY304" fmla="*/ 1191465 h 1676876"/>
              <a:gd name="connsiteX305" fmla="*/ 510796 w 1279738"/>
              <a:gd name="connsiteY305" fmla="*/ 1192227 h 1676876"/>
              <a:gd name="connsiteX306" fmla="*/ 511463 w 1279738"/>
              <a:gd name="connsiteY306" fmla="*/ 1191846 h 1676876"/>
              <a:gd name="connsiteX307" fmla="*/ 510796 w 1279738"/>
              <a:gd name="connsiteY307" fmla="*/ 1191465 h 1676876"/>
              <a:gd name="connsiteX308" fmla="*/ 545563 w 1279738"/>
              <a:gd name="connsiteY308" fmla="*/ 1178892 h 1676876"/>
              <a:gd name="connsiteX309" fmla="*/ 545563 w 1279738"/>
              <a:gd name="connsiteY309" fmla="*/ 1178892 h 1676876"/>
              <a:gd name="connsiteX310" fmla="*/ 545563 w 1279738"/>
              <a:gd name="connsiteY310" fmla="*/ 1180320 h 1676876"/>
              <a:gd name="connsiteX311" fmla="*/ 545753 w 1279738"/>
              <a:gd name="connsiteY311" fmla="*/ 1178892 h 1676876"/>
              <a:gd name="connsiteX312" fmla="*/ 487460 w 1279738"/>
              <a:gd name="connsiteY312" fmla="*/ 1492645 h 1676876"/>
              <a:gd name="connsiteX313" fmla="*/ 487460 w 1279738"/>
              <a:gd name="connsiteY313" fmla="*/ 1492645 h 1676876"/>
              <a:gd name="connsiteX314" fmla="*/ 487460 w 1279738"/>
              <a:gd name="connsiteY314" fmla="*/ 1492645 h 1676876"/>
              <a:gd name="connsiteX315" fmla="*/ 309819 w 1279738"/>
              <a:gd name="connsiteY315" fmla="*/ 1549890 h 1676876"/>
              <a:gd name="connsiteX316" fmla="*/ 309819 w 1279738"/>
              <a:gd name="connsiteY316" fmla="*/ 1549890 h 1676876"/>
              <a:gd name="connsiteX317" fmla="*/ 309819 w 1279738"/>
              <a:gd name="connsiteY317" fmla="*/ 1549224 h 1676876"/>
              <a:gd name="connsiteX318" fmla="*/ 309819 w 1279738"/>
              <a:gd name="connsiteY318" fmla="*/ 1549986 h 167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</a:cxnLst>
            <a:rect l="l" t="t" r="r" b="b"/>
            <a:pathLst>
              <a:path w="1279738" h="1676876">
                <a:moveTo>
                  <a:pt x="278386" y="1198513"/>
                </a:moveTo>
                <a:cubicBezTo>
                  <a:pt x="260194" y="1201942"/>
                  <a:pt x="283816" y="1177558"/>
                  <a:pt x="289340" y="1174986"/>
                </a:cubicBezTo>
                <a:cubicBezTo>
                  <a:pt x="304866" y="1167557"/>
                  <a:pt x="326392" y="1180511"/>
                  <a:pt x="339632" y="1170033"/>
                </a:cubicBezTo>
                <a:cubicBezTo>
                  <a:pt x="350395" y="1161461"/>
                  <a:pt x="360968" y="1132314"/>
                  <a:pt x="366493" y="1119456"/>
                </a:cubicBezTo>
                <a:cubicBezTo>
                  <a:pt x="375065" y="1099453"/>
                  <a:pt x="376303" y="1073450"/>
                  <a:pt x="374684" y="1051733"/>
                </a:cubicBezTo>
                <a:cubicBezTo>
                  <a:pt x="371922" y="1014014"/>
                  <a:pt x="356396" y="976104"/>
                  <a:pt x="346109" y="939909"/>
                </a:cubicBezTo>
                <a:cubicBezTo>
                  <a:pt x="336013" y="904286"/>
                  <a:pt x="327631" y="868377"/>
                  <a:pt x="326011" y="831229"/>
                </a:cubicBezTo>
                <a:cubicBezTo>
                  <a:pt x="324106" y="787414"/>
                  <a:pt x="318391" y="746076"/>
                  <a:pt x="324868" y="702261"/>
                </a:cubicBezTo>
                <a:cubicBezTo>
                  <a:pt x="330869" y="661970"/>
                  <a:pt x="349633" y="627394"/>
                  <a:pt x="365350" y="590247"/>
                </a:cubicBezTo>
                <a:cubicBezTo>
                  <a:pt x="380494" y="554337"/>
                  <a:pt x="405640" y="513189"/>
                  <a:pt x="435644" y="488234"/>
                </a:cubicBezTo>
                <a:cubicBezTo>
                  <a:pt x="446407" y="479280"/>
                  <a:pt x="453361" y="469184"/>
                  <a:pt x="464505" y="460802"/>
                </a:cubicBezTo>
                <a:cubicBezTo>
                  <a:pt x="483079" y="446800"/>
                  <a:pt x="500319" y="433179"/>
                  <a:pt x="517559" y="417558"/>
                </a:cubicBezTo>
                <a:cubicBezTo>
                  <a:pt x="579948" y="360885"/>
                  <a:pt x="669673" y="340215"/>
                  <a:pt x="751207" y="351360"/>
                </a:cubicBezTo>
                <a:cubicBezTo>
                  <a:pt x="795308" y="357360"/>
                  <a:pt x="834075" y="373934"/>
                  <a:pt x="868174" y="403366"/>
                </a:cubicBezTo>
                <a:cubicBezTo>
                  <a:pt x="898940" y="429941"/>
                  <a:pt x="931230" y="458802"/>
                  <a:pt x="955042" y="491568"/>
                </a:cubicBezTo>
                <a:cubicBezTo>
                  <a:pt x="966472" y="507379"/>
                  <a:pt x="981427" y="520524"/>
                  <a:pt x="989713" y="538335"/>
                </a:cubicBezTo>
                <a:cubicBezTo>
                  <a:pt x="998095" y="556433"/>
                  <a:pt x="1005049" y="576531"/>
                  <a:pt x="1009811" y="595962"/>
                </a:cubicBezTo>
                <a:cubicBezTo>
                  <a:pt x="1019431" y="635205"/>
                  <a:pt x="1024956" y="675210"/>
                  <a:pt x="1019717" y="715691"/>
                </a:cubicBezTo>
                <a:cubicBezTo>
                  <a:pt x="1013907" y="760363"/>
                  <a:pt x="1004001" y="802368"/>
                  <a:pt x="985141" y="843421"/>
                </a:cubicBezTo>
                <a:cubicBezTo>
                  <a:pt x="966663" y="883617"/>
                  <a:pt x="928372" y="919621"/>
                  <a:pt x="896654" y="949815"/>
                </a:cubicBezTo>
                <a:cubicBezTo>
                  <a:pt x="864079" y="980772"/>
                  <a:pt x="826074" y="1005156"/>
                  <a:pt x="792451" y="1034778"/>
                </a:cubicBezTo>
                <a:cubicBezTo>
                  <a:pt x="758065" y="1065068"/>
                  <a:pt x="711298" y="1088404"/>
                  <a:pt x="685580" y="1126885"/>
                </a:cubicBezTo>
                <a:cubicBezTo>
                  <a:pt x="665768" y="1156603"/>
                  <a:pt x="627001" y="1205466"/>
                  <a:pt x="631669" y="1244043"/>
                </a:cubicBezTo>
                <a:cubicBezTo>
                  <a:pt x="633669" y="1260616"/>
                  <a:pt x="651195" y="1270522"/>
                  <a:pt x="654624" y="1288143"/>
                </a:cubicBezTo>
                <a:cubicBezTo>
                  <a:pt x="656910" y="1299573"/>
                  <a:pt x="656624" y="1309956"/>
                  <a:pt x="649290" y="1319100"/>
                </a:cubicBezTo>
                <a:cubicBezTo>
                  <a:pt x="644813" y="1324719"/>
                  <a:pt x="618905" y="1331387"/>
                  <a:pt x="618905" y="1336054"/>
                </a:cubicBezTo>
                <a:cubicBezTo>
                  <a:pt x="618905" y="1340055"/>
                  <a:pt x="633574" y="1345865"/>
                  <a:pt x="636241" y="1348246"/>
                </a:cubicBezTo>
                <a:cubicBezTo>
                  <a:pt x="643575" y="1354628"/>
                  <a:pt x="648528" y="1360914"/>
                  <a:pt x="649576" y="1370725"/>
                </a:cubicBezTo>
                <a:cubicBezTo>
                  <a:pt x="651576" y="1388918"/>
                  <a:pt x="637765" y="1404158"/>
                  <a:pt x="623858" y="1413873"/>
                </a:cubicBezTo>
                <a:cubicBezTo>
                  <a:pt x="609952" y="1423494"/>
                  <a:pt x="594521" y="1424732"/>
                  <a:pt x="599284" y="1441877"/>
                </a:cubicBezTo>
                <a:cubicBezTo>
                  <a:pt x="604141" y="1459498"/>
                  <a:pt x="619000" y="1469118"/>
                  <a:pt x="609952" y="1490073"/>
                </a:cubicBezTo>
                <a:cubicBezTo>
                  <a:pt x="596521" y="1520839"/>
                  <a:pt x="545182" y="1526649"/>
                  <a:pt x="516130" y="1527507"/>
                </a:cubicBezTo>
                <a:cubicBezTo>
                  <a:pt x="505177" y="1527888"/>
                  <a:pt x="484222" y="1522554"/>
                  <a:pt x="474697" y="1528269"/>
                </a:cubicBezTo>
                <a:cubicBezTo>
                  <a:pt x="463171" y="1535222"/>
                  <a:pt x="464029" y="1562844"/>
                  <a:pt x="460219" y="1575036"/>
                </a:cubicBezTo>
                <a:cubicBezTo>
                  <a:pt x="448693" y="1611803"/>
                  <a:pt x="436597" y="1655427"/>
                  <a:pt x="396115" y="1669620"/>
                </a:cubicBezTo>
                <a:cubicBezTo>
                  <a:pt x="366207" y="1680097"/>
                  <a:pt x="334965" y="1680192"/>
                  <a:pt x="306009" y="1663524"/>
                </a:cubicBezTo>
                <a:cubicBezTo>
                  <a:pt x="276767" y="1646569"/>
                  <a:pt x="266766" y="1615899"/>
                  <a:pt x="261718" y="1584371"/>
                </a:cubicBezTo>
                <a:cubicBezTo>
                  <a:pt x="259051" y="1567416"/>
                  <a:pt x="259336" y="1550938"/>
                  <a:pt x="260384" y="1533698"/>
                </a:cubicBezTo>
                <a:cubicBezTo>
                  <a:pt x="260956" y="1524363"/>
                  <a:pt x="263527" y="1519410"/>
                  <a:pt x="265718" y="1510743"/>
                </a:cubicBezTo>
                <a:cubicBezTo>
                  <a:pt x="266575" y="1507504"/>
                  <a:pt x="264670" y="1504456"/>
                  <a:pt x="266099" y="1501122"/>
                </a:cubicBezTo>
                <a:cubicBezTo>
                  <a:pt x="267814" y="1497027"/>
                  <a:pt x="273814" y="1491502"/>
                  <a:pt x="274862" y="1488264"/>
                </a:cubicBezTo>
                <a:cubicBezTo>
                  <a:pt x="278291" y="1477310"/>
                  <a:pt x="278863" y="1484454"/>
                  <a:pt x="265909" y="1477596"/>
                </a:cubicBezTo>
                <a:cubicBezTo>
                  <a:pt x="258955" y="1473881"/>
                  <a:pt x="253717" y="1469595"/>
                  <a:pt x="247716" y="1464165"/>
                </a:cubicBezTo>
                <a:cubicBezTo>
                  <a:pt x="234857" y="1452640"/>
                  <a:pt x="216950" y="1447306"/>
                  <a:pt x="206949" y="1431209"/>
                </a:cubicBezTo>
                <a:cubicBezTo>
                  <a:pt x="196567" y="1414635"/>
                  <a:pt x="193804" y="1387680"/>
                  <a:pt x="204663" y="1370725"/>
                </a:cubicBezTo>
                <a:cubicBezTo>
                  <a:pt x="210378" y="1361772"/>
                  <a:pt x="221236" y="1353771"/>
                  <a:pt x="230952" y="1349484"/>
                </a:cubicBezTo>
                <a:cubicBezTo>
                  <a:pt x="235714" y="1347389"/>
                  <a:pt x="260194" y="1345674"/>
                  <a:pt x="261718" y="1341388"/>
                </a:cubicBezTo>
                <a:cubicBezTo>
                  <a:pt x="262099" y="1340340"/>
                  <a:pt x="241620" y="1322433"/>
                  <a:pt x="239810" y="1319195"/>
                </a:cubicBezTo>
                <a:cubicBezTo>
                  <a:pt x="232190" y="1306146"/>
                  <a:pt x="229904" y="1289763"/>
                  <a:pt x="235048" y="1275380"/>
                </a:cubicBezTo>
                <a:cubicBezTo>
                  <a:pt x="239620" y="1262807"/>
                  <a:pt x="248954" y="1254901"/>
                  <a:pt x="261146" y="1249567"/>
                </a:cubicBezTo>
                <a:cubicBezTo>
                  <a:pt x="265623" y="1247662"/>
                  <a:pt x="296579" y="1245186"/>
                  <a:pt x="297341" y="1242328"/>
                </a:cubicBezTo>
                <a:cubicBezTo>
                  <a:pt x="298294" y="1238804"/>
                  <a:pt x="287149" y="1228612"/>
                  <a:pt x="285244" y="1224897"/>
                </a:cubicBezTo>
                <a:cubicBezTo>
                  <a:pt x="280958" y="1216801"/>
                  <a:pt x="278672" y="1207943"/>
                  <a:pt x="278482" y="1198799"/>
                </a:cubicBezTo>
                <a:moveTo>
                  <a:pt x="432882" y="1277666"/>
                </a:moveTo>
                <a:cubicBezTo>
                  <a:pt x="431739" y="1277094"/>
                  <a:pt x="430596" y="1276809"/>
                  <a:pt x="429358" y="1276713"/>
                </a:cubicBezTo>
                <a:cubicBezTo>
                  <a:pt x="430405" y="1277380"/>
                  <a:pt x="431548" y="1277571"/>
                  <a:pt x="432787" y="1277285"/>
                </a:cubicBezTo>
                <a:lnTo>
                  <a:pt x="432787" y="1277666"/>
                </a:lnTo>
                <a:close/>
                <a:moveTo>
                  <a:pt x="300580" y="1504837"/>
                </a:moveTo>
                <a:cubicBezTo>
                  <a:pt x="295055" y="1506933"/>
                  <a:pt x="291245" y="1510552"/>
                  <a:pt x="288959" y="1515791"/>
                </a:cubicBezTo>
                <a:cubicBezTo>
                  <a:pt x="289435" y="1518839"/>
                  <a:pt x="291436" y="1520172"/>
                  <a:pt x="294960" y="1519506"/>
                </a:cubicBezTo>
                <a:cubicBezTo>
                  <a:pt x="298103" y="1520934"/>
                  <a:pt x="298770" y="1523125"/>
                  <a:pt x="296770" y="1526078"/>
                </a:cubicBezTo>
                <a:cubicBezTo>
                  <a:pt x="292198" y="1527316"/>
                  <a:pt x="289435" y="1529983"/>
                  <a:pt x="288483" y="1533984"/>
                </a:cubicBezTo>
                <a:cubicBezTo>
                  <a:pt x="290578" y="1537603"/>
                  <a:pt x="298008" y="1529888"/>
                  <a:pt x="300675" y="1535793"/>
                </a:cubicBezTo>
                <a:cubicBezTo>
                  <a:pt x="302770" y="1540365"/>
                  <a:pt x="290674" y="1549224"/>
                  <a:pt x="293912" y="1553986"/>
                </a:cubicBezTo>
                <a:cubicBezTo>
                  <a:pt x="294674" y="1555224"/>
                  <a:pt x="307723" y="1549319"/>
                  <a:pt x="309724" y="1549795"/>
                </a:cubicBezTo>
                <a:lnTo>
                  <a:pt x="309724" y="1549795"/>
                </a:lnTo>
                <a:cubicBezTo>
                  <a:pt x="307438" y="1552653"/>
                  <a:pt x="300103" y="1559320"/>
                  <a:pt x="299627" y="1563606"/>
                </a:cubicBezTo>
                <a:cubicBezTo>
                  <a:pt x="299246" y="1567131"/>
                  <a:pt x="304771" y="1567035"/>
                  <a:pt x="304580" y="1569036"/>
                </a:cubicBezTo>
                <a:cubicBezTo>
                  <a:pt x="304485" y="1570274"/>
                  <a:pt x="298008" y="1583037"/>
                  <a:pt x="299056" y="1585704"/>
                </a:cubicBezTo>
                <a:cubicBezTo>
                  <a:pt x="302961" y="1595325"/>
                  <a:pt x="322201" y="1551891"/>
                  <a:pt x="315153" y="1588943"/>
                </a:cubicBezTo>
                <a:cubicBezTo>
                  <a:pt x="314581" y="1591896"/>
                  <a:pt x="305342" y="1618185"/>
                  <a:pt x="310581" y="1620756"/>
                </a:cubicBezTo>
                <a:cubicBezTo>
                  <a:pt x="315058" y="1622947"/>
                  <a:pt x="318772" y="1608850"/>
                  <a:pt x="322678" y="1611898"/>
                </a:cubicBezTo>
                <a:cubicBezTo>
                  <a:pt x="327154" y="1615422"/>
                  <a:pt x="313438" y="1630281"/>
                  <a:pt x="320868" y="1631615"/>
                </a:cubicBezTo>
                <a:cubicBezTo>
                  <a:pt x="327345" y="1632758"/>
                  <a:pt x="329345" y="1611612"/>
                  <a:pt x="338394" y="1617232"/>
                </a:cubicBezTo>
                <a:cubicBezTo>
                  <a:pt x="346681" y="1622376"/>
                  <a:pt x="336298" y="1630853"/>
                  <a:pt x="335917" y="1638568"/>
                </a:cubicBezTo>
                <a:cubicBezTo>
                  <a:pt x="334679" y="1664095"/>
                  <a:pt x="363826" y="1658380"/>
                  <a:pt x="380780" y="1653808"/>
                </a:cubicBezTo>
                <a:cubicBezTo>
                  <a:pt x="430310" y="1640378"/>
                  <a:pt x="448027" y="1588848"/>
                  <a:pt x="453742" y="1542651"/>
                </a:cubicBezTo>
                <a:cubicBezTo>
                  <a:pt x="456885" y="1516934"/>
                  <a:pt x="439454" y="1522935"/>
                  <a:pt x="417356" y="1516934"/>
                </a:cubicBezTo>
                <a:cubicBezTo>
                  <a:pt x="393925" y="1510552"/>
                  <a:pt x="371350" y="1502265"/>
                  <a:pt x="347633" y="1496931"/>
                </a:cubicBezTo>
                <a:cubicBezTo>
                  <a:pt x="342871" y="1495884"/>
                  <a:pt x="285530" y="1482549"/>
                  <a:pt x="291150" y="1496550"/>
                </a:cubicBezTo>
                <a:cubicBezTo>
                  <a:pt x="293722" y="1503027"/>
                  <a:pt x="303532" y="1493788"/>
                  <a:pt x="305914" y="1499217"/>
                </a:cubicBezTo>
                <a:cubicBezTo>
                  <a:pt x="307533" y="1502932"/>
                  <a:pt x="302866" y="1513505"/>
                  <a:pt x="298484" y="1511981"/>
                </a:cubicBezTo>
                <a:cubicBezTo>
                  <a:pt x="297246" y="1509504"/>
                  <a:pt x="297913" y="1507028"/>
                  <a:pt x="300294" y="1504647"/>
                </a:cubicBezTo>
                <a:lnTo>
                  <a:pt x="300770" y="1505123"/>
                </a:lnTo>
                <a:lnTo>
                  <a:pt x="300484" y="1504647"/>
                </a:lnTo>
                <a:close/>
                <a:moveTo>
                  <a:pt x="259432" y="1271284"/>
                </a:moveTo>
                <a:lnTo>
                  <a:pt x="258860" y="1271284"/>
                </a:lnTo>
                <a:cubicBezTo>
                  <a:pt x="258860" y="1271284"/>
                  <a:pt x="259622" y="1271379"/>
                  <a:pt x="259622" y="1271379"/>
                </a:cubicBezTo>
                <a:cubicBezTo>
                  <a:pt x="261527" y="1274332"/>
                  <a:pt x="263813" y="1277094"/>
                  <a:pt x="266385" y="1279476"/>
                </a:cubicBezTo>
                <a:cubicBezTo>
                  <a:pt x="266671" y="1283571"/>
                  <a:pt x="266385" y="1287667"/>
                  <a:pt x="265813" y="1291668"/>
                </a:cubicBezTo>
                <a:cubicBezTo>
                  <a:pt x="266861" y="1299097"/>
                  <a:pt x="264766" y="1302812"/>
                  <a:pt x="269338" y="1308622"/>
                </a:cubicBezTo>
                <a:cubicBezTo>
                  <a:pt x="275624" y="1316718"/>
                  <a:pt x="296484" y="1329958"/>
                  <a:pt x="306009" y="1330244"/>
                </a:cubicBezTo>
                <a:cubicBezTo>
                  <a:pt x="308676" y="1330244"/>
                  <a:pt x="316201" y="1327291"/>
                  <a:pt x="320868" y="1327386"/>
                </a:cubicBezTo>
                <a:cubicBezTo>
                  <a:pt x="327440" y="1327386"/>
                  <a:pt x="331441" y="1329101"/>
                  <a:pt x="337251" y="1331006"/>
                </a:cubicBezTo>
                <a:cubicBezTo>
                  <a:pt x="345728" y="1333863"/>
                  <a:pt x="378875" y="1356819"/>
                  <a:pt x="384209" y="1354723"/>
                </a:cubicBezTo>
                <a:cubicBezTo>
                  <a:pt x="389448" y="1352723"/>
                  <a:pt x="377827" y="1348151"/>
                  <a:pt x="389638" y="1347103"/>
                </a:cubicBezTo>
                <a:cubicBezTo>
                  <a:pt x="386209" y="1347389"/>
                  <a:pt x="410498" y="1351485"/>
                  <a:pt x="410022" y="1351389"/>
                </a:cubicBezTo>
                <a:cubicBezTo>
                  <a:pt x="426691" y="1356438"/>
                  <a:pt x="446312" y="1369392"/>
                  <a:pt x="461266" y="1379774"/>
                </a:cubicBezTo>
                <a:cubicBezTo>
                  <a:pt x="462409" y="1367677"/>
                  <a:pt x="430596" y="1354818"/>
                  <a:pt x="461457" y="1365391"/>
                </a:cubicBezTo>
                <a:cubicBezTo>
                  <a:pt x="464219" y="1366058"/>
                  <a:pt x="466791" y="1365201"/>
                  <a:pt x="468982" y="1362915"/>
                </a:cubicBezTo>
                <a:cubicBezTo>
                  <a:pt x="473935" y="1365201"/>
                  <a:pt x="478411" y="1368153"/>
                  <a:pt x="482317" y="1371963"/>
                </a:cubicBezTo>
                <a:cubicBezTo>
                  <a:pt x="490318" y="1377488"/>
                  <a:pt x="496890" y="1385108"/>
                  <a:pt x="506701" y="1384251"/>
                </a:cubicBezTo>
                <a:cubicBezTo>
                  <a:pt x="512416" y="1383774"/>
                  <a:pt x="511654" y="1377583"/>
                  <a:pt x="518607" y="1377202"/>
                </a:cubicBezTo>
                <a:cubicBezTo>
                  <a:pt x="525274" y="1380822"/>
                  <a:pt x="531847" y="1384536"/>
                  <a:pt x="538419" y="1388251"/>
                </a:cubicBezTo>
                <a:cubicBezTo>
                  <a:pt x="542515" y="1391871"/>
                  <a:pt x="546896" y="1392252"/>
                  <a:pt x="551563" y="1389394"/>
                </a:cubicBezTo>
                <a:cubicBezTo>
                  <a:pt x="557945" y="1390442"/>
                  <a:pt x="602332" y="1401205"/>
                  <a:pt x="601855" y="1405301"/>
                </a:cubicBezTo>
                <a:cubicBezTo>
                  <a:pt x="600808" y="1413588"/>
                  <a:pt x="538609" y="1394061"/>
                  <a:pt x="564422" y="1416255"/>
                </a:cubicBezTo>
                <a:cubicBezTo>
                  <a:pt x="581853" y="1431209"/>
                  <a:pt x="618238" y="1403967"/>
                  <a:pt x="629764" y="1390156"/>
                </a:cubicBezTo>
                <a:cubicBezTo>
                  <a:pt x="662720" y="1350913"/>
                  <a:pt x="552421" y="1329958"/>
                  <a:pt x="529751" y="1321671"/>
                </a:cubicBezTo>
                <a:cubicBezTo>
                  <a:pt x="485079" y="1305288"/>
                  <a:pt x="437835" y="1299478"/>
                  <a:pt x="392591" y="1284905"/>
                </a:cubicBezTo>
                <a:cubicBezTo>
                  <a:pt x="370969" y="1277952"/>
                  <a:pt x="350110" y="1275094"/>
                  <a:pt x="328964" y="1269379"/>
                </a:cubicBezTo>
                <a:cubicBezTo>
                  <a:pt x="311533" y="1264617"/>
                  <a:pt x="273624" y="1249567"/>
                  <a:pt x="259432" y="1271189"/>
                </a:cubicBezTo>
                <a:moveTo>
                  <a:pt x="487365" y="1492550"/>
                </a:moveTo>
                <a:lnTo>
                  <a:pt x="487365" y="1492550"/>
                </a:lnTo>
                <a:cubicBezTo>
                  <a:pt x="484317" y="1504932"/>
                  <a:pt x="490984" y="1499979"/>
                  <a:pt x="497557" y="1502456"/>
                </a:cubicBezTo>
                <a:cubicBezTo>
                  <a:pt x="496318" y="1501980"/>
                  <a:pt x="505081" y="1501027"/>
                  <a:pt x="506415" y="1501027"/>
                </a:cubicBezTo>
                <a:cubicBezTo>
                  <a:pt x="513082" y="1501599"/>
                  <a:pt x="516321" y="1509028"/>
                  <a:pt x="525179" y="1508838"/>
                </a:cubicBezTo>
                <a:cubicBezTo>
                  <a:pt x="517654" y="1500360"/>
                  <a:pt x="511463" y="1498074"/>
                  <a:pt x="518893" y="1490740"/>
                </a:cubicBezTo>
                <a:cubicBezTo>
                  <a:pt x="521464" y="1488168"/>
                  <a:pt x="540324" y="1484835"/>
                  <a:pt x="544420" y="1484168"/>
                </a:cubicBezTo>
                <a:cubicBezTo>
                  <a:pt x="550325" y="1483215"/>
                  <a:pt x="564327" y="1481787"/>
                  <a:pt x="567089" y="1489026"/>
                </a:cubicBezTo>
                <a:cubicBezTo>
                  <a:pt x="570709" y="1498836"/>
                  <a:pt x="555564" y="1496169"/>
                  <a:pt x="555850" y="1499789"/>
                </a:cubicBezTo>
                <a:cubicBezTo>
                  <a:pt x="556231" y="1505313"/>
                  <a:pt x="591378" y="1491407"/>
                  <a:pt x="594140" y="1487216"/>
                </a:cubicBezTo>
                <a:cubicBezTo>
                  <a:pt x="610618" y="1462165"/>
                  <a:pt x="576233" y="1444258"/>
                  <a:pt x="560707" y="1433304"/>
                </a:cubicBezTo>
                <a:cubicBezTo>
                  <a:pt x="521083" y="1405206"/>
                  <a:pt x="468791" y="1399300"/>
                  <a:pt x="421642" y="1388537"/>
                </a:cubicBezTo>
                <a:cubicBezTo>
                  <a:pt x="394496" y="1382346"/>
                  <a:pt x="366493" y="1381012"/>
                  <a:pt x="339156" y="1375583"/>
                </a:cubicBezTo>
                <a:cubicBezTo>
                  <a:pt x="315439" y="1370916"/>
                  <a:pt x="294293" y="1363867"/>
                  <a:pt x="269719" y="1364343"/>
                </a:cubicBezTo>
                <a:cubicBezTo>
                  <a:pt x="248287" y="1364724"/>
                  <a:pt x="219046" y="1361010"/>
                  <a:pt x="212378" y="1388346"/>
                </a:cubicBezTo>
                <a:cubicBezTo>
                  <a:pt x="210568" y="1395871"/>
                  <a:pt x="225237" y="1445782"/>
                  <a:pt x="236191" y="1435400"/>
                </a:cubicBezTo>
                <a:cubicBezTo>
                  <a:pt x="238953" y="1432733"/>
                  <a:pt x="210473" y="1390537"/>
                  <a:pt x="236953" y="1408254"/>
                </a:cubicBezTo>
                <a:cubicBezTo>
                  <a:pt x="227142" y="1401681"/>
                  <a:pt x="245049" y="1421970"/>
                  <a:pt x="242382" y="1418445"/>
                </a:cubicBezTo>
                <a:cubicBezTo>
                  <a:pt x="242763" y="1418922"/>
                  <a:pt x="247049" y="1416540"/>
                  <a:pt x="248478" y="1419017"/>
                </a:cubicBezTo>
                <a:cubicBezTo>
                  <a:pt x="252764" y="1426256"/>
                  <a:pt x="250478" y="1436733"/>
                  <a:pt x="259527" y="1440924"/>
                </a:cubicBezTo>
                <a:lnTo>
                  <a:pt x="259051" y="1441115"/>
                </a:lnTo>
                <a:lnTo>
                  <a:pt x="259336" y="1441115"/>
                </a:lnTo>
                <a:cubicBezTo>
                  <a:pt x="254002" y="1427494"/>
                  <a:pt x="262956" y="1424732"/>
                  <a:pt x="274862" y="1432066"/>
                </a:cubicBezTo>
                <a:cubicBezTo>
                  <a:pt x="279434" y="1434828"/>
                  <a:pt x="280863" y="1443115"/>
                  <a:pt x="285244" y="1445211"/>
                </a:cubicBezTo>
                <a:cubicBezTo>
                  <a:pt x="288673" y="1446830"/>
                  <a:pt x="290293" y="1442734"/>
                  <a:pt x="291245" y="1443115"/>
                </a:cubicBezTo>
                <a:cubicBezTo>
                  <a:pt x="297341" y="1445687"/>
                  <a:pt x="301913" y="1449878"/>
                  <a:pt x="309152" y="1454736"/>
                </a:cubicBezTo>
                <a:cubicBezTo>
                  <a:pt x="318201" y="1460832"/>
                  <a:pt x="329631" y="1459593"/>
                  <a:pt x="338680" y="1462260"/>
                </a:cubicBezTo>
                <a:cubicBezTo>
                  <a:pt x="360111" y="1468737"/>
                  <a:pt x="382399" y="1479882"/>
                  <a:pt x="407260" y="1480263"/>
                </a:cubicBezTo>
                <a:cubicBezTo>
                  <a:pt x="435168" y="1480739"/>
                  <a:pt x="460314" y="1486263"/>
                  <a:pt x="487270" y="1492550"/>
                </a:cubicBezTo>
                <a:moveTo>
                  <a:pt x="545563" y="1178796"/>
                </a:moveTo>
                <a:lnTo>
                  <a:pt x="545563" y="1178796"/>
                </a:lnTo>
                <a:cubicBezTo>
                  <a:pt x="553468" y="1172605"/>
                  <a:pt x="556802" y="1159080"/>
                  <a:pt x="561565" y="1150602"/>
                </a:cubicBezTo>
                <a:cubicBezTo>
                  <a:pt x="568232" y="1138696"/>
                  <a:pt x="576424" y="1128314"/>
                  <a:pt x="584329" y="1117265"/>
                </a:cubicBezTo>
                <a:cubicBezTo>
                  <a:pt x="596902" y="1099739"/>
                  <a:pt x="613381" y="1082213"/>
                  <a:pt x="623001" y="1062972"/>
                </a:cubicBezTo>
                <a:cubicBezTo>
                  <a:pt x="633955" y="1040874"/>
                  <a:pt x="642337" y="1020015"/>
                  <a:pt x="655767" y="999155"/>
                </a:cubicBezTo>
                <a:cubicBezTo>
                  <a:pt x="662815" y="988201"/>
                  <a:pt x="688819" y="960483"/>
                  <a:pt x="683580" y="948101"/>
                </a:cubicBezTo>
                <a:cubicBezTo>
                  <a:pt x="681865" y="944005"/>
                  <a:pt x="657005" y="935433"/>
                  <a:pt x="651957" y="930480"/>
                </a:cubicBezTo>
                <a:cubicBezTo>
                  <a:pt x="645670" y="924288"/>
                  <a:pt x="642813" y="910001"/>
                  <a:pt x="637003" y="905524"/>
                </a:cubicBezTo>
                <a:cubicBezTo>
                  <a:pt x="623477" y="895332"/>
                  <a:pt x="595474" y="903714"/>
                  <a:pt x="577281" y="896475"/>
                </a:cubicBezTo>
                <a:cubicBezTo>
                  <a:pt x="568708" y="893046"/>
                  <a:pt x="559660" y="885045"/>
                  <a:pt x="550039" y="885903"/>
                </a:cubicBezTo>
                <a:cubicBezTo>
                  <a:pt x="541562" y="886760"/>
                  <a:pt x="532894" y="896856"/>
                  <a:pt x="524512" y="899428"/>
                </a:cubicBezTo>
                <a:cubicBezTo>
                  <a:pt x="512320" y="903238"/>
                  <a:pt x="474982" y="886950"/>
                  <a:pt x="470125" y="891237"/>
                </a:cubicBezTo>
                <a:cubicBezTo>
                  <a:pt x="465457" y="906762"/>
                  <a:pt x="470125" y="927622"/>
                  <a:pt x="469363" y="944196"/>
                </a:cubicBezTo>
                <a:cubicBezTo>
                  <a:pt x="468410" y="963246"/>
                  <a:pt x="468886" y="982010"/>
                  <a:pt x="468601" y="1001060"/>
                </a:cubicBezTo>
                <a:cubicBezTo>
                  <a:pt x="468124" y="1035826"/>
                  <a:pt x="464314" y="1070497"/>
                  <a:pt x="462409" y="1105168"/>
                </a:cubicBezTo>
                <a:cubicBezTo>
                  <a:pt x="461266" y="1125742"/>
                  <a:pt x="448122" y="1181940"/>
                  <a:pt x="462409" y="1196894"/>
                </a:cubicBezTo>
                <a:cubicBezTo>
                  <a:pt x="466696" y="1201371"/>
                  <a:pt x="519845" y="1212705"/>
                  <a:pt x="526798" y="1210515"/>
                </a:cubicBezTo>
                <a:cubicBezTo>
                  <a:pt x="534609" y="1208038"/>
                  <a:pt x="544896" y="1186512"/>
                  <a:pt x="545658" y="1178796"/>
                </a:cubicBezTo>
                <a:moveTo>
                  <a:pt x="560898" y="403176"/>
                </a:moveTo>
                <a:cubicBezTo>
                  <a:pt x="542705" y="413653"/>
                  <a:pt x="528989" y="426036"/>
                  <a:pt x="515749" y="439085"/>
                </a:cubicBezTo>
                <a:cubicBezTo>
                  <a:pt x="501271" y="453468"/>
                  <a:pt x="481364" y="460516"/>
                  <a:pt x="467077" y="475375"/>
                </a:cubicBezTo>
                <a:cubicBezTo>
                  <a:pt x="450027" y="492996"/>
                  <a:pt x="429453" y="507474"/>
                  <a:pt x="417451" y="528810"/>
                </a:cubicBezTo>
                <a:cubicBezTo>
                  <a:pt x="406117" y="548813"/>
                  <a:pt x="391924" y="566625"/>
                  <a:pt x="381066" y="587199"/>
                </a:cubicBezTo>
                <a:cubicBezTo>
                  <a:pt x="383638" y="597295"/>
                  <a:pt x="371827" y="610440"/>
                  <a:pt x="367064" y="618345"/>
                </a:cubicBezTo>
                <a:cubicBezTo>
                  <a:pt x="358111" y="633204"/>
                  <a:pt x="348967" y="653302"/>
                  <a:pt x="343347" y="669590"/>
                </a:cubicBezTo>
                <a:cubicBezTo>
                  <a:pt x="331441" y="703785"/>
                  <a:pt x="328964" y="740361"/>
                  <a:pt x="332012" y="776175"/>
                </a:cubicBezTo>
                <a:cubicBezTo>
                  <a:pt x="335251" y="814560"/>
                  <a:pt x="335917" y="853137"/>
                  <a:pt x="344871" y="890760"/>
                </a:cubicBezTo>
                <a:cubicBezTo>
                  <a:pt x="351729" y="919335"/>
                  <a:pt x="359825" y="947720"/>
                  <a:pt x="367350" y="975819"/>
                </a:cubicBezTo>
                <a:cubicBezTo>
                  <a:pt x="377542" y="1013633"/>
                  <a:pt x="392020" y="1053828"/>
                  <a:pt x="386209" y="1093643"/>
                </a:cubicBezTo>
                <a:cubicBezTo>
                  <a:pt x="384400" y="1105835"/>
                  <a:pt x="381066" y="1124885"/>
                  <a:pt x="374970" y="1135458"/>
                </a:cubicBezTo>
                <a:cubicBezTo>
                  <a:pt x="369826" y="1144411"/>
                  <a:pt x="352681" y="1155651"/>
                  <a:pt x="354205" y="1166700"/>
                </a:cubicBezTo>
                <a:cubicBezTo>
                  <a:pt x="356110" y="1180416"/>
                  <a:pt x="384209" y="1182130"/>
                  <a:pt x="393258" y="1183559"/>
                </a:cubicBezTo>
                <a:cubicBezTo>
                  <a:pt x="405355" y="1185464"/>
                  <a:pt x="429453" y="1197751"/>
                  <a:pt x="441073" y="1194132"/>
                </a:cubicBezTo>
                <a:cubicBezTo>
                  <a:pt x="458028" y="1188798"/>
                  <a:pt x="451837" y="1140696"/>
                  <a:pt x="452789" y="1123266"/>
                </a:cubicBezTo>
                <a:cubicBezTo>
                  <a:pt x="456123" y="1061639"/>
                  <a:pt x="457361" y="1000965"/>
                  <a:pt x="458218" y="939433"/>
                </a:cubicBezTo>
                <a:cubicBezTo>
                  <a:pt x="458409" y="928098"/>
                  <a:pt x="447265" y="850089"/>
                  <a:pt x="456218" y="845136"/>
                </a:cubicBezTo>
                <a:cubicBezTo>
                  <a:pt x="464981" y="840278"/>
                  <a:pt x="469077" y="861995"/>
                  <a:pt x="472411" y="867615"/>
                </a:cubicBezTo>
                <a:cubicBezTo>
                  <a:pt x="480031" y="880378"/>
                  <a:pt x="489270" y="885903"/>
                  <a:pt x="504700" y="887617"/>
                </a:cubicBezTo>
                <a:cubicBezTo>
                  <a:pt x="516416" y="888855"/>
                  <a:pt x="539276" y="883617"/>
                  <a:pt x="541943" y="870186"/>
                </a:cubicBezTo>
                <a:cubicBezTo>
                  <a:pt x="543562" y="861900"/>
                  <a:pt x="534228" y="848279"/>
                  <a:pt x="533371" y="839325"/>
                </a:cubicBezTo>
                <a:cubicBezTo>
                  <a:pt x="531561" y="821037"/>
                  <a:pt x="530608" y="777984"/>
                  <a:pt x="551373" y="770174"/>
                </a:cubicBezTo>
                <a:cubicBezTo>
                  <a:pt x="583282" y="758268"/>
                  <a:pt x="588616" y="802178"/>
                  <a:pt x="586806" y="822276"/>
                </a:cubicBezTo>
                <a:cubicBezTo>
                  <a:pt x="585282" y="839992"/>
                  <a:pt x="577281" y="848279"/>
                  <a:pt x="570423" y="863233"/>
                </a:cubicBezTo>
                <a:cubicBezTo>
                  <a:pt x="564136" y="877140"/>
                  <a:pt x="565660" y="879235"/>
                  <a:pt x="583567" y="885331"/>
                </a:cubicBezTo>
                <a:cubicBezTo>
                  <a:pt x="593283" y="888665"/>
                  <a:pt x="620524" y="896094"/>
                  <a:pt x="628716" y="888855"/>
                </a:cubicBezTo>
                <a:cubicBezTo>
                  <a:pt x="636622" y="881997"/>
                  <a:pt x="633955" y="865233"/>
                  <a:pt x="635479" y="855613"/>
                </a:cubicBezTo>
                <a:cubicBezTo>
                  <a:pt x="638527" y="837135"/>
                  <a:pt x="646242" y="794558"/>
                  <a:pt x="675674" y="804369"/>
                </a:cubicBezTo>
                <a:cubicBezTo>
                  <a:pt x="704821" y="814084"/>
                  <a:pt x="682151" y="866472"/>
                  <a:pt x="668435" y="881045"/>
                </a:cubicBezTo>
                <a:cubicBezTo>
                  <a:pt x="657100" y="893046"/>
                  <a:pt x="643194" y="895904"/>
                  <a:pt x="654910" y="913906"/>
                </a:cubicBezTo>
                <a:cubicBezTo>
                  <a:pt x="659958" y="921526"/>
                  <a:pt x="681199" y="936957"/>
                  <a:pt x="691962" y="934575"/>
                </a:cubicBezTo>
                <a:cubicBezTo>
                  <a:pt x="705106" y="931718"/>
                  <a:pt x="697486" y="915621"/>
                  <a:pt x="705011" y="914382"/>
                </a:cubicBezTo>
                <a:cubicBezTo>
                  <a:pt x="722156" y="911620"/>
                  <a:pt x="711298" y="937338"/>
                  <a:pt x="708631" y="942386"/>
                </a:cubicBezTo>
                <a:cubicBezTo>
                  <a:pt x="695486" y="968008"/>
                  <a:pt x="675007" y="992392"/>
                  <a:pt x="659291" y="1017252"/>
                </a:cubicBezTo>
                <a:cubicBezTo>
                  <a:pt x="639860" y="1047923"/>
                  <a:pt x="626811" y="1079260"/>
                  <a:pt x="605284" y="1108978"/>
                </a:cubicBezTo>
                <a:cubicBezTo>
                  <a:pt x="586044" y="1135553"/>
                  <a:pt x="560041" y="1168128"/>
                  <a:pt x="547849" y="1198704"/>
                </a:cubicBezTo>
                <a:cubicBezTo>
                  <a:pt x="540324" y="1217658"/>
                  <a:pt x="551182" y="1215277"/>
                  <a:pt x="567946" y="1219278"/>
                </a:cubicBezTo>
                <a:cubicBezTo>
                  <a:pt x="577662" y="1221659"/>
                  <a:pt x="607285" y="1239947"/>
                  <a:pt x="615000" y="1237851"/>
                </a:cubicBezTo>
                <a:cubicBezTo>
                  <a:pt x="631573" y="1233375"/>
                  <a:pt x="617762" y="1175082"/>
                  <a:pt x="622525" y="1163937"/>
                </a:cubicBezTo>
                <a:cubicBezTo>
                  <a:pt x="628049" y="1151079"/>
                  <a:pt x="640241" y="1152126"/>
                  <a:pt x="650814" y="1144983"/>
                </a:cubicBezTo>
                <a:cubicBezTo>
                  <a:pt x="664054" y="1135934"/>
                  <a:pt x="672531" y="1119932"/>
                  <a:pt x="683008" y="1107740"/>
                </a:cubicBezTo>
                <a:cubicBezTo>
                  <a:pt x="704344" y="1082880"/>
                  <a:pt x="733205" y="1065449"/>
                  <a:pt x="759304" y="1045923"/>
                </a:cubicBezTo>
                <a:cubicBezTo>
                  <a:pt x="807786" y="1009728"/>
                  <a:pt x="855887" y="969532"/>
                  <a:pt x="899988" y="928289"/>
                </a:cubicBezTo>
                <a:cubicBezTo>
                  <a:pt x="949899" y="881616"/>
                  <a:pt x="991237" y="826276"/>
                  <a:pt x="1001810" y="756744"/>
                </a:cubicBezTo>
                <a:cubicBezTo>
                  <a:pt x="1007049" y="722549"/>
                  <a:pt x="1011716" y="687306"/>
                  <a:pt x="1009716" y="652731"/>
                </a:cubicBezTo>
                <a:cubicBezTo>
                  <a:pt x="1008287" y="627013"/>
                  <a:pt x="1000000" y="601867"/>
                  <a:pt x="991714" y="577483"/>
                </a:cubicBezTo>
                <a:cubicBezTo>
                  <a:pt x="972187" y="519857"/>
                  <a:pt x="929801" y="481185"/>
                  <a:pt x="886081" y="441752"/>
                </a:cubicBezTo>
                <a:cubicBezTo>
                  <a:pt x="836361" y="396794"/>
                  <a:pt x="784831" y="359075"/>
                  <a:pt x="714250" y="360123"/>
                </a:cubicBezTo>
                <a:cubicBezTo>
                  <a:pt x="688723" y="360504"/>
                  <a:pt x="653481" y="363742"/>
                  <a:pt x="629192" y="371457"/>
                </a:cubicBezTo>
                <a:cubicBezTo>
                  <a:pt x="614238" y="376220"/>
                  <a:pt x="593283" y="381459"/>
                  <a:pt x="580424" y="390698"/>
                </a:cubicBezTo>
                <a:cubicBezTo>
                  <a:pt x="576424" y="393555"/>
                  <a:pt x="565184" y="413272"/>
                  <a:pt x="559850" y="408700"/>
                </a:cubicBezTo>
                <a:cubicBezTo>
                  <a:pt x="558898" y="406700"/>
                  <a:pt x="559183" y="404795"/>
                  <a:pt x="560612" y="402985"/>
                </a:cubicBezTo>
                <a:lnTo>
                  <a:pt x="560612" y="403176"/>
                </a:lnTo>
                <a:close/>
                <a:moveTo>
                  <a:pt x="422404" y="1263378"/>
                </a:moveTo>
                <a:cubicBezTo>
                  <a:pt x="418880" y="1243281"/>
                  <a:pt x="447169" y="1270332"/>
                  <a:pt x="454885" y="1271379"/>
                </a:cubicBezTo>
                <a:cubicBezTo>
                  <a:pt x="469744" y="1273380"/>
                  <a:pt x="472125" y="1272332"/>
                  <a:pt x="487651" y="1280809"/>
                </a:cubicBezTo>
                <a:cubicBezTo>
                  <a:pt x="499747" y="1287477"/>
                  <a:pt x="511368" y="1288715"/>
                  <a:pt x="523655" y="1294335"/>
                </a:cubicBezTo>
                <a:cubicBezTo>
                  <a:pt x="530513" y="1297478"/>
                  <a:pt x="539657" y="1302526"/>
                  <a:pt x="547372" y="1303574"/>
                </a:cubicBezTo>
                <a:cubicBezTo>
                  <a:pt x="552802" y="1304241"/>
                  <a:pt x="557755" y="1301859"/>
                  <a:pt x="562898" y="1302526"/>
                </a:cubicBezTo>
                <a:cubicBezTo>
                  <a:pt x="583948" y="1305098"/>
                  <a:pt x="612142" y="1327005"/>
                  <a:pt x="633574" y="1312242"/>
                </a:cubicBezTo>
                <a:cubicBezTo>
                  <a:pt x="661101" y="1293287"/>
                  <a:pt x="621382" y="1255092"/>
                  <a:pt x="603284" y="1246043"/>
                </a:cubicBezTo>
                <a:cubicBezTo>
                  <a:pt x="570328" y="1229660"/>
                  <a:pt x="530513" y="1226993"/>
                  <a:pt x="495175" y="1218325"/>
                </a:cubicBezTo>
                <a:cubicBezTo>
                  <a:pt x="485746" y="1216039"/>
                  <a:pt x="475744" y="1212801"/>
                  <a:pt x="466029" y="1212134"/>
                </a:cubicBezTo>
                <a:cubicBezTo>
                  <a:pt x="462695" y="1211848"/>
                  <a:pt x="456028" y="1215753"/>
                  <a:pt x="453551" y="1215182"/>
                </a:cubicBezTo>
                <a:cubicBezTo>
                  <a:pt x="440216" y="1212134"/>
                  <a:pt x="426786" y="1203847"/>
                  <a:pt x="412213" y="1200990"/>
                </a:cubicBezTo>
                <a:cubicBezTo>
                  <a:pt x="396973" y="1197942"/>
                  <a:pt x="301532" y="1174129"/>
                  <a:pt x="299437" y="1197465"/>
                </a:cubicBezTo>
                <a:cubicBezTo>
                  <a:pt x="298484" y="1207848"/>
                  <a:pt x="315820" y="1215849"/>
                  <a:pt x="323916" y="1220992"/>
                </a:cubicBezTo>
                <a:cubicBezTo>
                  <a:pt x="337727" y="1229755"/>
                  <a:pt x="350872" y="1242995"/>
                  <a:pt x="366207" y="1248615"/>
                </a:cubicBezTo>
                <a:cubicBezTo>
                  <a:pt x="371731" y="1227755"/>
                  <a:pt x="410498" y="1260235"/>
                  <a:pt x="422500" y="1263378"/>
                </a:cubicBezTo>
                <a:moveTo>
                  <a:pt x="553278" y="860471"/>
                </a:moveTo>
                <a:cubicBezTo>
                  <a:pt x="568994" y="854661"/>
                  <a:pt x="574519" y="838468"/>
                  <a:pt x="576995" y="822847"/>
                </a:cubicBezTo>
                <a:cubicBezTo>
                  <a:pt x="578233" y="814941"/>
                  <a:pt x="579091" y="778937"/>
                  <a:pt x="566518" y="777889"/>
                </a:cubicBezTo>
                <a:cubicBezTo>
                  <a:pt x="554421" y="776841"/>
                  <a:pt x="545182" y="804750"/>
                  <a:pt x="543467" y="812751"/>
                </a:cubicBezTo>
                <a:cubicBezTo>
                  <a:pt x="540514" y="826657"/>
                  <a:pt x="543467" y="849612"/>
                  <a:pt x="553278" y="860471"/>
                </a:cubicBezTo>
                <a:moveTo>
                  <a:pt x="651576" y="839040"/>
                </a:moveTo>
                <a:cubicBezTo>
                  <a:pt x="646147" y="864281"/>
                  <a:pt x="642432" y="905048"/>
                  <a:pt x="669959" y="862376"/>
                </a:cubicBezTo>
                <a:cubicBezTo>
                  <a:pt x="674055" y="855994"/>
                  <a:pt x="684342" y="823419"/>
                  <a:pt x="674722" y="818561"/>
                </a:cubicBezTo>
                <a:cubicBezTo>
                  <a:pt x="665959" y="814084"/>
                  <a:pt x="654529" y="831801"/>
                  <a:pt x="651576" y="839040"/>
                </a:cubicBezTo>
                <a:moveTo>
                  <a:pt x="452980" y="1509504"/>
                </a:moveTo>
                <a:cubicBezTo>
                  <a:pt x="455266" y="1510171"/>
                  <a:pt x="474220" y="1513695"/>
                  <a:pt x="468601" y="1504551"/>
                </a:cubicBezTo>
                <a:cubicBezTo>
                  <a:pt x="467362" y="1502551"/>
                  <a:pt x="448312" y="1501218"/>
                  <a:pt x="447646" y="1505028"/>
                </a:cubicBezTo>
                <a:cubicBezTo>
                  <a:pt x="448598" y="1507504"/>
                  <a:pt x="450408" y="1508933"/>
                  <a:pt x="452980" y="1509504"/>
                </a:cubicBezTo>
                <a:moveTo>
                  <a:pt x="409450" y="1271570"/>
                </a:moveTo>
                <a:cubicBezTo>
                  <a:pt x="409450" y="1271570"/>
                  <a:pt x="409641" y="1270998"/>
                  <a:pt x="409736" y="1270617"/>
                </a:cubicBezTo>
                <a:cubicBezTo>
                  <a:pt x="408974" y="1270332"/>
                  <a:pt x="392972" y="1263569"/>
                  <a:pt x="393258" y="1266236"/>
                </a:cubicBezTo>
                <a:cubicBezTo>
                  <a:pt x="393544" y="1269093"/>
                  <a:pt x="408307" y="1271189"/>
                  <a:pt x="409450" y="1271475"/>
                </a:cubicBezTo>
                <a:moveTo>
                  <a:pt x="560707" y="1312908"/>
                </a:moveTo>
                <a:cubicBezTo>
                  <a:pt x="558421" y="1311480"/>
                  <a:pt x="556802" y="1311765"/>
                  <a:pt x="555564" y="1313575"/>
                </a:cubicBezTo>
                <a:cubicBezTo>
                  <a:pt x="555373" y="1313766"/>
                  <a:pt x="563089" y="1319576"/>
                  <a:pt x="564517" y="1316623"/>
                </a:cubicBezTo>
                <a:cubicBezTo>
                  <a:pt x="564517" y="1314528"/>
                  <a:pt x="563184" y="1313289"/>
                  <a:pt x="560707" y="1312908"/>
                </a:cubicBezTo>
                <a:moveTo>
                  <a:pt x="314105" y="1233184"/>
                </a:moveTo>
                <a:cubicBezTo>
                  <a:pt x="316677" y="1238042"/>
                  <a:pt x="319915" y="1239661"/>
                  <a:pt x="325345" y="1240233"/>
                </a:cubicBezTo>
                <a:cubicBezTo>
                  <a:pt x="322487" y="1235565"/>
                  <a:pt x="319249" y="1233851"/>
                  <a:pt x="314105" y="1233184"/>
                </a:cubicBezTo>
                <a:moveTo>
                  <a:pt x="400973" y="1486835"/>
                </a:moveTo>
                <a:cubicBezTo>
                  <a:pt x="400402" y="1487121"/>
                  <a:pt x="399925" y="1487406"/>
                  <a:pt x="399449" y="1487692"/>
                </a:cubicBezTo>
                <a:cubicBezTo>
                  <a:pt x="400211" y="1489121"/>
                  <a:pt x="401068" y="1489216"/>
                  <a:pt x="402211" y="1488073"/>
                </a:cubicBezTo>
                <a:cubicBezTo>
                  <a:pt x="401830" y="1487692"/>
                  <a:pt x="401449" y="1487216"/>
                  <a:pt x="401068" y="1486835"/>
                </a:cubicBezTo>
                <a:moveTo>
                  <a:pt x="442026" y="1275189"/>
                </a:moveTo>
                <a:cubicBezTo>
                  <a:pt x="441931" y="1274332"/>
                  <a:pt x="441550" y="1274237"/>
                  <a:pt x="440883" y="1274713"/>
                </a:cubicBezTo>
                <a:cubicBezTo>
                  <a:pt x="440978" y="1275570"/>
                  <a:pt x="441359" y="1275666"/>
                  <a:pt x="442026" y="1275189"/>
                </a:cubicBezTo>
                <a:moveTo>
                  <a:pt x="93316" y="480042"/>
                </a:moveTo>
                <a:cubicBezTo>
                  <a:pt x="102269" y="460992"/>
                  <a:pt x="52930" y="440323"/>
                  <a:pt x="41595" y="433941"/>
                </a:cubicBezTo>
                <a:cubicBezTo>
                  <a:pt x="31117" y="428036"/>
                  <a:pt x="23402" y="417082"/>
                  <a:pt x="14639" y="411558"/>
                </a:cubicBezTo>
                <a:cubicBezTo>
                  <a:pt x="10448" y="408891"/>
                  <a:pt x="8257" y="400509"/>
                  <a:pt x="1780" y="410129"/>
                </a:cubicBezTo>
                <a:cubicBezTo>
                  <a:pt x="-10507" y="428512"/>
                  <a:pt x="44452" y="450229"/>
                  <a:pt x="55120" y="456801"/>
                </a:cubicBezTo>
                <a:cubicBezTo>
                  <a:pt x="63407" y="461945"/>
                  <a:pt x="89125" y="490234"/>
                  <a:pt x="93316" y="480042"/>
                </a:cubicBezTo>
                <a:moveTo>
                  <a:pt x="1201930" y="912192"/>
                </a:moveTo>
                <a:cubicBezTo>
                  <a:pt x="1220980" y="915430"/>
                  <a:pt x="1240411" y="917526"/>
                  <a:pt x="1259366" y="921240"/>
                </a:cubicBezTo>
                <a:cubicBezTo>
                  <a:pt x="1270606" y="923431"/>
                  <a:pt x="1291846" y="922002"/>
                  <a:pt x="1270796" y="910382"/>
                </a:cubicBezTo>
                <a:cubicBezTo>
                  <a:pt x="1258414" y="903524"/>
                  <a:pt x="1231839" y="904476"/>
                  <a:pt x="1217456" y="902095"/>
                </a:cubicBezTo>
                <a:cubicBezTo>
                  <a:pt x="1217075" y="902095"/>
                  <a:pt x="1196120" y="897714"/>
                  <a:pt x="1195072" y="900190"/>
                </a:cubicBezTo>
                <a:cubicBezTo>
                  <a:pt x="1192977" y="905429"/>
                  <a:pt x="1197073" y="910477"/>
                  <a:pt x="1201930" y="912096"/>
                </a:cubicBezTo>
                <a:moveTo>
                  <a:pt x="1221266" y="362028"/>
                </a:moveTo>
                <a:cubicBezTo>
                  <a:pt x="1218599" y="353169"/>
                  <a:pt x="1130969" y="370314"/>
                  <a:pt x="1128588" y="382602"/>
                </a:cubicBezTo>
                <a:cubicBezTo>
                  <a:pt x="1126397" y="394413"/>
                  <a:pt x="1155639" y="381554"/>
                  <a:pt x="1160878" y="380316"/>
                </a:cubicBezTo>
                <a:cubicBezTo>
                  <a:pt x="1173546" y="377363"/>
                  <a:pt x="1216504" y="374315"/>
                  <a:pt x="1221266" y="362123"/>
                </a:cubicBezTo>
                <a:moveTo>
                  <a:pt x="452599" y="73992"/>
                </a:moveTo>
                <a:cubicBezTo>
                  <a:pt x="459552" y="57418"/>
                  <a:pt x="453075" y="36558"/>
                  <a:pt x="446598" y="20937"/>
                </a:cubicBezTo>
                <a:cubicBezTo>
                  <a:pt x="444693" y="16461"/>
                  <a:pt x="435549" y="-9352"/>
                  <a:pt x="427929" y="3602"/>
                </a:cubicBezTo>
                <a:cubicBezTo>
                  <a:pt x="423833" y="10555"/>
                  <a:pt x="441264" y="43797"/>
                  <a:pt x="442978" y="50941"/>
                </a:cubicBezTo>
                <a:cubicBezTo>
                  <a:pt x="443550" y="53513"/>
                  <a:pt x="445645" y="86660"/>
                  <a:pt x="452599" y="73992"/>
                </a:cubicBezTo>
                <a:moveTo>
                  <a:pt x="902941" y="72182"/>
                </a:moveTo>
                <a:cubicBezTo>
                  <a:pt x="908084" y="62847"/>
                  <a:pt x="913513" y="46083"/>
                  <a:pt x="909989" y="35415"/>
                </a:cubicBezTo>
                <a:cubicBezTo>
                  <a:pt x="906465" y="24747"/>
                  <a:pt x="904274" y="23509"/>
                  <a:pt x="898940" y="33701"/>
                </a:cubicBezTo>
                <a:cubicBezTo>
                  <a:pt x="896845" y="37701"/>
                  <a:pt x="884462" y="97899"/>
                  <a:pt x="885415" y="98471"/>
                </a:cubicBezTo>
                <a:cubicBezTo>
                  <a:pt x="891320" y="101805"/>
                  <a:pt x="901702" y="75420"/>
                  <a:pt x="902941" y="72277"/>
                </a:cubicBezTo>
                <a:moveTo>
                  <a:pt x="454123" y="608916"/>
                </a:moveTo>
                <a:cubicBezTo>
                  <a:pt x="452408" y="613392"/>
                  <a:pt x="449646" y="632442"/>
                  <a:pt x="456123" y="632538"/>
                </a:cubicBezTo>
                <a:cubicBezTo>
                  <a:pt x="462124" y="632538"/>
                  <a:pt x="467077" y="615964"/>
                  <a:pt x="469363" y="611964"/>
                </a:cubicBezTo>
                <a:cubicBezTo>
                  <a:pt x="480126" y="593295"/>
                  <a:pt x="493461" y="576816"/>
                  <a:pt x="508796" y="561767"/>
                </a:cubicBezTo>
                <a:cubicBezTo>
                  <a:pt x="526132" y="544622"/>
                  <a:pt x="546134" y="528239"/>
                  <a:pt x="568518" y="518047"/>
                </a:cubicBezTo>
                <a:cubicBezTo>
                  <a:pt x="579757" y="512904"/>
                  <a:pt x="591568" y="509189"/>
                  <a:pt x="603570" y="506427"/>
                </a:cubicBezTo>
                <a:cubicBezTo>
                  <a:pt x="611476" y="504712"/>
                  <a:pt x="627192" y="504903"/>
                  <a:pt x="633574" y="498807"/>
                </a:cubicBezTo>
                <a:cubicBezTo>
                  <a:pt x="653767" y="479280"/>
                  <a:pt x="605761" y="491568"/>
                  <a:pt x="597283" y="493663"/>
                </a:cubicBezTo>
                <a:cubicBezTo>
                  <a:pt x="574804" y="499092"/>
                  <a:pt x="555278" y="508903"/>
                  <a:pt x="535847" y="521190"/>
                </a:cubicBezTo>
                <a:cubicBezTo>
                  <a:pt x="502986" y="541955"/>
                  <a:pt x="471839" y="574149"/>
                  <a:pt x="454123" y="609011"/>
                </a:cubicBezTo>
                <a:moveTo>
                  <a:pt x="692152" y="472613"/>
                </a:moveTo>
                <a:cubicBezTo>
                  <a:pt x="688914" y="481376"/>
                  <a:pt x="716727" y="481376"/>
                  <a:pt x="719680" y="478233"/>
                </a:cubicBezTo>
                <a:cubicBezTo>
                  <a:pt x="733396" y="464136"/>
                  <a:pt x="701201" y="459087"/>
                  <a:pt x="692152" y="472613"/>
                </a:cubicBezTo>
                <a:moveTo>
                  <a:pt x="338013" y="708261"/>
                </a:moveTo>
                <a:lnTo>
                  <a:pt x="338013" y="707595"/>
                </a:lnTo>
                <a:lnTo>
                  <a:pt x="337441" y="707976"/>
                </a:lnTo>
                <a:lnTo>
                  <a:pt x="338013" y="708261"/>
                </a:lnTo>
                <a:close/>
                <a:moveTo>
                  <a:pt x="510796" y="1191465"/>
                </a:moveTo>
                <a:lnTo>
                  <a:pt x="510796" y="1192227"/>
                </a:lnTo>
                <a:lnTo>
                  <a:pt x="511463" y="1191846"/>
                </a:lnTo>
                <a:lnTo>
                  <a:pt x="510796" y="1191465"/>
                </a:lnTo>
                <a:close/>
                <a:moveTo>
                  <a:pt x="545563" y="1178892"/>
                </a:moveTo>
                <a:cubicBezTo>
                  <a:pt x="545563" y="1178892"/>
                  <a:pt x="545563" y="1178892"/>
                  <a:pt x="545563" y="1178892"/>
                </a:cubicBezTo>
                <a:cubicBezTo>
                  <a:pt x="545563" y="1179368"/>
                  <a:pt x="545563" y="1179844"/>
                  <a:pt x="545563" y="1180320"/>
                </a:cubicBezTo>
                <a:cubicBezTo>
                  <a:pt x="545563" y="1179844"/>
                  <a:pt x="545658" y="1179368"/>
                  <a:pt x="545753" y="1178892"/>
                </a:cubicBezTo>
                <a:moveTo>
                  <a:pt x="487460" y="1492645"/>
                </a:moveTo>
                <a:cubicBezTo>
                  <a:pt x="487460" y="1492645"/>
                  <a:pt x="487460" y="1492645"/>
                  <a:pt x="487460" y="1492645"/>
                </a:cubicBezTo>
                <a:cubicBezTo>
                  <a:pt x="490032" y="1494264"/>
                  <a:pt x="490889" y="1494074"/>
                  <a:pt x="487460" y="1492645"/>
                </a:cubicBezTo>
                <a:moveTo>
                  <a:pt x="309819" y="1549890"/>
                </a:moveTo>
                <a:cubicBezTo>
                  <a:pt x="309819" y="1549890"/>
                  <a:pt x="309819" y="1549890"/>
                  <a:pt x="309819" y="1549890"/>
                </a:cubicBezTo>
                <a:cubicBezTo>
                  <a:pt x="309819" y="1549605"/>
                  <a:pt x="309819" y="1549414"/>
                  <a:pt x="309819" y="1549224"/>
                </a:cubicBezTo>
                <a:cubicBezTo>
                  <a:pt x="309819" y="1549509"/>
                  <a:pt x="309819" y="1549795"/>
                  <a:pt x="309819" y="1549986"/>
                </a:cubicBezTo>
              </a:path>
            </a:pathLst>
          </a:custGeom>
          <a:solidFill>
            <a:srgbClr val="00468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524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4502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/>
              <a:t>Vorname Nachname</a:t>
            </a:r>
            <a:endParaRPr lang="de-DE" dirty="0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00010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 bla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1401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63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F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</p:spTree>
    <p:extLst>
      <p:ext uri="{BB962C8B-B14F-4D97-AF65-F5344CB8AC3E}">
        <p14:creationId xmlns:p14="http://schemas.microsoft.com/office/powerpoint/2010/main" val="2053414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79248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Grafik 18">
            <a:extLst>
              <a:ext uri="{FF2B5EF4-FFF2-40B4-BE49-F238E27FC236}">
                <a16:creationId xmlns:a16="http://schemas.microsoft.com/office/drawing/2014/main" id="{3EFAEF96-D726-DA9B-FA63-FF17E57E1D64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7824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7" name="Grafik 4">
            <a:extLst>
              <a:ext uri="{FF2B5EF4-FFF2-40B4-BE49-F238E27FC236}">
                <a16:creationId xmlns:a16="http://schemas.microsoft.com/office/drawing/2014/main" id="{383BFD67-3032-B745-4FC3-8D3F265F3C65}"/>
              </a:ext>
            </a:extLst>
          </p:cNvPr>
          <p:cNvSpPr/>
          <p:nvPr/>
        </p:nvSpPr>
        <p:spPr bwMode="gray">
          <a:xfrm>
            <a:off x="7737474" y="1141002"/>
            <a:ext cx="711200" cy="685682"/>
          </a:xfrm>
          <a:custGeom>
            <a:avLst/>
            <a:gdLst>
              <a:gd name="connsiteX0" fmla="*/ 329798 w 527702"/>
              <a:gd name="connsiteY0" fmla="*/ 13185 h 508768"/>
              <a:gd name="connsiteX1" fmla="*/ 344752 w 527702"/>
              <a:gd name="connsiteY1" fmla="*/ 39379 h 508768"/>
              <a:gd name="connsiteX2" fmla="*/ 344942 w 527702"/>
              <a:gd name="connsiteY2" fmla="*/ 44808 h 508768"/>
              <a:gd name="connsiteX3" fmla="*/ 339894 w 527702"/>
              <a:gd name="connsiteY3" fmla="*/ 45380 h 508768"/>
              <a:gd name="connsiteX4" fmla="*/ 291221 w 527702"/>
              <a:gd name="connsiteY4" fmla="*/ 21472 h 508768"/>
              <a:gd name="connsiteX5" fmla="*/ 257217 w 527702"/>
              <a:gd name="connsiteY5" fmla="*/ 23377 h 508768"/>
              <a:gd name="connsiteX6" fmla="*/ 105579 w 527702"/>
              <a:gd name="connsiteY6" fmla="*/ 92719 h 508768"/>
              <a:gd name="connsiteX7" fmla="*/ 73766 w 527702"/>
              <a:gd name="connsiteY7" fmla="*/ 123866 h 508768"/>
              <a:gd name="connsiteX8" fmla="*/ 40238 w 527702"/>
              <a:gd name="connsiteY8" fmla="*/ 187874 h 508768"/>
              <a:gd name="connsiteX9" fmla="*/ 21283 w 527702"/>
              <a:gd name="connsiteY9" fmla="*/ 280266 h 508768"/>
              <a:gd name="connsiteX10" fmla="*/ 36142 w 527702"/>
              <a:gd name="connsiteY10" fmla="*/ 365324 h 508768"/>
              <a:gd name="connsiteX11" fmla="*/ 85958 w 527702"/>
              <a:gd name="connsiteY11" fmla="*/ 422951 h 508768"/>
              <a:gd name="connsiteX12" fmla="*/ 209783 w 527702"/>
              <a:gd name="connsiteY12" fmla="*/ 481910 h 508768"/>
              <a:gd name="connsiteX13" fmla="*/ 243977 w 527702"/>
              <a:gd name="connsiteY13" fmla="*/ 487816 h 508768"/>
              <a:gd name="connsiteX14" fmla="*/ 298556 w 527702"/>
              <a:gd name="connsiteY14" fmla="*/ 488483 h 508768"/>
              <a:gd name="connsiteX15" fmla="*/ 383042 w 527702"/>
              <a:gd name="connsiteY15" fmla="*/ 457622 h 508768"/>
              <a:gd name="connsiteX16" fmla="*/ 442669 w 527702"/>
              <a:gd name="connsiteY16" fmla="*/ 408758 h 508768"/>
              <a:gd name="connsiteX17" fmla="*/ 485436 w 527702"/>
              <a:gd name="connsiteY17" fmla="*/ 343893 h 508768"/>
              <a:gd name="connsiteX18" fmla="*/ 513059 w 527702"/>
              <a:gd name="connsiteY18" fmla="*/ 200923 h 508768"/>
              <a:gd name="connsiteX19" fmla="*/ 458004 w 527702"/>
              <a:gd name="connsiteY19" fmla="*/ 59477 h 508768"/>
              <a:gd name="connsiteX20" fmla="*/ 329798 w 527702"/>
              <a:gd name="connsiteY20" fmla="*/ 13280 h 508768"/>
              <a:gd name="connsiteX21" fmla="*/ 519536 w 527702"/>
              <a:gd name="connsiteY21" fmla="*/ 268836 h 508768"/>
              <a:gd name="connsiteX22" fmla="*/ 513726 w 527702"/>
              <a:gd name="connsiteY22" fmla="*/ 311222 h 508768"/>
              <a:gd name="connsiteX23" fmla="*/ 486484 w 527702"/>
              <a:gd name="connsiteY23" fmla="*/ 377897 h 508768"/>
              <a:gd name="connsiteX24" fmla="*/ 474292 w 527702"/>
              <a:gd name="connsiteY24" fmla="*/ 395138 h 508768"/>
              <a:gd name="connsiteX25" fmla="*/ 424190 w 527702"/>
              <a:gd name="connsiteY25" fmla="*/ 449811 h 508768"/>
              <a:gd name="connsiteX26" fmla="*/ 244930 w 527702"/>
              <a:gd name="connsiteY26" fmla="*/ 508390 h 508768"/>
              <a:gd name="connsiteX27" fmla="*/ 179874 w 527702"/>
              <a:gd name="connsiteY27" fmla="*/ 495722 h 508768"/>
              <a:gd name="connsiteX28" fmla="*/ 84815 w 527702"/>
              <a:gd name="connsiteY28" fmla="*/ 447620 h 508768"/>
              <a:gd name="connsiteX29" fmla="*/ 1090 w 527702"/>
              <a:gd name="connsiteY29" fmla="*/ 301983 h 508768"/>
              <a:gd name="connsiteX30" fmla="*/ 1090 w 527702"/>
              <a:gd name="connsiteY30" fmla="*/ 268550 h 508768"/>
              <a:gd name="connsiteX31" fmla="*/ 33189 w 527702"/>
              <a:gd name="connsiteY31" fmla="*/ 151202 h 508768"/>
              <a:gd name="connsiteX32" fmla="*/ 103388 w 527702"/>
              <a:gd name="connsiteY32" fmla="*/ 71573 h 508768"/>
              <a:gd name="connsiteX33" fmla="*/ 239215 w 527702"/>
              <a:gd name="connsiteY33" fmla="*/ 9470 h 508768"/>
              <a:gd name="connsiteX34" fmla="*/ 250455 w 527702"/>
              <a:gd name="connsiteY34" fmla="*/ 6422 h 508768"/>
              <a:gd name="connsiteX35" fmla="*/ 322368 w 527702"/>
              <a:gd name="connsiteY35" fmla="*/ 1469 h 508768"/>
              <a:gd name="connsiteX36" fmla="*/ 393806 w 527702"/>
              <a:gd name="connsiteY36" fmla="*/ 7089 h 508768"/>
              <a:gd name="connsiteX37" fmla="*/ 467529 w 527702"/>
              <a:gd name="connsiteY37" fmla="*/ 50428 h 508768"/>
              <a:gd name="connsiteX38" fmla="*/ 526108 w 527702"/>
              <a:gd name="connsiteY38" fmla="*/ 229498 h 508768"/>
              <a:gd name="connsiteX39" fmla="*/ 520679 w 527702"/>
              <a:gd name="connsiteY39" fmla="*/ 268836 h 508768"/>
              <a:gd name="connsiteX40" fmla="*/ 519536 w 527702"/>
              <a:gd name="connsiteY40" fmla="*/ 268646 h 508768"/>
              <a:gd name="connsiteX41" fmla="*/ 202544 w 527702"/>
              <a:gd name="connsiteY41" fmla="*/ 388470 h 508768"/>
              <a:gd name="connsiteX42" fmla="*/ 179684 w 527702"/>
              <a:gd name="connsiteY42" fmla="*/ 385232 h 508768"/>
              <a:gd name="connsiteX43" fmla="*/ 125963 w 527702"/>
              <a:gd name="connsiteY43" fmla="*/ 357990 h 508768"/>
              <a:gd name="connsiteX44" fmla="*/ 107198 w 527702"/>
              <a:gd name="connsiteY44" fmla="*/ 304555 h 508768"/>
              <a:gd name="connsiteX45" fmla="*/ 111294 w 527702"/>
              <a:gd name="connsiteY45" fmla="*/ 296649 h 508768"/>
              <a:gd name="connsiteX46" fmla="*/ 116057 w 527702"/>
              <a:gd name="connsiteY46" fmla="*/ 293792 h 508768"/>
              <a:gd name="connsiteX47" fmla="*/ 120057 w 527702"/>
              <a:gd name="connsiteY47" fmla="*/ 297125 h 508768"/>
              <a:gd name="connsiteX48" fmla="*/ 123772 w 527702"/>
              <a:gd name="connsiteY48" fmla="*/ 314651 h 508768"/>
              <a:gd name="connsiteX49" fmla="*/ 141393 w 527702"/>
              <a:gd name="connsiteY49" fmla="*/ 344369 h 508768"/>
              <a:gd name="connsiteX50" fmla="*/ 236262 w 527702"/>
              <a:gd name="connsiteY50" fmla="*/ 372849 h 508768"/>
              <a:gd name="connsiteX51" fmla="*/ 329131 w 527702"/>
              <a:gd name="connsiteY51" fmla="*/ 325129 h 508768"/>
              <a:gd name="connsiteX52" fmla="*/ 340275 w 527702"/>
              <a:gd name="connsiteY52" fmla="*/ 316080 h 508768"/>
              <a:gd name="connsiteX53" fmla="*/ 345323 w 527702"/>
              <a:gd name="connsiteY53" fmla="*/ 317795 h 508768"/>
              <a:gd name="connsiteX54" fmla="*/ 347038 w 527702"/>
              <a:gd name="connsiteY54" fmla="*/ 319985 h 508768"/>
              <a:gd name="connsiteX55" fmla="*/ 322749 w 527702"/>
              <a:gd name="connsiteY55" fmla="*/ 357228 h 508768"/>
              <a:gd name="connsiteX56" fmla="*/ 298842 w 527702"/>
              <a:gd name="connsiteY56" fmla="*/ 374564 h 508768"/>
              <a:gd name="connsiteX57" fmla="*/ 210830 w 527702"/>
              <a:gd name="connsiteY57" fmla="*/ 391042 h 508768"/>
              <a:gd name="connsiteX58" fmla="*/ 202353 w 527702"/>
              <a:gd name="connsiteY58" fmla="*/ 389327 h 508768"/>
              <a:gd name="connsiteX59" fmla="*/ 202448 w 527702"/>
              <a:gd name="connsiteY59" fmla="*/ 388375 h 508768"/>
              <a:gd name="connsiteX60" fmla="*/ 317606 w 527702"/>
              <a:gd name="connsiteY60" fmla="*/ 136248 h 508768"/>
              <a:gd name="connsiteX61" fmla="*/ 312272 w 527702"/>
              <a:gd name="connsiteY61" fmla="*/ 152060 h 508768"/>
              <a:gd name="connsiteX62" fmla="*/ 304366 w 527702"/>
              <a:gd name="connsiteY62" fmla="*/ 192922 h 508768"/>
              <a:gd name="connsiteX63" fmla="*/ 293889 w 527702"/>
              <a:gd name="connsiteY63" fmla="*/ 198065 h 508768"/>
              <a:gd name="connsiteX64" fmla="*/ 281506 w 527702"/>
              <a:gd name="connsiteY64" fmla="*/ 170538 h 508768"/>
              <a:gd name="connsiteX65" fmla="*/ 305509 w 527702"/>
              <a:gd name="connsiteY65" fmla="*/ 118722 h 508768"/>
              <a:gd name="connsiteX66" fmla="*/ 307795 w 527702"/>
              <a:gd name="connsiteY66" fmla="*/ 116912 h 508768"/>
              <a:gd name="connsiteX67" fmla="*/ 313129 w 527702"/>
              <a:gd name="connsiteY67" fmla="*/ 115960 h 508768"/>
              <a:gd name="connsiteX68" fmla="*/ 316939 w 527702"/>
              <a:gd name="connsiteY68" fmla="*/ 119579 h 508768"/>
              <a:gd name="connsiteX69" fmla="*/ 317606 w 527702"/>
              <a:gd name="connsiteY69" fmla="*/ 136153 h 508768"/>
              <a:gd name="connsiteX70" fmla="*/ 223594 w 527702"/>
              <a:gd name="connsiteY70" fmla="*/ 155774 h 508768"/>
              <a:gd name="connsiteX71" fmla="*/ 219593 w 527702"/>
              <a:gd name="connsiteY71" fmla="*/ 185492 h 508768"/>
              <a:gd name="connsiteX72" fmla="*/ 213212 w 527702"/>
              <a:gd name="connsiteY72" fmla="*/ 206162 h 508768"/>
              <a:gd name="connsiteX73" fmla="*/ 199591 w 527702"/>
              <a:gd name="connsiteY73" fmla="*/ 200256 h 508768"/>
              <a:gd name="connsiteX74" fmla="*/ 200734 w 527702"/>
              <a:gd name="connsiteY74" fmla="*/ 139963 h 508768"/>
              <a:gd name="connsiteX75" fmla="*/ 209592 w 527702"/>
              <a:gd name="connsiteY75" fmla="*/ 133391 h 508768"/>
              <a:gd name="connsiteX76" fmla="*/ 216926 w 527702"/>
              <a:gd name="connsiteY76" fmla="*/ 136915 h 508768"/>
              <a:gd name="connsiteX77" fmla="*/ 223499 w 527702"/>
              <a:gd name="connsiteY77" fmla="*/ 155774 h 5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27702" h="508768">
                <a:moveTo>
                  <a:pt x="329798" y="13185"/>
                </a:moveTo>
                <a:cubicBezTo>
                  <a:pt x="332274" y="26806"/>
                  <a:pt x="340466" y="31759"/>
                  <a:pt x="344752" y="39379"/>
                </a:cubicBezTo>
                <a:cubicBezTo>
                  <a:pt x="345514" y="40808"/>
                  <a:pt x="345609" y="43284"/>
                  <a:pt x="344942" y="44808"/>
                </a:cubicBezTo>
                <a:cubicBezTo>
                  <a:pt x="343895" y="46904"/>
                  <a:pt x="341513" y="47094"/>
                  <a:pt x="339894" y="45380"/>
                </a:cubicBezTo>
                <a:cubicBezTo>
                  <a:pt x="326655" y="30806"/>
                  <a:pt x="307605" y="28997"/>
                  <a:pt x="291221" y="21472"/>
                </a:cubicBezTo>
                <a:cubicBezTo>
                  <a:pt x="280649" y="16614"/>
                  <a:pt x="268742" y="19948"/>
                  <a:pt x="257217" y="23377"/>
                </a:cubicBezTo>
                <a:cubicBezTo>
                  <a:pt x="203782" y="39474"/>
                  <a:pt x="155014" y="66906"/>
                  <a:pt x="105579" y="92719"/>
                </a:cubicBezTo>
                <a:cubicBezTo>
                  <a:pt x="92149" y="99767"/>
                  <a:pt x="82814" y="111959"/>
                  <a:pt x="73766" y="123866"/>
                </a:cubicBezTo>
                <a:cubicBezTo>
                  <a:pt x="59288" y="143201"/>
                  <a:pt x="48239" y="164442"/>
                  <a:pt x="40238" y="187874"/>
                </a:cubicBezTo>
                <a:cubicBezTo>
                  <a:pt x="29951" y="217973"/>
                  <a:pt x="25474" y="249024"/>
                  <a:pt x="21283" y="280266"/>
                </a:cubicBezTo>
                <a:cubicBezTo>
                  <a:pt x="17187" y="310460"/>
                  <a:pt x="22616" y="338750"/>
                  <a:pt x="36142" y="365324"/>
                </a:cubicBezTo>
                <a:cubicBezTo>
                  <a:pt x="48239" y="388946"/>
                  <a:pt x="66622" y="406377"/>
                  <a:pt x="85958" y="422951"/>
                </a:cubicBezTo>
                <a:cubicBezTo>
                  <a:pt x="122343" y="454002"/>
                  <a:pt x="162539" y="475910"/>
                  <a:pt x="209783" y="481910"/>
                </a:cubicBezTo>
                <a:cubicBezTo>
                  <a:pt x="221213" y="483339"/>
                  <a:pt x="232738" y="485149"/>
                  <a:pt x="243977" y="487816"/>
                </a:cubicBezTo>
                <a:cubicBezTo>
                  <a:pt x="262170" y="492007"/>
                  <a:pt x="280268" y="490864"/>
                  <a:pt x="298556" y="488483"/>
                </a:cubicBezTo>
                <a:cubicBezTo>
                  <a:pt x="328750" y="484482"/>
                  <a:pt x="357325" y="473719"/>
                  <a:pt x="383042" y="457622"/>
                </a:cubicBezTo>
                <a:cubicBezTo>
                  <a:pt x="404474" y="444287"/>
                  <a:pt x="423905" y="426761"/>
                  <a:pt x="442669" y="408758"/>
                </a:cubicBezTo>
                <a:cubicBezTo>
                  <a:pt x="461814" y="390280"/>
                  <a:pt x="475911" y="368944"/>
                  <a:pt x="485436" y="343893"/>
                </a:cubicBezTo>
                <a:cubicBezTo>
                  <a:pt x="502867" y="297887"/>
                  <a:pt x="513440" y="250072"/>
                  <a:pt x="513059" y="200923"/>
                </a:cubicBezTo>
                <a:cubicBezTo>
                  <a:pt x="512583" y="146535"/>
                  <a:pt x="497819" y="97100"/>
                  <a:pt x="458004" y="59477"/>
                </a:cubicBezTo>
                <a:cubicBezTo>
                  <a:pt x="422190" y="25568"/>
                  <a:pt x="380090" y="10518"/>
                  <a:pt x="329798" y="13280"/>
                </a:cubicBezTo>
                <a:moveTo>
                  <a:pt x="519536" y="268836"/>
                </a:moveTo>
                <a:cubicBezTo>
                  <a:pt x="517536" y="282933"/>
                  <a:pt x="514964" y="297030"/>
                  <a:pt x="513726" y="311222"/>
                </a:cubicBezTo>
                <a:cubicBezTo>
                  <a:pt x="511344" y="336559"/>
                  <a:pt x="500581" y="357895"/>
                  <a:pt x="486484" y="377897"/>
                </a:cubicBezTo>
                <a:cubicBezTo>
                  <a:pt x="482484" y="383708"/>
                  <a:pt x="477435" y="388851"/>
                  <a:pt x="474292" y="395138"/>
                </a:cubicBezTo>
                <a:cubicBezTo>
                  <a:pt x="462481" y="418474"/>
                  <a:pt x="443812" y="434285"/>
                  <a:pt x="424190" y="449811"/>
                </a:cubicBezTo>
                <a:cubicBezTo>
                  <a:pt x="370565" y="491912"/>
                  <a:pt x="310748" y="511819"/>
                  <a:pt x="244930" y="508390"/>
                </a:cubicBezTo>
                <a:cubicBezTo>
                  <a:pt x="223022" y="507247"/>
                  <a:pt x="201115" y="501627"/>
                  <a:pt x="179874" y="495722"/>
                </a:cubicBezTo>
                <a:cubicBezTo>
                  <a:pt x="145394" y="486101"/>
                  <a:pt x="113771" y="470290"/>
                  <a:pt x="84815" y="447620"/>
                </a:cubicBezTo>
                <a:cubicBezTo>
                  <a:pt x="38047" y="410759"/>
                  <a:pt x="6710" y="365134"/>
                  <a:pt x="1090" y="301983"/>
                </a:cubicBezTo>
                <a:cubicBezTo>
                  <a:pt x="42" y="290744"/>
                  <a:pt x="-720" y="279599"/>
                  <a:pt x="1090" y="268550"/>
                </a:cubicBezTo>
                <a:cubicBezTo>
                  <a:pt x="7662" y="228260"/>
                  <a:pt x="16520" y="188731"/>
                  <a:pt x="33189" y="151202"/>
                </a:cubicBezTo>
                <a:cubicBezTo>
                  <a:pt x="48620" y="116531"/>
                  <a:pt x="71480" y="89195"/>
                  <a:pt x="103388" y="71573"/>
                </a:cubicBezTo>
                <a:cubicBezTo>
                  <a:pt x="147203" y="47380"/>
                  <a:pt x="191304" y="23567"/>
                  <a:pt x="239215" y="9470"/>
                </a:cubicBezTo>
                <a:cubicBezTo>
                  <a:pt x="242930" y="8423"/>
                  <a:pt x="246644" y="7470"/>
                  <a:pt x="250455" y="6422"/>
                </a:cubicBezTo>
                <a:cubicBezTo>
                  <a:pt x="274172" y="41"/>
                  <a:pt x="298460" y="5375"/>
                  <a:pt x="322368" y="1469"/>
                </a:cubicBezTo>
                <a:cubicBezTo>
                  <a:pt x="346657" y="-2436"/>
                  <a:pt x="369898" y="2136"/>
                  <a:pt x="393806" y="7089"/>
                </a:cubicBezTo>
                <a:cubicBezTo>
                  <a:pt x="423714" y="13280"/>
                  <a:pt x="446288" y="28997"/>
                  <a:pt x="467529" y="50428"/>
                </a:cubicBezTo>
                <a:cubicBezTo>
                  <a:pt x="516297" y="99482"/>
                  <a:pt x="533347" y="159775"/>
                  <a:pt x="526108" y="229498"/>
                </a:cubicBezTo>
                <a:cubicBezTo>
                  <a:pt x="524775" y="242642"/>
                  <a:pt x="522488" y="255692"/>
                  <a:pt x="520679" y="268836"/>
                </a:cubicBezTo>
                <a:cubicBezTo>
                  <a:pt x="520298" y="268836"/>
                  <a:pt x="519917" y="268741"/>
                  <a:pt x="519536" y="268646"/>
                </a:cubicBezTo>
                <a:moveTo>
                  <a:pt x="202544" y="388470"/>
                </a:moveTo>
                <a:cubicBezTo>
                  <a:pt x="194924" y="387422"/>
                  <a:pt x="187304" y="386470"/>
                  <a:pt x="179684" y="385232"/>
                </a:cubicBezTo>
                <a:cubicBezTo>
                  <a:pt x="159205" y="381803"/>
                  <a:pt x="141393" y="371706"/>
                  <a:pt x="125963" y="357990"/>
                </a:cubicBezTo>
                <a:cubicBezTo>
                  <a:pt x="110723" y="344465"/>
                  <a:pt x="101007" y="327320"/>
                  <a:pt x="107198" y="304555"/>
                </a:cubicBezTo>
                <a:cubicBezTo>
                  <a:pt x="107960" y="301697"/>
                  <a:pt x="109580" y="298935"/>
                  <a:pt x="111294" y="296649"/>
                </a:cubicBezTo>
                <a:cubicBezTo>
                  <a:pt x="112342" y="295220"/>
                  <a:pt x="114533" y="293792"/>
                  <a:pt x="116057" y="293792"/>
                </a:cubicBezTo>
                <a:cubicBezTo>
                  <a:pt x="117485" y="293792"/>
                  <a:pt x="119676" y="295601"/>
                  <a:pt x="120057" y="297125"/>
                </a:cubicBezTo>
                <a:cubicBezTo>
                  <a:pt x="121676" y="302840"/>
                  <a:pt x="123105" y="308746"/>
                  <a:pt x="123772" y="314651"/>
                </a:cubicBezTo>
                <a:cubicBezTo>
                  <a:pt x="125201" y="327701"/>
                  <a:pt x="131773" y="336749"/>
                  <a:pt x="141393" y="344369"/>
                </a:cubicBezTo>
                <a:cubicBezTo>
                  <a:pt x="169492" y="366658"/>
                  <a:pt x="201782" y="372849"/>
                  <a:pt x="236262" y="372849"/>
                </a:cubicBezTo>
                <a:cubicBezTo>
                  <a:pt x="274648" y="372849"/>
                  <a:pt x="305128" y="356657"/>
                  <a:pt x="329131" y="325129"/>
                </a:cubicBezTo>
                <a:cubicBezTo>
                  <a:pt x="332084" y="321224"/>
                  <a:pt x="335036" y="316747"/>
                  <a:pt x="340275" y="316080"/>
                </a:cubicBezTo>
                <a:cubicBezTo>
                  <a:pt x="341894" y="315890"/>
                  <a:pt x="344276" y="316556"/>
                  <a:pt x="345323" y="317795"/>
                </a:cubicBezTo>
                <a:cubicBezTo>
                  <a:pt x="347800" y="320843"/>
                  <a:pt x="348848" y="316556"/>
                  <a:pt x="347038" y="319985"/>
                </a:cubicBezTo>
                <a:cubicBezTo>
                  <a:pt x="340180" y="333225"/>
                  <a:pt x="335417" y="347989"/>
                  <a:pt x="322749" y="357228"/>
                </a:cubicBezTo>
                <a:cubicBezTo>
                  <a:pt x="314748" y="363038"/>
                  <a:pt x="307128" y="369325"/>
                  <a:pt x="298842" y="374564"/>
                </a:cubicBezTo>
                <a:cubicBezTo>
                  <a:pt x="271409" y="391804"/>
                  <a:pt x="242453" y="400757"/>
                  <a:pt x="210830" y="391042"/>
                </a:cubicBezTo>
                <a:cubicBezTo>
                  <a:pt x="208068" y="390185"/>
                  <a:pt x="205211" y="389899"/>
                  <a:pt x="202353" y="389327"/>
                </a:cubicBezTo>
                <a:cubicBezTo>
                  <a:pt x="202353" y="389042"/>
                  <a:pt x="202353" y="388661"/>
                  <a:pt x="202448" y="388375"/>
                </a:cubicBezTo>
                <a:moveTo>
                  <a:pt x="317606" y="136248"/>
                </a:moveTo>
                <a:cubicBezTo>
                  <a:pt x="316177" y="140725"/>
                  <a:pt x="315034" y="146916"/>
                  <a:pt x="312272" y="152060"/>
                </a:cubicBezTo>
                <a:cubicBezTo>
                  <a:pt x="305414" y="165014"/>
                  <a:pt x="301890" y="178158"/>
                  <a:pt x="304366" y="192922"/>
                </a:cubicBezTo>
                <a:cubicBezTo>
                  <a:pt x="305128" y="197589"/>
                  <a:pt x="298556" y="200542"/>
                  <a:pt x="293889" y="198065"/>
                </a:cubicBezTo>
                <a:cubicBezTo>
                  <a:pt x="283316" y="192541"/>
                  <a:pt x="278934" y="183778"/>
                  <a:pt x="281506" y="170538"/>
                </a:cubicBezTo>
                <a:cubicBezTo>
                  <a:pt x="285221" y="151202"/>
                  <a:pt x="294269" y="134438"/>
                  <a:pt x="305509" y="118722"/>
                </a:cubicBezTo>
                <a:cubicBezTo>
                  <a:pt x="306081" y="117960"/>
                  <a:pt x="306938" y="117198"/>
                  <a:pt x="307795" y="116912"/>
                </a:cubicBezTo>
                <a:cubicBezTo>
                  <a:pt x="309510" y="116341"/>
                  <a:pt x="311605" y="115484"/>
                  <a:pt x="313129" y="115960"/>
                </a:cubicBezTo>
                <a:cubicBezTo>
                  <a:pt x="314653" y="116341"/>
                  <a:pt x="316844" y="118151"/>
                  <a:pt x="316939" y="119579"/>
                </a:cubicBezTo>
                <a:cubicBezTo>
                  <a:pt x="317511" y="124532"/>
                  <a:pt x="317415" y="129581"/>
                  <a:pt x="317606" y="136153"/>
                </a:cubicBezTo>
                <a:moveTo>
                  <a:pt x="223594" y="155774"/>
                </a:moveTo>
                <a:cubicBezTo>
                  <a:pt x="218450" y="167585"/>
                  <a:pt x="217022" y="176158"/>
                  <a:pt x="219593" y="185492"/>
                </a:cubicBezTo>
                <a:cubicBezTo>
                  <a:pt x="223022" y="197875"/>
                  <a:pt x="221689" y="201209"/>
                  <a:pt x="213212" y="206162"/>
                </a:cubicBezTo>
                <a:cubicBezTo>
                  <a:pt x="207782" y="209400"/>
                  <a:pt x="200353" y="206638"/>
                  <a:pt x="199591" y="200256"/>
                </a:cubicBezTo>
                <a:cubicBezTo>
                  <a:pt x="197305" y="180158"/>
                  <a:pt x="195876" y="160061"/>
                  <a:pt x="200734" y="139963"/>
                </a:cubicBezTo>
                <a:cubicBezTo>
                  <a:pt x="201877" y="135486"/>
                  <a:pt x="205782" y="133581"/>
                  <a:pt x="209592" y="133391"/>
                </a:cubicBezTo>
                <a:cubicBezTo>
                  <a:pt x="212069" y="133200"/>
                  <a:pt x="215498" y="134819"/>
                  <a:pt x="216926" y="136915"/>
                </a:cubicBezTo>
                <a:cubicBezTo>
                  <a:pt x="221594" y="143297"/>
                  <a:pt x="225499" y="150250"/>
                  <a:pt x="223499" y="155774"/>
                </a:cubicBezTo>
              </a:path>
            </a:pathLst>
          </a:custGeom>
          <a:solidFill>
            <a:srgbClr val="F4F6F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7736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3" name="Grafik 18">
            <a:extLst>
              <a:ext uri="{FF2B5EF4-FFF2-40B4-BE49-F238E27FC236}">
                <a16:creationId xmlns:a16="http://schemas.microsoft.com/office/drawing/2014/main" id="{3D92B716-F771-6959-C82E-5ED09E8C7291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8982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, Text variab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5FF090-7FE3-8583-D31E-233912C274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377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DC01F2-2646-2110-81FB-762FBBA76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1812925"/>
            <a:ext cx="9503800" cy="1558119"/>
          </a:xfrm>
        </p:spPr>
        <p:txBody>
          <a:bodyPr vert="horz">
            <a:noAutofit/>
          </a:bodyPr>
          <a:lstStyle>
            <a:lvl1pPr>
              <a:defRPr sz="5500"/>
            </a:lvl1pPr>
          </a:lstStyle>
          <a:p>
            <a:r>
              <a:rPr lang="de-DE" noProof="0" dirty="0"/>
              <a:t>Vielen Dank für Ihre Aufmerksamkeit.</a:t>
            </a:r>
          </a:p>
        </p:txBody>
      </p:sp>
      <p:sp>
        <p:nvSpPr>
          <p:cNvPr id="5" name="Grafik 2">
            <a:extLst>
              <a:ext uri="{FF2B5EF4-FFF2-40B4-BE49-F238E27FC236}">
                <a16:creationId xmlns:a16="http://schemas.microsoft.com/office/drawing/2014/main" id="{1BEE7647-01C2-E9C6-8594-52625E93D3DD}"/>
              </a:ext>
            </a:extLst>
          </p:cNvPr>
          <p:cNvSpPr/>
          <p:nvPr userDrawn="1"/>
        </p:nvSpPr>
        <p:spPr bwMode="gray">
          <a:xfrm>
            <a:off x="7156450" y="1081087"/>
            <a:ext cx="1990725" cy="913421"/>
          </a:xfrm>
          <a:custGeom>
            <a:avLst/>
            <a:gdLst>
              <a:gd name="connsiteX0" fmla="*/ 234336 w 1506820"/>
              <a:gd name="connsiteY0" fmla="*/ 505016 h 691387"/>
              <a:gd name="connsiteX1" fmla="*/ 267483 w 1506820"/>
              <a:gd name="connsiteY1" fmla="*/ 447866 h 691387"/>
              <a:gd name="connsiteX2" fmla="*/ 285676 w 1506820"/>
              <a:gd name="connsiteY2" fmla="*/ 451675 h 691387"/>
              <a:gd name="connsiteX3" fmla="*/ 397214 w 1506820"/>
              <a:gd name="connsiteY3" fmla="*/ 434435 h 691387"/>
              <a:gd name="connsiteX4" fmla="*/ 434171 w 1506820"/>
              <a:gd name="connsiteY4" fmla="*/ 437483 h 691387"/>
              <a:gd name="connsiteX5" fmla="*/ 474461 w 1506820"/>
              <a:gd name="connsiteY5" fmla="*/ 450056 h 691387"/>
              <a:gd name="connsiteX6" fmla="*/ 413025 w 1506820"/>
              <a:gd name="connsiteY6" fmla="*/ 349472 h 691387"/>
              <a:gd name="connsiteX7" fmla="*/ 482748 w 1506820"/>
              <a:gd name="connsiteY7" fmla="*/ 249269 h 691387"/>
              <a:gd name="connsiteX8" fmla="*/ 346731 w 1506820"/>
              <a:gd name="connsiteY8" fmla="*/ 279273 h 691387"/>
              <a:gd name="connsiteX9" fmla="*/ 261863 w 1506820"/>
              <a:gd name="connsiteY9" fmla="*/ 204121 h 691387"/>
              <a:gd name="connsiteX10" fmla="*/ 251100 w 1506820"/>
              <a:gd name="connsiteY10" fmla="*/ 328136 h 691387"/>
              <a:gd name="connsiteX11" fmla="*/ 147944 w 1506820"/>
              <a:gd name="connsiteY11" fmla="*/ 375095 h 691387"/>
              <a:gd name="connsiteX12" fmla="*/ 57552 w 1506820"/>
              <a:gd name="connsiteY12" fmla="*/ 421767 h 691387"/>
              <a:gd name="connsiteX13" fmla="*/ 82508 w 1506820"/>
              <a:gd name="connsiteY13" fmla="*/ 380238 h 691387"/>
              <a:gd name="connsiteX14" fmla="*/ 196046 w 1506820"/>
              <a:gd name="connsiteY14" fmla="*/ 325565 h 691387"/>
              <a:gd name="connsiteX15" fmla="*/ 229002 w 1506820"/>
              <a:gd name="connsiteY15" fmla="*/ 239268 h 691387"/>
              <a:gd name="connsiteX16" fmla="*/ 245480 w 1506820"/>
              <a:gd name="connsiteY16" fmla="*/ 147828 h 691387"/>
              <a:gd name="connsiteX17" fmla="*/ 314441 w 1506820"/>
              <a:gd name="connsiteY17" fmla="*/ 214408 h 691387"/>
              <a:gd name="connsiteX18" fmla="*/ 390070 w 1506820"/>
              <a:gd name="connsiteY18" fmla="*/ 239268 h 691387"/>
              <a:gd name="connsiteX19" fmla="*/ 509704 w 1506820"/>
              <a:gd name="connsiteY19" fmla="*/ 212217 h 691387"/>
              <a:gd name="connsiteX20" fmla="*/ 454173 w 1506820"/>
              <a:gd name="connsiteY20" fmla="*/ 343948 h 691387"/>
              <a:gd name="connsiteX21" fmla="*/ 547804 w 1506820"/>
              <a:gd name="connsiteY21" fmla="*/ 515874 h 691387"/>
              <a:gd name="connsiteX22" fmla="*/ 343969 w 1506820"/>
              <a:gd name="connsiteY22" fmla="*/ 449961 h 691387"/>
              <a:gd name="connsiteX23" fmla="*/ 202523 w 1506820"/>
              <a:gd name="connsiteY23" fmla="*/ 586931 h 691387"/>
              <a:gd name="connsiteX24" fmla="*/ 206047 w 1506820"/>
              <a:gd name="connsiteY24" fmla="*/ 513112 h 691387"/>
              <a:gd name="connsiteX25" fmla="*/ 143658 w 1506820"/>
              <a:gd name="connsiteY25" fmla="*/ 449485 h 691387"/>
              <a:gd name="connsiteX26" fmla="*/ 65172 w 1506820"/>
              <a:gd name="connsiteY26" fmla="*/ 436055 h 691387"/>
              <a:gd name="connsiteX27" fmla="*/ 191283 w 1506820"/>
              <a:gd name="connsiteY27" fmla="*/ 430149 h 691387"/>
              <a:gd name="connsiteX28" fmla="*/ 233765 w 1506820"/>
              <a:gd name="connsiteY28" fmla="*/ 411671 h 691387"/>
              <a:gd name="connsiteX29" fmla="*/ 234431 w 1506820"/>
              <a:gd name="connsiteY29" fmla="*/ 505016 h 691387"/>
              <a:gd name="connsiteX30" fmla="*/ 378640 w 1506820"/>
              <a:gd name="connsiteY30" fmla="*/ 59817 h 691387"/>
              <a:gd name="connsiteX31" fmla="*/ 431504 w 1506820"/>
              <a:gd name="connsiteY31" fmla="*/ 10001 h 691387"/>
              <a:gd name="connsiteX32" fmla="*/ 378640 w 1506820"/>
              <a:gd name="connsiteY32" fmla="*/ 59817 h 691387"/>
              <a:gd name="connsiteX33" fmla="*/ 335682 w 1506820"/>
              <a:gd name="connsiteY33" fmla="*/ 626269 h 691387"/>
              <a:gd name="connsiteX34" fmla="*/ 374639 w 1506820"/>
              <a:gd name="connsiteY34" fmla="*/ 661988 h 691387"/>
              <a:gd name="connsiteX35" fmla="*/ 335682 w 1506820"/>
              <a:gd name="connsiteY35" fmla="*/ 626269 h 691387"/>
              <a:gd name="connsiteX36" fmla="*/ 67268 w 1506820"/>
              <a:gd name="connsiteY36" fmla="*/ 197072 h 691387"/>
              <a:gd name="connsiteX37" fmla="*/ 1926 w 1506820"/>
              <a:gd name="connsiteY37" fmla="*/ 154496 h 691387"/>
              <a:gd name="connsiteX38" fmla="*/ 67268 w 1506820"/>
              <a:gd name="connsiteY38" fmla="*/ 197072 h 691387"/>
              <a:gd name="connsiteX39" fmla="*/ 74030 w 1506820"/>
              <a:gd name="connsiteY39" fmla="*/ 8858 h 691387"/>
              <a:gd name="connsiteX40" fmla="*/ 73268 w 1506820"/>
              <a:gd name="connsiteY40" fmla="*/ 0 h 691387"/>
              <a:gd name="connsiteX41" fmla="*/ 74030 w 1506820"/>
              <a:gd name="connsiteY41" fmla="*/ 8858 h 691387"/>
              <a:gd name="connsiteX42" fmla="*/ 829077 w 1506820"/>
              <a:gd name="connsiteY42" fmla="*/ 475488 h 691387"/>
              <a:gd name="connsiteX43" fmla="*/ 828506 w 1506820"/>
              <a:gd name="connsiteY43" fmla="*/ 399383 h 691387"/>
              <a:gd name="connsiteX44" fmla="*/ 793835 w 1506820"/>
              <a:gd name="connsiteY44" fmla="*/ 414433 h 691387"/>
              <a:gd name="connsiteX45" fmla="*/ 691155 w 1506820"/>
              <a:gd name="connsiteY45" fmla="*/ 419195 h 691387"/>
              <a:gd name="connsiteX46" fmla="*/ 755068 w 1506820"/>
              <a:gd name="connsiteY46" fmla="*/ 430149 h 691387"/>
              <a:gd name="connsiteX47" fmla="*/ 805836 w 1506820"/>
              <a:gd name="connsiteY47" fmla="*/ 482060 h 691387"/>
              <a:gd name="connsiteX48" fmla="*/ 802883 w 1506820"/>
              <a:gd name="connsiteY48" fmla="*/ 542258 h 691387"/>
              <a:gd name="connsiteX49" fmla="*/ 918136 w 1506820"/>
              <a:gd name="connsiteY49" fmla="*/ 430721 h 691387"/>
              <a:gd name="connsiteX50" fmla="*/ 1084252 w 1506820"/>
              <a:gd name="connsiteY50" fmla="*/ 484442 h 691387"/>
              <a:gd name="connsiteX51" fmla="*/ 1008052 w 1506820"/>
              <a:gd name="connsiteY51" fmla="*/ 344424 h 691387"/>
              <a:gd name="connsiteX52" fmla="*/ 1053296 w 1506820"/>
              <a:gd name="connsiteY52" fmla="*/ 237173 h 691387"/>
              <a:gd name="connsiteX53" fmla="*/ 955855 w 1506820"/>
              <a:gd name="connsiteY53" fmla="*/ 259175 h 691387"/>
              <a:gd name="connsiteX54" fmla="*/ 894228 w 1506820"/>
              <a:gd name="connsiteY54" fmla="*/ 238982 h 691387"/>
              <a:gd name="connsiteX55" fmla="*/ 838126 w 1506820"/>
              <a:gd name="connsiteY55" fmla="*/ 184785 h 691387"/>
              <a:gd name="connsiteX56" fmla="*/ 824696 w 1506820"/>
              <a:gd name="connsiteY56" fmla="*/ 259271 h 691387"/>
              <a:gd name="connsiteX57" fmla="*/ 797835 w 1506820"/>
              <a:gd name="connsiteY57" fmla="*/ 329565 h 691387"/>
              <a:gd name="connsiteX58" fmla="*/ 705347 w 1506820"/>
              <a:gd name="connsiteY58" fmla="*/ 374142 h 691387"/>
              <a:gd name="connsiteX59" fmla="*/ 684964 w 1506820"/>
              <a:gd name="connsiteY59" fmla="*/ 407956 h 691387"/>
              <a:gd name="connsiteX60" fmla="*/ 758592 w 1506820"/>
              <a:gd name="connsiteY60" fmla="*/ 369951 h 691387"/>
              <a:gd name="connsiteX61" fmla="*/ 842603 w 1506820"/>
              <a:gd name="connsiteY61" fmla="*/ 331661 h 691387"/>
              <a:gd name="connsiteX62" fmla="*/ 851366 w 1506820"/>
              <a:gd name="connsiteY62" fmla="*/ 230696 h 691387"/>
              <a:gd name="connsiteX63" fmla="*/ 920517 w 1506820"/>
              <a:gd name="connsiteY63" fmla="*/ 291941 h 691387"/>
              <a:gd name="connsiteX64" fmla="*/ 1031388 w 1506820"/>
              <a:gd name="connsiteY64" fmla="*/ 267462 h 691387"/>
              <a:gd name="connsiteX65" fmla="*/ 974619 w 1506820"/>
              <a:gd name="connsiteY65" fmla="*/ 349091 h 691387"/>
              <a:gd name="connsiteX66" fmla="*/ 1024625 w 1506820"/>
              <a:gd name="connsiteY66" fmla="*/ 431006 h 691387"/>
              <a:gd name="connsiteX67" fmla="*/ 991764 w 1506820"/>
              <a:gd name="connsiteY67" fmla="*/ 420719 h 691387"/>
              <a:gd name="connsiteX68" fmla="*/ 961665 w 1506820"/>
              <a:gd name="connsiteY68" fmla="*/ 418243 h 691387"/>
              <a:gd name="connsiteX69" fmla="*/ 870797 w 1506820"/>
              <a:gd name="connsiteY69" fmla="*/ 432245 h 691387"/>
              <a:gd name="connsiteX70" fmla="*/ 855938 w 1506820"/>
              <a:gd name="connsiteY70" fmla="*/ 429101 h 691387"/>
              <a:gd name="connsiteX71" fmla="*/ 828887 w 1506820"/>
              <a:gd name="connsiteY71" fmla="*/ 475679 h 691387"/>
              <a:gd name="connsiteX72" fmla="*/ 946425 w 1506820"/>
              <a:gd name="connsiteY72" fmla="*/ 112967 h 691387"/>
              <a:gd name="connsiteX73" fmla="*/ 989478 w 1506820"/>
              <a:gd name="connsiteY73" fmla="*/ 72390 h 691387"/>
              <a:gd name="connsiteX74" fmla="*/ 946425 w 1506820"/>
              <a:gd name="connsiteY74" fmla="*/ 112967 h 691387"/>
              <a:gd name="connsiteX75" fmla="*/ 911468 w 1506820"/>
              <a:gd name="connsiteY75" fmla="*/ 574358 h 691387"/>
              <a:gd name="connsiteX76" fmla="*/ 943282 w 1506820"/>
              <a:gd name="connsiteY76" fmla="*/ 603504 h 691387"/>
              <a:gd name="connsiteX77" fmla="*/ 911468 w 1506820"/>
              <a:gd name="connsiteY77" fmla="*/ 574358 h 691387"/>
              <a:gd name="connsiteX78" fmla="*/ 692774 w 1506820"/>
              <a:gd name="connsiteY78" fmla="*/ 224790 h 691387"/>
              <a:gd name="connsiteX79" fmla="*/ 639530 w 1506820"/>
              <a:gd name="connsiteY79" fmla="*/ 190119 h 691387"/>
              <a:gd name="connsiteX80" fmla="*/ 692774 w 1506820"/>
              <a:gd name="connsiteY80" fmla="*/ 224790 h 691387"/>
              <a:gd name="connsiteX81" fmla="*/ 698299 w 1506820"/>
              <a:gd name="connsiteY81" fmla="*/ 71533 h 691387"/>
              <a:gd name="connsiteX82" fmla="*/ 697632 w 1506820"/>
              <a:gd name="connsiteY82" fmla="*/ 64294 h 691387"/>
              <a:gd name="connsiteX83" fmla="*/ 698299 w 1506820"/>
              <a:gd name="connsiteY83" fmla="*/ 71533 h 691387"/>
              <a:gd name="connsiteX84" fmla="*/ 1312757 w 1506820"/>
              <a:gd name="connsiteY84" fmla="*/ 471678 h 691387"/>
              <a:gd name="connsiteX85" fmla="*/ 1312376 w 1506820"/>
              <a:gd name="connsiteY85" fmla="*/ 415862 h 691387"/>
              <a:gd name="connsiteX86" fmla="*/ 1286944 w 1506820"/>
              <a:gd name="connsiteY86" fmla="*/ 426911 h 691387"/>
              <a:gd name="connsiteX87" fmla="*/ 1211506 w 1506820"/>
              <a:gd name="connsiteY87" fmla="*/ 430435 h 691387"/>
              <a:gd name="connsiteX88" fmla="*/ 1258464 w 1506820"/>
              <a:gd name="connsiteY88" fmla="*/ 438531 h 691387"/>
              <a:gd name="connsiteX89" fmla="*/ 1295802 w 1506820"/>
              <a:gd name="connsiteY89" fmla="*/ 476631 h 691387"/>
              <a:gd name="connsiteX90" fmla="*/ 1293707 w 1506820"/>
              <a:gd name="connsiteY90" fmla="*/ 520827 h 691387"/>
              <a:gd name="connsiteX91" fmla="*/ 1378289 w 1506820"/>
              <a:gd name="connsiteY91" fmla="*/ 438912 h 691387"/>
              <a:gd name="connsiteX92" fmla="*/ 1500209 w 1506820"/>
              <a:gd name="connsiteY92" fmla="*/ 478346 h 691387"/>
              <a:gd name="connsiteX93" fmla="*/ 1444202 w 1506820"/>
              <a:gd name="connsiteY93" fmla="*/ 375475 h 691387"/>
              <a:gd name="connsiteX94" fmla="*/ 1477444 w 1506820"/>
              <a:gd name="connsiteY94" fmla="*/ 296704 h 691387"/>
              <a:gd name="connsiteX95" fmla="*/ 1405911 w 1506820"/>
              <a:gd name="connsiteY95" fmla="*/ 312896 h 691387"/>
              <a:gd name="connsiteX96" fmla="*/ 1360667 w 1506820"/>
              <a:gd name="connsiteY96" fmla="*/ 298037 h 691387"/>
              <a:gd name="connsiteX97" fmla="*/ 1319424 w 1506820"/>
              <a:gd name="connsiteY97" fmla="*/ 258223 h 691387"/>
              <a:gd name="connsiteX98" fmla="*/ 1309518 w 1506820"/>
              <a:gd name="connsiteY98" fmla="*/ 312896 h 691387"/>
              <a:gd name="connsiteX99" fmla="*/ 1289801 w 1506820"/>
              <a:gd name="connsiteY99" fmla="*/ 364522 h 691387"/>
              <a:gd name="connsiteX100" fmla="*/ 1221888 w 1506820"/>
              <a:gd name="connsiteY100" fmla="*/ 397193 h 691387"/>
              <a:gd name="connsiteX101" fmla="*/ 1206934 w 1506820"/>
              <a:gd name="connsiteY101" fmla="*/ 422053 h 691387"/>
              <a:gd name="connsiteX102" fmla="*/ 1261036 w 1506820"/>
              <a:gd name="connsiteY102" fmla="*/ 394145 h 691387"/>
              <a:gd name="connsiteX103" fmla="*/ 1322758 w 1506820"/>
              <a:gd name="connsiteY103" fmla="*/ 366046 h 691387"/>
              <a:gd name="connsiteX104" fmla="*/ 1329140 w 1506820"/>
              <a:gd name="connsiteY104" fmla="*/ 291846 h 691387"/>
              <a:gd name="connsiteX105" fmla="*/ 1379908 w 1506820"/>
              <a:gd name="connsiteY105" fmla="*/ 336804 h 691387"/>
              <a:gd name="connsiteX106" fmla="*/ 1461251 w 1506820"/>
              <a:gd name="connsiteY106" fmla="*/ 318897 h 691387"/>
              <a:gd name="connsiteX107" fmla="*/ 1419532 w 1506820"/>
              <a:gd name="connsiteY107" fmla="*/ 378809 h 691387"/>
              <a:gd name="connsiteX108" fmla="*/ 1456298 w 1506820"/>
              <a:gd name="connsiteY108" fmla="*/ 439007 h 691387"/>
              <a:gd name="connsiteX109" fmla="*/ 1432200 w 1506820"/>
              <a:gd name="connsiteY109" fmla="*/ 431483 h 691387"/>
              <a:gd name="connsiteX110" fmla="*/ 1410102 w 1506820"/>
              <a:gd name="connsiteY110" fmla="*/ 429673 h 691387"/>
              <a:gd name="connsiteX111" fmla="*/ 1343427 w 1506820"/>
              <a:gd name="connsiteY111" fmla="*/ 439960 h 691387"/>
              <a:gd name="connsiteX112" fmla="*/ 1332569 w 1506820"/>
              <a:gd name="connsiteY112" fmla="*/ 437674 h 691387"/>
              <a:gd name="connsiteX113" fmla="*/ 1312757 w 1506820"/>
              <a:gd name="connsiteY113" fmla="*/ 471869 h 691387"/>
              <a:gd name="connsiteX114" fmla="*/ 1399053 w 1506820"/>
              <a:gd name="connsiteY114" fmla="*/ 205454 h 691387"/>
              <a:gd name="connsiteX115" fmla="*/ 1430676 w 1506820"/>
              <a:gd name="connsiteY115" fmla="*/ 175641 h 691387"/>
              <a:gd name="connsiteX116" fmla="*/ 1399053 w 1506820"/>
              <a:gd name="connsiteY116" fmla="*/ 205454 h 691387"/>
              <a:gd name="connsiteX117" fmla="*/ 1373336 w 1506820"/>
              <a:gd name="connsiteY117" fmla="*/ 544354 h 691387"/>
              <a:gd name="connsiteX118" fmla="*/ 1396672 w 1506820"/>
              <a:gd name="connsiteY118" fmla="*/ 565690 h 691387"/>
              <a:gd name="connsiteX119" fmla="*/ 1373336 w 1506820"/>
              <a:gd name="connsiteY119" fmla="*/ 544354 h 691387"/>
              <a:gd name="connsiteX120" fmla="*/ 1212649 w 1506820"/>
              <a:gd name="connsiteY120" fmla="*/ 287655 h 691387"/>
              <a:gd name="connsiteX121" fmla="*/ 1173501 w 1506820"/>
              <a:gd name="connsiteY121" fmla="*/ 262223 h 691387"/>
              <a:gd name="connsiteX122" fmla="*/ 1212649 w 1506820"/>
              <a:gd name="connsiteY122" fmla="*/ 287655 h 691387"/>
              <a:gd name="connsiteX123" fmla="*/ 1216745 w 1506820"/>
              <a:gd name="connsiteY123" fmla="*/ 175069 h 691387"/>
              <a:gd name="connsiteX124" fmla="*/ 1216268 w 1506820"/>
              <a:gd name="connsiteY124" fmla="*/ 169736 h 691387"/>
              <a:gd name="connsiteX125" fmla="*/ 1216745 w 1506820"/>
              <a:gd name="connsiteY125" fmla="*/ 175069 h 69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506820" h="691387">
                <a:moveTo>
                  <a:pt x="234336" y="505016"/>
                </a:moveTo>
                <a:cubicBezTo>
                  <a:pt x="239384" y="499110"/>
                  <a:pt x="265769" y="448532"/>
                  <a:pt x="267483" y="447866"/>
                </a:cubicBezTo>
                <a:cubicBezTo>
                  <a:pt x="282628" y="441865"/>
                  <a:pt x="271674" y="451104"/>
                  <a:pt x="285676" y="451675"/>
                </a:cubicBezTo>
                <a:cubicBezTo>
                  <a:pt x="309012" y="378047"/>
                  <a:pt x="350351" y="419291"/>
                  <a:pt x="397214" y="434435"/>
                </a:cubicBezTo>
                <a:cubicBezTo>
                  <a:pt x="414930" y="440150"/>
                  <a:pt x="417597" y="431959"/>
                  <a:pt x="434171" y="437483"/>
                </a:cubicBezTo>
                <a:cubicBezTo>
                  <a:pt x="447029" y="441770"/>
                  <a:pt x="457221" y="466820"/>
                  <a:pt x="474461" y="450056"/>
                </a:cubicBezTo>
                <a:cubicBezTo>
                  <a:pt x="495893" y="429197"/>
                  <a:pt x="415216" y="369665"/>
                  <a:pt x="413025" y="349472"/>
                </a:cubicBezTo>
                <a:cubicBezTo>
                  <a:pt x="409596" y="317659"/>
                  <a:pt x="492749" y="279273"/>
                  <a:pt x="482748" y="249269"/>
                </a:cubicBezTo>
                <a:cubicBezTo>
                  <a:pt x="452173" y="257747"/>
                  <a:pt x="372353" y="285560"/>
                  <a:pt x="346731" y="279273"/>
                </a:cubicBezTo>
                <a:cubicBezTo>
                  <a:pt x="312727" y="270891"/>
                  <a:pt x="292439" y="208788"/>
                  <a:pt x="261863" y="204121"/>
                </a:cubicBezTo>
                <a:cubicBezTo>
                  <a:pt x="258149" y="237935"/>
                  <a:pt x="273579" y="300323"/>
                  <a:pt x="251100" y="328136"/>
                </a:cubicBezTo>
                <a:cubicBezTo>
                  <a:pt x="232907" y="350711"/>
                  <a:pt x="175567" y="361093"/>
                  <a:pt x="147944" y="375095"/>
                </a:cubicBezTo>
                <a:cubicBezTo>
                  <a:pt x="135943" y="381191"/>
                  <a:pt x="68506" y="426244"/>
                  <a:pt x="57552" y="421767"/>
                </a:cubicBezTo>
                <a:cubicBezTo>
                  <a:pt x="30406" y="410813"/>
                  <a:pt x="70506" y="387382"/>
                  <a:pt x="82508" y="380238"/>
                </a:cubicBezTo>
                <a:cubicBezTo>
                  <a:pt x="117941" y="359188"/>
                  <a:pt x="161946" y="347472"/>
                  <a:pt x="196046" y="325565"/>
                </a:cubicBezTo>
                <a:cubicBezTo>
                  <a:pt x="229193" y="304229"/>
                  <a:pt x="225573" y="276892"/>
                  <a:pt x="229002" y="239268"/>
                </a:cubicBezTo>
                <a:cubicBezTo>
                  <a:pt x="230431" y="223933"/>
                  <a:pt x="225668" y="153448"/>
                  <a:pt x="245480" y="147828"/>
                </a:cubicBezTo>
                <a:cubicBezTo>
                  <a:pt x="269674" y="140970"/>
                  <a:pt x="298725" y="198692"/>
                  <a:pt x="314441" y="214408"/>
                </a:cubicBezTo>
                <a:cubicBezTo>
                  <a:pt x="344445" y="244412"/>
                  <a:pt x="350732" y="249365"/>
                  <a:pt x="390070" y="239268"/>
                </a:cubicBezTo>
                <a:cubicBezTo>
                  <a:pt x="424741" y="230315"/>
                  <a:pt x="474366" y="210122"/>
                  <a:pt x="509704" y="212217"/>
                </a:cubicBezTo>
                <a:cubicBezTo>
                  <a:pt x="594286" y="217361"/>
                  <a:pt x="453887" y="308229"/>
                  <a:pt x="454173" y="343948"/>
                </a:cubicBezTo>
                <a:cubicBezTo>
                  <a:pt x="454459" y="390716"/>
                  <a:pt x="599144" y="467582"/>
                  <a:pt x="547804" y="515874"/>
                </a:cubicBezTo>
                <a:cubicBezTo>
                  <a:pt x="506561" y="554641"/>
                  <a:pt x="376449" y="473488"/>
                  <a:pt x="343969" y="449961"/>
                </a:cubicBezTo>
                <a:cubicBezTo>
                  <a:pt x="314060" y="475202"/>
                  <a:pt x="238241" y="630555"/>
                  <a:pt x="202523" y="586931"/>
                </a:cubicBezTo>
                <a:cubicBezTo>
                  <a:pt x="185568" y="566166"/>
                  <a:pt x="202808" y="534543"/>
                  <a:pt x="206047" y="513112"/>
                </a:cubicBezTo>
                <a:cubicBezTo>
                  <a:pt x="214334" y="458153"/>
                  <a:pt x="192712" y="455295"/>
                  <a:pt x="143658" y="449485"/>
                </a:cubicBezTo>
                <a:cubicBezTo>
                  <a:pt x="126323" y="447389"/>
                  <a:pt x="73459" y="453485"/>
                  <a:pt x="65172" y="436055"/>
                </a:cubicBezTo>
                <a:cubicBezTo>
                  <a:pt x="50789" y="405670"/>
                  <a:pt x="193188" y="429482"/>
                  <a:pt x="191283" y="430149"/>
                </a:cubicBezTo>
                <a:cubicBezTo>
                  <a:pt x="207571" y="423958"/>
                  <a:pt x="214619" y="399098"/>
                  <a:pt x="233765" y="411671"/>
                </a:cubicBezTo>
                <a:cubicBezTo>
                  <a:pt x="255863" y="426149"/>
                  <a:pt x="220620" y="484442"/>
                  <a:pt x="234431" y="505016"/>
                </a:cubicBezTo>
                <a:moveTo>
                  <a:pt x="378640" y="59817"/>
                </a:moveTo>
                <a:cubicBezTo>
                  <a:pt x="385498" y="111062"/>
                  <a:pt x="432266" y="20765"/>
                  <a:pt x="431504" y="10001"/>
                </a:cubicBezTo>
                <a:cubicBezTo>
                  <a:pt x="429313" y="-21908"/>
                  <a:pt x="378354" y="39148"/>
                  <a:pt x="378640" y="59817"/>
                </a:cubicBezTo>
                <a:moveTo>
                  <a:pt x="335682" y="626269"/>
                </a:moveTo>
                <a:cubicBezTo>
                  <a:pt x="343493" y="656177"/>
                  <a:pt x="396166" y="733330"/>
                  <a:pt x="374639" y="661988"/>
                </a:cubicBezTo>
                <a:cubicBezTo>
                  <a:pt x="372353" y="654558"/>
                  <a:pt x="339397" y="583216"/>
                  <a:pt x="335682" y="626269"/>
                </a:cubicBezTo>
                <a:moveTo>
                  <a:pt x="67268" y="197072"/>
                </a:moveTo>
                <a:cubicBezTo>
                  <a:pt x="60219" y="183547"/>
                  <a:pt x="21929" y="136017"/>
                  <a:pt x="1926" y="154496"/>
                </a:cubicBezTo>
                <a:cubicBezTo>
                  <a:pt x="-12742" y="168021"/>
                  <a:pt x="60981" y="223838"/>
                  <a:pt x="67268" y="197072"/>
                </a:cubicBezTo>
                <a:moveTo>
                  <a:pt x="74030" y="8858"/>
                </a:moveTo>
                <a:cubicBezTo>
                  <a:pt x="77936" y="5048"/>
                  <a:pt x="77745" y="2096"/>
                  <a:pt x="73268" y="0"/>
                </a:cubicBezTo>
                <a:cubicBezTo>
                  <a:pt x="67649" y="3334"/>
                  <a:pt x="67934" y="6287"/>
                  <a:pt x="74030" y="8858"/>
                </a:cubicBezTo>
                <a:moveTo>
                  <a:pt x="829077" y="475488"/>
                </a:moveTo>
                <a:cubicBezTo>
                  <a:pt x="817838" y="458724"/>
                  <a:pt x="846508" y="411194"/>
                  <a:pt x="828506" y="399383"/>
                </a:cubicBezTo>
                <a:cubicBezTo>
                  <a:pt x="812885" y="389192"/>
                  <a:pt x="807170" y="409480"/>
                  <a:pt x="793835" y="414433"/>
                </a:cubicBezTo>
                <a:cubicBezTo>
                  <a:pt x="795359" y="413861"/>
                  <a:pt x="679439" y="394525"/>
                  <a:pt x="691155" y="419195"/>
                </a:cubicBezTo>
                <a:cubicBezTo>
                  <a:pt x="697918" y="433483"/>
                  <a:pt x="740971" y="428435"/>
                  <a:pt x="755068" y="430149"/>
                </a:cubicBezTo>
                <a:cubicBezTo>
                  <a:pt x="794978" y="434912"/>
                  <a:pt x="812599" y="437293"/>
                  <a:pt x="805836" y="482060"/>
                </a:cubicBezTo>
                <a:cubicBezTo>
                  <a:pt x="803169" y="499586"/>
                  <a:pt x="789167" y="525304"/>
                  <a:pt x="802883" y="542258"/>
                </a:cubicBezTo>
                <a:cubicBezTo>
                  <a:pt x="831935" y="577787"/>
                  <a:pt x="893752" y="451295"/>
                  <a:pt x="918136" y="430721"/>
                </a:cubicBezTo>
                <a:cubicBezTo>
                  <a:pt x="944615" y="449866"/>
                  <a:pt x="1050629" y="515969"/>
                  <a:pt x="1084252" y="484442"/>
                </a:cubicBezTo>
                <a:cubicBezTo>
                  <a:pt x="1126067" y="445103"/>
                  <a:pt x="1008242" y="382524"/>
                  <a:pt x="1008052" y="344424"/>
                </a:cubicBezTo>
                <a:cubicBezTo>
                  <a:pt x="1007861" y="315373"/>
                  <a:pt x="1122257" y="241364"/>
                  <a:pt x="1053296" y="237173"/>
                </a:cubicBezTo>
                <a:cubicBezTo>
                  <a:pt x="1024530" y="235458"/>
                  <a:pt x="984049" y="251841"/>
                  <a:pt x="955855" y="259175"/>
                </a:cubicBezTo>
                <a:cubicBezTo>
                  <a:pt x="923851" y="267462"/>
                  <a:pt x="918707" y="263366"/>
                  <a:pt x="894228" y="238982"/>
                </a:cubicBezTo>
                <a:cubicBezTo>
                  <a:pt x="881465" y="226219"/>
                  <a:pt x="857747" y="179165"/>
                  <a:pt x="838126" y="184785"/>
                </a:cubicBezTo>
                <a:cubicBezTo>
                  <a:pt x="821933" y="189357"/>
                  <a:pt x="825839" y="246793"/>
                  <a:pt x="824696" y="259271"/>
                </a:cubicBezTo>
                <a:cubicBezTo>
                  <a:pt x="821933" y="289846"/>
                  <a:pt x="824791" y="312134"/>
                  <a:pt x="797835" y="329565"/>
                </a:cubicBezTo>
                <a:cubicBezTo>
                  <a:pt x="770117" y="347472"/>
                  <a:pt x="734208" y="356997"/>
                  <a:pt x="705347" y="374142"/>
                </a:cubicBezTo>
                <a:cubicBezTo>
                  <a:pt x="695537" y="379952"/>
                  <a:pt x="662866" y="399098"/>
                  <a:pt x="684964" y="407956"/>
                </a:cubicBezTo>
                <a:cubicBezTo>
                  <a:pt x="693822" y="411575"/>
                  <a:pt x="748781" y="374809"/>
                  <a:pt x="758592" y="369951"/>
                </a:cubicBezTo>
                <a:cubicBezTo>
                  <a:pt x="781071" y="358521"/>
                  <a:pt x="827839" y="350044"/>
                  <a:pt x="842603" y="331661"/>
                </a:cubicBezTo>
                <a:cubicBezTo>
                  <a:pt x="860891" y="308991"/>
                  <a:pt x="848318" y="258128"/>
                  <a:pt x="851366" y="230696"/>
                </a:cubicBezTo>
                <a:cubicBezTo>
                  <a:pt x="876321" y="234506"/>
                  <a:pt x="892799" y="285083"/>
                  <a:pt x="920517" y="291941"/>
                </a:cubicBezTo>
                <a:cubicBezTo>
                  <a:pt x="941377" y="297085"/>
                  <a:pt x="1006433" y="274415"/>
                  <a:pt x="1031388" y="267462"/>
                </a:cubicBezTo>
                <a:cubicBezTo>
                  <a:pt x="1039580" y="291941"/>
                  <a:pt x="971857" y="323183"/>
                  <a:pt x="974619" y="349091"/>
                </a:cubicBezTo>
                <a:cubicBezTo>
                  <a:pt x="976429" y="365570"/>
                  <a:pt x="1042151" y="414052"/>
                  <a:pt x="1024625" y="431006"/>
                </a:cubicBezTo>
                <a:cubicBezTo>
                  <a:pt x="1010528" y="444627"/>
                  <a:pt x="1002242" y="424244"/>
                  <a:pt x="991764" y="420719"/>
                </a:cubicBezTo>
                <a:cubicBezTo>
                  <a:pt x="978239" y="416243"/>
                  <a:pt x="976143" y="422910"/>
                  <a:pt x="961665" y="418243"/>
                </a:cubicBezTo>
                <a:cubicBezTo>
                  <a:pt x="923565" y="405860"/>
                  <a:pt x="889847" y="372332"/>
                  <a:pt x="870797" y="432245"/>
                </a:cubicBezTo>
                <a:cubicBezTo>
                  <a:pt x="859367" y="431673"/>
                  <a:pt x="868320" y="424244"/>
                  <a:pt x="855938" y="429101"/>
                </a:cubicBezTo>
                <a:cubicBezTo>
                  <a:pt x="854509" y="429673"/>
                  <a:pt x="832982" y="470821"/>
                  <a:pt x="828887" y="475679"/>
                </a:cubicBezTo>
                <a:moveTo>
                  <a:pt x="946425" y="112967"/>
                </a:moveTo>
                <a:cubicBezTo>
                  <a:pt x="952045" y="154781"/>
                  <a:pt x="990145" y="81153"/>
                  <a:pt x="989478" y="72390"/>
                </a:cubicBezTo>
                <a:cubicBezTo>
                  <a:pt x="987668" y="46482"/>
                  <a:pt x="946139" y="96107"/>
                  <a:pt x="946425" y="112967"/>
                </a:cubicBezTo>
                <a:moveTo>
                  <a:pt x="911468" y="574358"/>
                </a:moveTo>
                <a:cubicBezTo>
                  <a:pt x="917850" y="598742"/>
                  <a:pt x="960808" y="661511"/>
                  <a:pt x="943282" y="603504"/>
                </a:cubicBezTo>
                <a:cubicBezTo>
                  <a:pt x="941472" y="597408"/>
                  <a:pt x="914612" y="539306"/>
                  <a:pt x="911468" y="574358"/>
                </a:cubicBezTo>
                <a:moveTo>
                  <a:pt x="692774" y="224790"/>
                </a:moveTo>
                <a:cubicBezTo>
                  <a:pt x="687059" y="213741"/>
                  <a:pt x="655913" y="175069"/>
                  <a:pt x="639530" y="190119"/>
                </a:cubicBezTo>
                <a:cubicBezTo>
                  <a:pt x="627623" y="201073"/>
                  <a:pt x="687631" y="246602"/>
                  <a:pt x="692774" y="224790"/>
                </a:cubicBezTo>
                <a:moveTo>
                  <a:pt x="698299" y="71533"/>
                </a:moveTo>
                <a:cubicBezTo>
                  <a:pt x="701537" y="68485"/>
                  <a:pt x="701347" y="66008"/>
                  <a:pt x="697632" y="64294"/>
                </a:cubicBezTo>
                <a:cubicBezTo>
                  <a:pt x="693060" y="66961"/>
                  <a:pt x="693251" y="69437"/>
                  <a:pt x="698299" y="71533"/>
                </a:cubicBezTo>
                <a:moveTo>
                  <a:pt x="1312757" y="471678"/>
                </a:moveTo>
                <a:cubicBezTo>
                  <a:pt x="1304470" y="459391"/>
                  <a:pt x="1325520" y="424434"/>
                  <a:pt x="1312376" y="415862"/>
                </a:cubicBezTo>
                <a:cubicBezTo>
                  <a:pt x="1300946" y="408337"/>
                  <a:pt x="1296659" y="423196"/>
                  <a:pt x="1286944" y="426911"/>
                </a:cubicBezTo>
                <a:cubicBezTo>
                  <a:pt x="1288087" y="426434"/>
                  <a:pt x="1202934" y="412242"/>
                  <a:pt x="1211506" y="430435"/>
                </a:cubicBezTo>
                <a:cubicBezTo>
                  <a:pt x="1216459" y="440912"/>
                  <a:pt x="1248082" y="437293"/>
                  <a:pt x="1258464" y="438531"/>
                </a:cubicBezTo>
                <a:cubicBezTo>
                  <a:pt x="1287801" y="442055"/>
                  <a:pt x="1300755" y="443770"/>
                  <a:pt x="1295802" y="476631"/>
                </a:cubicBezTo>
                <a:cubicBezTo>
                  <a:pt x="1293897" y="489490"/>
                  <a:pt x="1283515" y="508445"/>
                  <a:pt x="1293707" y="520827"/>
                </a:cubicBezTo>
                <a:cubicBezTo>
                  <a:pt x="1315043" y="546926"/>
                  <a:pt x="1360382" y="453962"/>
                  <a:pt x="1378289" y="438912"/>
                </a:cubicBezTo>
                <a:cubicBezTo>
                  <a:pt x="1397720" y="453009"/>
                  <a:pt x="1475539" y="501491"/>
                  <a:pt x="1500209" y="478346"/>
                </a:cubicBezTo>
                <a:cubicBezTo>
                  <a:pt x="1530975" y="449485"/>
                  <a:pt x="1444392" y="403479"/>
                  <a:pt x="1444202" y="375475"/>
                </a:cubicBezTo>
                <a:cubicBezTo>
                  <a:pt x="1444011" y="354140"/>
                  <a:pt x="1528022" y="299752"/>
                  <a:pt x="1477444" y="296704"/>
                </a:cubicBezTo>
                <a:cubicBezTo>
                  <a:pt x="1456298" y="295370"/>
                  <a:pt x="1426580" y="307467"/>
                  <a:pt x="1405911" y="312896"/>
                </a:cubicBezTo>
                <a:cubicBezTo>
                  <a:pt x="1382384" y="318992"/>
                  <a:pt x="1378575" y="316040"/>
                  <a:pt x="1360667" y="298037"/>
                </a:cubicBezTo>
                <a:cubicBezTo>
                  <a:pt x="1351238" y="288608"/>
                  <a:pt x="1333902" y="254127"/>
                  <a:pt x="1319424" y="258223"/>
                </a:cubicBezTo>
                <a:cubicBezTo>
                  <a:pt x="1307518" y="261556"/>
                  <a:pt x="1310376" y="303752"/>
                  <a:pt x="1309518" y="312896"/>
                </a:cubicBezTo>
                <a:cubicBezTo>
                  <a:pt x="1307518" y="335375"/>
                  <a:pt x="1309613" y="351758"/>
                  <a:pt x="1289801" y="364522"/>
                </a:cubicBezTo>
                <a:cubicBezTo>
                  <a:pt x="1269418" y="377666"/>
                  <a:pt x="1243129" y="384620"/>
                  <a:pt x="1221888" y="397193"/>
                </a:cubicBezTo>
                <a:cubicBezTo>
                  <a:pt x="1214649" y="401479"/>
                  <a:pt x="1190646" y="415481"/>
                  <a:pt x="1206934" y="422053"/>
                </a:cubicBezTo>
                <a:cubicBezTo>
                  <a:pt x="1213411" y="424720"/>
                  <a:pt x="1253797" y="397764"/>
                  <a:pt x="1261036" y="394145"/>
                </a:cubicBezTo>
                <a:cubicBezTo>
                  <a:pt x="1277609" y="385763"/>
                  <a:pt x="1311900" y="379571"/>
                  <a:pt x="1322758" y="366046"/>
                </a:cubicBezTo>
                <a:cubicBezTo>
                  <a:pt x="1336188" y="349377"/>
                  <a:pt x="1326949" y="312039"/>
                  <a:pt x="1329140" y="291846"/>
                </a:cubicBezTo>
                <a:cubicBezTo>
                  <a:pt x="1347428" y="294608"/>
                  <a:pt x="1359620" y="331756"/>
                  <a:pt x="1379908" y="336804"/>
                </a:cubicBezTo>
                <a:cubicBezTo>
                  <a:pt x="1395243" y="340614"/>
                  <a:pt x="1442963" y="323945"/>
                  <a:pt x="1461251" y="318897"/>
                </a:cubicBezTo>
                <a:cubicBezTo>
                  <a:pt x="1467252" y="336804"/>
                  <a:pt x="1417532" y="359759"/>
                  <a:pt x="1419532" y="378809"/>
                </a:cubicBezTo>
                <a:cubicBezTo>
                  <a:pt x="1420865" y="390906"/>
                  <a:pt x="1469157" y="426530"/>
                  <a:pt x="1456298" y="439007"/>
                </a:cubicBezTo>
                <a:cubicBezTo>
                  <a:pt x="1446012" y="449009"/>
                  <a:pt x="1439915" y="434054"/>
                  <a:pt x="1432200" y="431483"/>
                </a:cubicBezTo>
                <a:cubicBezTo>
                  <a:pt x="1422294" y="428244"/>
                  <a:pt x="1420675" y="433102"/>
                  <a:pt x="1410102" y="429673"/>
                </a:cubicBezTo>
                <a:cubicBezTo>
                  <a:pt x="1382099" y="420624"/>
                  <a:pt x="1357334" y="395954"/>
                  <a:pt x="1343427" y="439960"/>
                </a:cubicBezTo>
                <a:cubicBezTo>
                  <a:pt x="1335045" y="439579"/>
                  <a:pt x="1341617" y="434054"/>
                  <a:pt x="1332569" y="437674"/>
                </a:cubicBezTo>
                <a:cubicBezTo>
                  <a:pt x="1331521" y="438055"/>
                  <a:pt x="1315709" y="468344"/>
                  <a:pt x="1312757" y="471869"/>
                </a:cubicBezTo>
                <a:moveTo>
                  <a:pt x="1399053" y="205454"/>
                </a:moveTo>
                <a:cubicBezTo>
                  <a:pt x="1403149" y="236125"/>
                  <a:pt x="1431152" y="182118"/>
                  <a:pt x="1430676" y="175641"/>
                </a:cubicBezTo>
                <a:cubicBezTo>
                  <a:pt x="1429343" y="156591"/>
                  <a:pt x="1398863" y="193072"/>
                  <a:pt x="1399053" y="205454"/>
                </a:cubicBezTo>
                <a:moveTo>
                  <a:pt x="1373336" y="544354"/>
                </a:moveTo>
                <a:cubicBezTo>
                  <a:pt x="1378003" y="562261"/>
                  <a:pt x="1409531" y="608362"/>
                  <a:pt x="1396672" y="565690"/>
                </a:cubicBezTo>
                <a:cubicBezTo>
                  <a:pt x="1395338" y="561213"/>
                  <a:pt x="1375622" y="518541"/>
                  <a:pt x="1373336" y="544354"/>
                </a:cubicBezTo>
                <a:moveTo>
                  <a:pt x="1212649" y="287655"/>
                </a:moveTo>
                <a:cubicBezTo>
                  <a:pt x="1208458" y="279559"/>
                  <a:pt x="1185598" y="251174"/>
                  <a:pt x="1173501" y="262223"/>
                </a:cubicBezTo>
                <a:cubicBezTo>
                  <a:pt x="1164738" y="270320"/>
                  <a:pt x="1208839" y="303657"/>
                  <a:pt x="1212649" y="287655"/>
                </a:cubicBezTo>
                <a:moveTo>
                  <a:pt x="1216745" y="175069"/>
                </a:moveTo>
                <a:cubicBezTo>
                  <a:pt x="1219126" y="172784"/>
                  <a:pt x="1218936" y="171069"/>
                  <a:pt x="1216268" y="169736"/>
                </a:cubicBezTo>
                <a:cubicBezTo>
                  <a:pt x="1212935" y="171736"/>
                  <a:pt x="1213030" y="173546"/>
                  <a:pt x="1216745" y="175069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9712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  <p15:guide id="8" pos="667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3DA9A3-5DFE-DA8A-D870-57F3CADB30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1927588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3" imgW="306" imgH="306" progId="TCLayout.ActiveDocument.1">
                  <p:embed/>
                </p:oleObj>
              </mc:Choice>
              <mc:Fallback>
                <p:oleObj name="think-cell Folie" r:id="rId4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3DA9A3-5DFE-DA8A-D870-57F3CADB3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E2F984-CC83-EEE2-9C42-8F62BEC9921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5325" y="407502"/>
            <a:ext cx="10117138" cy="752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C1B24-0295-2CF6-EDBA-9F76FC09371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95324" y="1665288"/>
            <a:ext cx="1011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18E08B7-1851-7B6F-0B3E-BF4E59A277E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F2F9A98B-3E57-3E3E-C066-2BB49662FDCF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EBB17E04-4B63-53C8-05F9-31D062B9D213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3FB60BFD-C555-2165-FDF4-81E0FF818E2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8F0A3B7-0A0F-A768-B469-AB0C1DC81F7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07B92FE-104F-7BAE-9F20-38B859EBBD9B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253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79" r:id="rId6"/>
    <p:sldLayoutId id="2147483680" r:id="rId7"/>
    <p:sldLayoutId id="2147483659" r:id="rId8"/>
    <p:sldLayoutId id="2147483688" r:id="rId9"/>
    <p:sldLayoutId id="2147483687" r:id="rId10"/>
    <p:sldLayoutId id="2147483660" r:id="rId11"/>
    <p:sldLayoutId id="2147483654" r:id="rId12"/>
    <p:sldLayoutId id="2147483681" r:id="rId13"/>
    <p:sldLayoutId id="2147483682" r:id="rId14"/>
    <p:sldLayoutId id="2147483683" r:id="rId15"/>
    <p:sldLayoutId id="2147483661" r:id="rId16"/>
    <p:sldLayoutId id="2147483690" r:id="rId17"/>
    <p:sldLayoutId id="2147483662" r:id="rId18"/>
    <p:sldLayoutId id="2147483668" r:id="rId19"/>
    <p:sldLayoutId id="2147483663" r:id="rId20"/>
    <p:sldLayoutId id="2147483691" r:id="rId21"/>
    <p:sldLayoutId id="2147483664" r:id="rId22"/>
    <p:sldLayoutId id="2147483665" r:id="rId23"/>
    <p:sldLayoutId id="2147483684" r:id="rId24"/>
    <p:sldLayoutId id="2147483667" r:id="rId25"/>
    <p:sldLayoutId id="2147483666" r:id="rId26"/>
    <p:sldLayoutId id="2147483685" r:id="rId27"/>
    <p:sldLayoutId id="2147483669" r:id="rId28"/>
    <p:sldLayoutId id="2147483670" r:id="rId29"/>
    <p:sldLayoutId id="2147483671" r:id="rId30"/>
    <p:sldLayoutId id="2147483672" r:id="rId31"/>
    <p:sldLayoutId id="2147483673" r:id="rId32"/>
    <p:sldLayoutId id="2147483689" r:id="rId33"/>
    <p:sldLayoutId id="2147483692" r:id="rId34"/>
    <p:sldLayoutId id="2147483675" r:id="rId35"/>
    <p:sldLayoutId id="2147483674" r:id="rId36"/>
    <p:sldLayoutId id="2147483686" r:id="rId37"/>
    <p:sldLayoutId id="2147483677" r:id="rId38"/>
    <p:sldLayoutId id="2147483676" r:id="rId39"/>
    <p:sldLayoutId id="2147483678" r:id="rId40"/>
  </p:sldLayoutIdLst>
  <p:txStyles>
    <p:titleStyle>
      <a:lvl1pPr algn="l" defTabSz="914400" rtl="0" eaLnBrk="1" latinLnBrk="0" hangingPunct="1">
        <a:lnSpc>
          <a:spcPts val="6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2865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3464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3A16A-361B-4963-9B62-F1240FC80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Programmiergrundlagen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95A21A-26A8-4B00-AE0C-E3A0FBE4C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Sascha Püttner (BIG) | Sven Seyfert (BIG)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823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A2F9E-B494-4974-A813-CC2F4A41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659420-8F97-4834-B418-DFDC5BD985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b="1" dirty="0"/>
              <a:t>Gängige Programmiersprachen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Programmierparadigmen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IDEs &amp; Entwicklungsumgebungen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Hello World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Variablen &amp; Datentypen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Operatoren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Bedingungen</a:t>
            </a:r>
            <a:r>
              <a:rPr lang="de-DE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Schleifen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Algorithmen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83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89E2539D-41F9-4354-A8C5-A8241C03F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Gängige Programmiersprachen 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sp>
        <p:nvSpPr>
          <p:cNvPr id="6" name="Grafik 4">
            <a:extLst>
              <a:ext uri="{FF2B5EF4-FFF2-40B4-BE49-F238E27FC236}">
                <a16:creationId xmlns:a16="http://schemas.microsoft.com/office/drawing/2014/main" id="{297EB86E-B01A-4555-BF08-FD05EF558726}"/>
              </a:ext>
            </a:extLst>
          </p:cNvPr>
          <p:cNvSpPr/>
          <p:nvPr/>
        </p:nvSpPr>
        <p:spPr>
          <a:xfrm>
            <a:off x="695325" y="1474785"/>
            <a:ext cx="1003300" cy="1017590"/>
          </a:xfrm>
          <a:custGeom>
            <a:avLst/>
            <a:gdLst>
              <a:gd name="connsiteX0" fmla="*/ 592081 w 739813"/>
              <a:gd name="connsiteY0" fmla="*/ 729396 h 750350"/>
              <a:gd name="connsiteX1" fmla="*/ 589986 w 739813"/>
              <a:gd name="connsiteY1" fmla="*/ 716823 h 750350"/>
              <a:gd name="connsiteX2" fmla="*/ 583699 w 739813"/>
              <a:gd name="connsiteY2" fmla="*/ 621477 h 750350"/>
              <a:gd name="connsiteX3" fmla="*/ 583699 w 739813"/>
              <a:gd name="connsiteY3" fmla="*/ 612048 h 750350"/>
              <a:gd name="connsiteX4" fmla="*/ 586842 w 739813"/>
              <a:gd name="connsiteY4" fmla="*/ 598427 h 750350"/>
              <a:gd name="connsiteX5" fmla="*/ 597320 w 739813"/>
              <a:gd name="connsiteY5" fmla="*/ 598427 h 750350"/>
              <a:gd name="connsiteX6" fmla="*/ 632943 w 739813"/>
              <a:gd name="connsiteY6" fmla="*/ 599475 h 750350"/>
              <a:gd name="connsiteX7" fmla="*/ 715716 w 739813"/>
              <a:gd name="connsiteY7" fmla="*/ 604713 h 750350"/>
              <a:gd name="connsiteX8" fmla="*/ 718859 w 739813"/>
              <a:gd name="connsiteY8" fmla="*/ 725205 h 750350"/>
              <a:gd name="connsiteX9" fmla="*/ 718859 w 739813"/>
              <a:gd name="connsiteY9" fmla="*/ 729396 h 750350"/>
              <a:gd name="connsiteX10" fmla="*/ 711525 w 739813"/>
              <a:gd name="connsiteY10" fmla="*/ 730443 h 750350"/>
              <a:gd name="connsiteX11" fmla="*/ 699999 w 739813"/>
              <a:gd name="connsiteY11" fmla="*/ 729396 h 750350"/>
              <a:gd name="connsiteX12" fmla="*/ 687426 w 739813"/>
              <a:gd name="connsiteY12" fmla="*/ 727300 h 750350"/>
              <a:gd name="connsiteX13" fmla="*/ 669615 w 739813"/>
              <a:gd name="connsiteY13" fmla="*/ 727300 h 750350"/>
              <a:gd name="connsiteX14" fmla="*/ 664376 w 739813"/>
              <a:gd name="connsiteY14" fmla="*/ 726252 h 750350"/>
              <a:gd name="connsiteX15" fmla="*/ 617227 w 739813"/>
              <a:gd name="connsiteY15" fmla="*/ 725205 h 750350"/>
              <a:gd name="connsiteX16" fmla="*/ 592081 w 739813"/>
              <a:gd name="connsiteY16" fmla="*/ 729396 h 750350"/>
              <a:gd name="connsiteX17" fmla="*/ 580556 w 739813"/>
              <a:gd name="connsiteY17" fmla="*/ 749303 h 750350"/>
              <a:gd name="connsiteX18" fmla="*/ 588938 w 739813"/>
              <a:gd name="connsiteY18" fmla="*/ 749303 h 750350"/>
              <a:gd name="connsiteX19" fmla="*/ 620370 w 739813"/>
              <a:gd name="connsiteY19" fmla="*/ 745112 h 750350"/>
              <a:gd name="connsiteX20" fmla="*/ 661233 w 739813"/>
              <a:gd name="connsiteY20" fmla="*/ 746160 h 750350"/>
              <a:gd name="connsiteX21" fmla="*/ 684283 w 739813"/>
              <a:gd name="connsiteY21" fmla="*/ 747207 h 750350"/>
              <a:gd name="connsiteX22" fmla="*/ 696856 w 739813"/>
              <a:gd name="connsiteY22" fmla="*/ 749303 h 750350"/>
              <a:gd name="connsiteX23" fmla="*/ 711525 w 739813"/>
              <a:gd name="connsiteY23" fmla="*/ 750351 h 750350"/>
              <a:gd name="connsiteX24" fmla="*/ 737718 w 739813"/>
              <a:gd name="connsiteY24" fmla="*/ 733587 h 750350"/>
              <a:gd name="connsiteX25" fmla="*/ 738766 w 739813"/>
              <a:gd name="connsiteY25" fmla="*/ 728348 h 750350"/>
              <a:gd name="connsiteX26" fmla="*/ 739814 w 739813"/>
              <a:gd name="connsiteY26" fmla="*/ 723109 h 750350"/>
              <a:gd name="connsiteX27" fmla="*/ 736671 w 739813"/>
              <a:gd name="connsiteY27" fmla="*/ 600522 h 750350"/>
              <a:gd name="connsiteX28" fmla="*/ 689522 w 739813"/>
              <a:gd name="connsiteY28" fmla="*/ 581663 h 750350"/>
              <a:gd name="connsiteX29" fmla="*/ 633991 w 739813"/>
              <a:gd name="connsiteY29" fmla="*/ 579567 h 750350"/>
              <a:gd name="connsiteX30" fmla="*/ 597320 w 739813"/>
              <a:gd name="connsiteY30" fmla="*/ 578520 h 750350"/>
              <a:gd name="connsiteX31" fmla="*/ 579508 w 739813"/>
              <a:gd name="connsiteY31" fmla="*/ 578520 h 750350"/>
              <a:gd name="connsiteX32" fmla="*/ 563792 w 739813"/>
              <a:gd name="connsiteY32" fmla="*/ 609952 h 750350"/>
              <a:gd name="connsiteX33" fmla="*/ 563792 w 739813"/>
              <a:gd name="connsiteY33" fmla="*/ 622525 h 750350"/>
              <a:gd name="connsiteX34" fmla="*/ 572174 w 739813"/>
              <a:gd name="connsiteY34" fmla="*/ 732539 h 750350"/>
              <a:gd name="connsiteX35" fmla="*/ 572174 w 739813"/>
              <a:gd name="connsiteY35" fmla="*/ 736730 h 750350"/>
              <a:gd name="connsiteX36" fmla="*/ 573222 w 739813"/>
              <a:gd name="connsiteY36" fmla="*/ 748255 h 750350"/>
              <a:gd name="connsiteX37" fmla="*/ 580556 w 739813"/>
              <a:gd name="connsiteY37" fmla="*/ 749303 h 750350"/>
              <a:gd name="connsiteX38" fmla="*/ 209652 w 739813"/>
              <a:gd name="connsiteY38" fmla="*/ 715775 h 750350"/>
              <a:gd name="connsiteX39" fmla="*/ 208605 w 739813"/>
              <a:gd name="connsiteY39" fmla="*/ 711584 h 750350"/>
              <a:gd name="connsiteX40" fmla="*/ 210700 w 739813"/>
              <a:gd name="connsiteY40" fmla="*/ 674913 h 750350"/>
              <a:gd name="connsiteX41" fmla="*/ 206509 w 739813"/>
              <a:gd name="connsiteY41" fmla="*/ 356397 h 750350"/>
              <a:gd name="connsiteX42" fmla="*/ 209652 w 739813"/>
              <a:gd name="connsiteY42" fmla="*/ 270481 h 750350"/>
              <a:gd name="connsiteX43" fmla="*/ 177172 w 739813"/>
              <a:gd name="connsiteY43" fmla="*/ 248478 h 750350"/>
              <a:gd name="connsiteX44" fmla="*/ 149931 w 739813"/>
              <a:gd name="connsiteY44" fmla="*/ 250574 h 750350"/>
              <a:gd name="connsiteX45" fmla="*/ 144692 w 739813"/>
              <a:gd name="connsiteY45" fmla="*/ 250574 h 750350"/>
              <a:gd name="connsiteX46" fmla="*/ 137358 w 739813"/>
              <a:gd name="connsiteY46" fmla="*/ 251622 h 750350"/>
              <a:gd name="connsiteX47" fmla="*/ 131071 w 739813"/>
              <a:gd name="connsiteY47" fmla="*/ 251622 h 750350"/>
              <a:gd name="connsiteX48" fmla="*/ 125832 w 739813"/>
              <a:gd name="connsiteY48" fmla="*/ 252669 h 750350"/>
              <a:gd name="connsiteX49" fmla="*/ 84970 w 739813"/>
              <a:gd name="connsiteY49" fmla="*/ 254765 h 750350"/>
              <a:gd name="connsiteX50" fmla="*/ 21057 w 739813"/>
              <a:gd name="connsiteY50" fmla="*/ 254765 h 750350"/>
              <a:gd name="connsiteX51" fmla="*/ 21057 w 739813"/>
              <a:gd name="connsiteY51" fmla="*/ 249526 h 750350"/>
              <a:gd name="connsiteX52" fmla="*/ 22105 w 739813"/>
              <a:gd name="connsiteY52" fmla="*/ 239049 h 750350"/>
              <a:gd name="connsiteX53" fmla="*/ 21057 w 739813"/>
              <a:gd name="connsiteY53" fmla="*/ 225428 h 750350"/>
              <a:gd name="connsiteX54" fmla="*/ 21057 w 739813"/>
              <a:gd name="connsiteY54" fmla="*/ 219141 h 750350"/>
              <a:gd name="connsiteX55" fmla="*/ 23153 w 739813"/>
              <a:gd name="connsiteY55" fmla="*/ 211807 h 750350"/>
              <a:gd name="connsiteX56" fmla="*/ 20010 w 739813"/>
              <a:gd name="connsiteY56" fmla="*/ 165706 h 750350"/>
              <a:gd name="connsiteX57" fmla="*/ 34678 w 739813"/>
              <a:gd name="connsiteY57" fmla="*/ 165706 h 750350"/>
              <a:gd name="connsiteX58" fmla="*/ 53538 w 739813"/>
              <a:gd name="connsiteY58" fmla="*/ 163611 h 750350"/>
              <a:gd name="connsiteX59" fmla="*/ 108021 w 739813"/>
              <a:gd name="connsiteY59" fmla="*/ 151038 h 750350"/>
              <a:gd name="connsiteX60" fmla="*/ 128976 w 739813"/>
              <a:gd name="connsiteY60" fmla="*/ 146847 h 750350"/>
              <a:gd name="connsiteX61" fmla="*/ 174029 w 739813"/>
              <a:gd name="connsiteY61" fmla="*/ 126939 h 750350"/>
              <a:gd name="connsiteX62" fmla="*/ 237942 w 739813"/>
              <a:gd name="connsiteY62" fmla="*/ 22164 h 750350"/>
              <a:gd name="connsiteX63" fmla="*/ 282995 w 739813"/>
              <a:gd name="connsiteY63" fmla="*/ 26355 h 750350"/>
              <a:gd name="connsiteX64" fmla="*/ 307093 w 739813"/>
              <a:gd name="connsiteY64" fmla="*/ 26355 h 750350"/>
              <a:gd name="connsiteX65" fmla="*/ 320714 w 739813"/>
              <a:gd name="connsiteY65" fmla="*/ 27403 h 750350"/>
              <a:gd name="connsiteX66" fmla="*/ 321762 w 739813"/>
              <a:gd name="connsiteY66" fmla="*/ 37881 h 750350"/>
              <a:gd name="connsiteX67" fmla="*/ 323857 w 739813"/>
              <a:gd name="connsiteY67" fmla="*/ 173040 h 750350"/>
              <a:gd name="connsiteX68" fmla="*/ 322809 w 739813"/>
              <a:gd name="connsiteY68" fmla="*/ 181422 h 750350"/>
              <a:gd name="connsiteX69" fmla="*/ 322809 w 739813"/>
              <a:gd name="connsiteY69" fmla="*/ 238001 h 750350"/>
              <a:gd name="connsiteX70" fmla="*/ 320714 w 739813"/>
              <a:gd name="connsiteY70" fmla="*/ 260004 h 750350"/>
              <a:gd name="connsiteX71" fmla="*/ 323857 w 739813"/>
              <a:gd name="connsiteY71" fmla="*/ 710536 h 750350"/>
              <a:gd name="connsiteX72" fmla="*/ 322809 w 739813"/>
              <a:gd name="connsiteY72" fmla="*/ 714727 h 750350"/>
              <a:gd name="connsiteX73" fmla="*/ 321762 w 739813"/>
              <a:gd name="connsiteY73" fmla="*/ 719966 h 750350"/>
              <a:gd name="connsiteX74" fmla="*/ 320714 w 739813"/>
              <a:gd name="connsiteY74" fmla="*/ 728348 h 750350"/>
              <a:gd name="connsiteX75" fmla="*/ 221178 w 739813"/>
              <a:gd name="connsiteY75" fmla="*/ 719966 h 750350"/>
              <a:gd name="connsiteX76" fmla="*/ 209652 w 739813"/>
              <a:gd name="connsiteY76" fmla="*/ 719966 h 750350"/>
              <a:gd name="connsiteX77" fmla="*/ 209652 w 739813"/>
              <a:gd name="connsiteY77" fmla="*/ 715775 h 750350"/>
              <a:gd name="connsiteX78" fmla="*/ 189745 w 739813"/>
              <a:gd name="connsiteY78" fmla="*/ 270481 h 750350"/>
              <a:gd name="connsiteX79" fmla="*/ 186602 w 739813"/>
              <a:gd name="connsiteY79" fmla="*/ 356397 h 750350"/>
              <a:gd name="connsiteX80" fmla="*/ 190793 w 739813"/>
              <a:gd name="connsiteY80" fmla="*/ 673865 h 750350"/>
              <a:gd name="connsiteX81" fmla="*/ 188697 w 739813"/>
              <a:gd name="connsiteY81" fmla="*/ 709488 h 750350"/>
              <a:gd name="connsiteX82" fmla="*/ 189745 w 739813"/>
              <a:gd name="connsiteY82" fmla="*/ 717870 h 750350"/>
              <a:gd name="connsiteX83" fmla="*/ 189745 w 739813"/>
              <a:gd name="connsiteY83" fmla="*/ 723109 h 750350"/>
              <a:gd name="connsiteX84" fmla="*/ 220130 w 739813"/>
              <a:gd name="connsiteY84" fmla="*/ 739873 h 750350"/>
              <a:gd name="connsiteX85" fmla="*/ 318618 w 739813"/>
              <a:gd name="connsiteY85" fmla="*/ 749303 h 750350"/>
              <a:gd name="connsiteX86" fmla="*/ 341669 w 739813"/>
              <a:gd name="connsiteY86" fmla="*/ 736730 h 750350"/>
              <a:gd name="connsiteX87" fmla="*/ 341669 w 739813"/>
              <a:gd name="connsiteY87" fmla="*/ 724157 h 750350"/>
              <a:gd name="connsiteX88" fmla="*/ 342717 w 739813"/>
              <a:gd name="connsiteY88" fmla="*/ 719966 h 750350"/>
              <a:gd name="connsiteX89" fmla="*/ 343764 w 739813"/>
              <a:gd name="connsiteY89" fmla="*/ 711584 h 750350"/>
              <a:gd name="connsiteX90" fmla="*/ 340621 w 739813"/>
              <a:gd name="connsiteY90" fmla="*/ 260004 h 750350"/>
              <a:gd name="connsiteX91" fmla="*/ 342717 w 739813"/>
              <a:gd name="connsiteY91" fmla="*/ 239049 h 750350"/>
              <a:gd name="connsiteX92" fmla="*/ 342717 w 739813"/>
              <a:gd name="connsiteY92" fmla="*/ 182470 h 750350"/>
              <a:gd name="connsiteX93" fmla="*/ 343764 w 739813"/>
              <a:gd name="connsiteY93" fmla="*/ 173040 h 750350"/>
              <a:gd name="connsiteX94" fmla="*/ 341669 w 739813"/>
              <a:gd name="connsiteY94" fmla="*/ 35785 h 750350"/>
              <a:gd name="connsiteX95" fmla="*/ 339573 w 739813"/>
              <a:gd name="connsiteY95" fmla="*/ 17973 h 750350"/>
              <a:gd name="connsiteX96" fmla="*/ 308141 w 739813"/>
              <a:gd name="connsiteY96" fmla="*/ 6448 h 750350"/>
              <a:gd name="connsiteX97" fmla="*/ 282995 w 739813"/>
              <a:gd name="connsiteY97" fmla="*/ 6448 h 750350"/>
              <a:gd name="connsiteX98" fmla="*/ 230607 w 739813"/>
              <a:gd name="connsiteY98" fmla="*/ 162 h 750350"/>
              <a:gd name="connsiteX99" fmla="*/ 219082 w 739813"/>
              <a:gd name="connsiteY99" fmla="*/ 8544 h 750350"/>
              <a:gd name="connsiteX100" fmla="*/ 160408 w 739813"/>
              <a:gd name="connsiteY100" fmla="*/ 111223 h 750350"/>
              <a:gd name="connsiteX101" fmla="*/ 124785 w 739813"/>
              <a:gd name="connsiteY101" fmla="*/ 126939 h 750350"/>
              <a:gd name="connsiteX102" fmla="*/ 103830 w 739813"/>
              <a:gd name="connsiteY102" fmla="*/ 132178 h 750350"/>
              <a:gd name="connsiteX103" fmla="*/ 50394 w 739813"/>
              <a:gd name="connsiteY103" fmla="*/ 143703 h 750350"/>
              <a:gd name="connsiteX104" fmla="*/ 32583 w 739813"/>
              <a:gd name="connsiteY104" fmla="*/ 145799 h 750350"/>
              <a:gd name="connsiteX105" fmla="*/ 13723 w 739813"/>
              <a:gd name="connsiteY105" fmla="*/ 145799 h 750350"/>
              <a:gd name="connsiteX106" fmla="*/ 8484 w 739813"/>
              <a:gd name="connsiteY106" fmla="*/ 148942 h 750350"/>
              <a:gd name="connsiteX107" fmla="*/ 3246 w 739813"/>
              <a:gd name="connsiteY107" fmla="*/ 207616 h 750350"/>
              <a:gd name="connsiteX108" fmla="*/ 1150 w 739813"/>
              <a:gd name="connsiteY108" fmla="*/ 214950 h 750350"/>
              <a:gd name="connsiteX109" fmla="*/ 102 w 739813"/>
              <a:gd name="connsiteY109" fmla="*/ 222285 h 750350"/>
              <a:gd name="connsiteX110" fmla="*/ 1150 w 739813"/>
              <a:gd name="connsiteY110" fmla="*/ 228571 h 750350"/>
              <a:gd name="connsiteX111" fmla="*/ 2198 w 739813"/>
              <a:gd name="connsiteY111" fmla="*/ 239049 h 750350"/>
              <a:gd name="connsiteX112" fmla="*/ 1150 w 739813"/>
              <a:gd name="connsiteY112" fmla="*/ 248478 h 750350"/>
              <a:gd name="connsiteX113" fmla="*/ 1150 w 739813"/>
              <a:gd name="connsiteY113" fmla="*/ 265242 h 750350"/>
              <a:gd name="connsiteX114" fmla="*/ 86018 w 739813"/>
              <a:gd name="connsiteY114" fmla="*/ 274672 h 750350"/>
              <a:gd name="connsiteX115" fmla="*/ 128976 w 739813"/>
              <a:gd name="connsiteY115" fmla="*/ 272577 h 750350"/>
              <a:gd name="connsiteX116" fmla="*/ 133167 w 739813"/>
              <a:gd name="connsiteY116" fmla="*/ 271529 h 750350"/>
              <a:gd name="connsiteX117" fmla="*/ 139453 w 739813"/>
              <a:gd name="connsiteY117" fmla="*/ 272577 h 750350"/>
              <a:gd name="connsiteX118" fmla="*/ 146787 w 739813"/>
              <a:gd name="connsiteY118" fmla="*/ 270481 h 750350"/>
              <a:gd name="connsiteX119" fmla="*/ 150978 w 739813"/>
              <a:gd name="connsiteY119" fmla="*/ 270481 h 750350"/>
              <a:gd name="connsiteX120" fmla="*/ 179268 w 739813"/>
              <a:gd name="connsiteY120" fmla="*/ 268386 h 750350"/>
              <a:gd name="connsiteX121" fmla="*/ 189745 w 739813"/>
              <a:gd name="connsiteY121" fmla="*/ 270481 h 7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739813" h="750350">
                <a:moveTo>
                  <a:pt x="592081" y="729396"/>
                </a:moveTo>
                <a:cubicBezTo>
                  <a:pt x="591033" y="725205"/>
                  <a:pt x="591033" y="721014"/>
                  <a:pt x="589986" y="716823"/>
                </a:cubicBezTo>
                <a:cubicBezTo>
                  <a:pt x="588938" y="710536"/>
                  <a:pt x="583699" y="621477"/>
                  <a:pt x="583699" y="621477"/>
                </a:cubicBezTo>
                <a:lnTo>
                  <a:pt x="583699" y="612048"/>
                </a:lnTo>
                <a:cubicBezTo>
                  <a:pt x="584747" y="607857"/>
                  <a:pt x="585795" y="602618"/>
                  <a:pt x="586842" y="598427"/>
                </a:cubicBezTo>
                <a:lnTo>
                  <a:pt x="597320" y="598427"/>
                </a:lnTo>
                <a:lnTo>
                  <a:pt x="632943" y="599475"/>
                </a:lnTo>
                <a:cubicBezTo>
                  <a:pt x="640278" y="600522"/>
                  <a:pt x="706286" y="600522"/>
                  <a:pt x="715716" y="604713"/>
                </a:cubicBezTo>
                <a:cubicBezTo>
                  <a:pt x="713620" y="643480"/>
                  <a:pt x="712572" y="689581"/>
                  <a:pt x="718859" y="725205"/>
                </a:cubicBezTo>
                <a:lnTo>
                  <a:pt x="718859" y="729396"/>
                </a:lnTo>
                <a:cubicBezTo>
                  <a:pt x="716763" y="730443"/>
                  <a:pt x="714668" y="730443"/>
                  <a:pt x="711525" y="730443"/>
                </a:cubicBezTo>
                <a:cubicBezTo>
                  <a:pt x="707334" y="730443"/>
                  <a:pt x="704190" y="730443"/>
                  <a:pt x="699999" y="729396"/>
                </a:cubicBezTo>
                <a:lnTo>
                  <a:pt x="687426" y="727300"/>
                </a:lnTo>
                <a:lnTo>
                  <a:pt x="669615" y="727300"/>
                </a:lnTo>
                <a:lnTo>
                  <a:pt x="664376" y="726252"/>
                </a:lnTo>
                <a:cubicBezTo>
                  <a:pt x="645516" y="724157"/>
                  <a:pt x="630848" y="724157"/>
                  <a:pt x="617227" y="725205"/>
                </a:cubicBezTo>
                <a:cubicBezTo>
                  <a:pt x="607797" y="727300"/>
                  <a:pt x="598368" y="728348"/>
                  <a:pt x="592081" y="729396"/>
                </a:cubicBezTo>
                <a:moveTo>
                  <a:pt x="580556" y="749303"/>
                </a:moveTo>
                <a:cubicBezTo>
                  <a:pt x="582651" y="750351"/>
                  <a:pt x="585795" y="749303"/>
                  <a:pt x="588938" y="749303"/>
                </a:cubicBezTo>
                <a:cubicBezTo>
                  <a:pt x="597320" y="749303"/>
                  <a:pt x="608845" y="747207"/>
                  <a:pt x="620370" y="745112"/>
                </a:cubicBezTo>
                <a:cubicBezTo>
                  <a:pt x="630848" y="744064"/>
                  <a:pt x="643421" y="744064"/>
                  <a:pt x="661233" y="746160"/>
                </a:cubicBezTo>
                <a:cubicBezTo>
                  <a:pt x="668567" y="747207"/>
                  <a:pt x="675901" y="746160"/>
                  <a:pt x="684283" y="747207"/>
                </a:cubicBezTo>
                <a:lnTo>
                  <a:pt x="696856" y="749303"/>
                </a:lnTo>
                <a:cubicBezTo>
                  <a:pt x="702095" y="750351"/>
                  <a:pt x="707334" y="750351"/>
                  <a:pt x="711525" y="750351"/>
                </a:cubicBezTo>
                <a:cubicBezTo>
                  <a:pt x="725145" y="750351"/>
                  <a:pt x="736671" y="748255"/>
                  <a:pt x="737718" y="733587"/>
                </a:cubicBezTo>
                <a:cubicBezTo>
                  <a:pt x="738766" y="732539"/>
                  <a:pt x="738766" y="730443"/>
                  <a:pt x="738766" y="728348"/>
                </a:cubicBezTo>
                <a:lnTo>
                  <a:pt x="739814" y="723109"/>
                </a:lnTo>
                <a:cubicBezTo>
                  <a:pt x="732480" y="688533"/>
                  <a:pt x="733527" y="641385"/>
                  <a:pt x="736671" y="600522"/>
                </a:cubicBezTo>
                <a:cubicBezTo>
                  <a:pt x="737718" y="582711"/>
                  <a:pt x="698952" y="581663"/>
                  <a:pt x="689522" y="581663"/>
                </a:cubicBezTo>
                <a:cubicBezTo>
                  <a:pt x="685331" y="581663"/>
                  <a:pt x="659137" y="580615"/>
                  <a:pt x="633991" y="579567"/>
                </a:cubicBezTo>
                <a:lnTo>
                  <a:pt x="597320" y="578520"/>
                </a:lnTo>
                <a:lnTo>
                  <a:pt x="579508" y="578520"/>
                </a:lnTo>
                <a:cubicBezTo>
                  <a:pt x="565887" y="579567"/>
                  <a:pt x="564840" y="599475"/>
                  <a:pt x="563792" y="609952"/>
                </a:cubicBezTo>
                <a:lnTo>
                  <a:pt x="563792" y="622525"/>
                </a:lnTo>
                <a:cubicBezTo>
                  <a:pt x="565887" y="659196"/>
                  <a:pt x="567983" y="695868"/>
                  <a:pt x="572174" y="732539"/>
                </a:cubicBezTo>
                <a:lnTo>
                  <a:pt x="572174" y="736730"/>
                </a:lnTo>
                <a:cubicBezTo>
                  <a:pt x="574269" y="737778"/>
                  <a:pt x="571126" y="752446"/>
                  <a:pt x="573222" y="748255"/>
                </a:cubicBezTo>
                <a:lnTo>
                  <a:pt x="580556" y="749303"/>
                </a:lnTo>
                <a:close/>
                <a:moveTo>
                  <a:pt x="209652" y="715775"/>
                </a:moveTo>
                <a:lnTo>
                  <a:pt x="208605" y="711584"/>
                </a:lnTo>
                <a:cubicBezTo>
                  <a:pt x="211748" y="700059"/>
                  <a:pt x="210700" y="687486"/>
                  <a:pt x="210700" y="674913"/>
                </a:cubicBezTo>
                <a:cubicBezTo>
                  <a:pt x="211748" y="651862"/>
                  <a:pt x="206509" y="356397"/>
                  <a:pt x="206509" y="356397"/>
                </a:cubicBezTo>
                <a:cubicBezTo>
                  <a:pt x="206509" y="328107"/>
                  <a:pt x="208605" y="300866"/>
                  <a:pt x="209652" y="270481"/>
                </a:cubicBezTo>
                <a:cubicBezTo>
                  <a:pt x="210700" y="253717"/>
                  <a:pt x="189745" y="246383"/>
                  <a:pt x="177172" y="248478"/>
                </a:cubicBezTo>
                <a:lnTo>
                  <a:pt x="149931" y="250574"/>
                </a:lnTo>
                <a:lnTo>
                  <a:pt x="144692" y="250574"/>
                </a:lnTo>
                <a:lnTo>
                  <a:pt x="137358" y="251622"/>
                </a:lnTo>
                <a:lnTo>
                  <a:pt x="131071" y="251622"/>
                </a:lnTo>
                <a:lnTo>
                  <a:pt x="125832" y="252669"/>
                </a:lnTo>
                <a:cubicBezTo>
                  <a:pt x="112212" y="254765"/>
                  <a:pt x="98591" y="253717"/>
                  <a:pt x="84970" y="254765"/>
                </a:cubicBezTo>
                <a:cubicBezTo>
                  <a:pt x="66111" y="255813"/>
                  <a:pt x="40965" y="256860"/>
                  <a:pt x="21057" y="254765"/>
                </a:cubicBezTo>
                <a:lnTo>
                  <a:pt x="21057" y="249526"/>
                </a:lnTo>
                <a:lnTo>
                  <a:pt x="22105" y="239049"/>
                </a:lnTo>
                <a:cubicBezTo>
                  <a:pt x="22105" y="234858"/>
                  <a:pt x="22105" y="230667"/>
                  <a:pt x="21057" y="225428"/>
                </a:cubicBezTo>
                <a:lnTo>
                  <a:pt x="21057" y="219141"/>
                </a:lnTo>
                <a:lnTo>
                  <a:pt x="23153" y="211807"/>
                </a:lnTo>
                <a:cubicBezTo>
                  <a:pt x="25248" y="196091"/>
                  <a:pt x="20010" y="181422"/>
                  <a:pt x="20010" y="165706"/>
                </a:cubicBezTo>
                <a:lnTo>
                  <a:pt x="34678" y="165706"/>
                </a:lnTo>
                <a:lnTo>
                  <a:pt x="53538" y="163611"/>
                </a:lnTo>
                <a:cubicBezTo>
                  <a:pt x="75540" y="160467"/>
                  <a:pt x="102782" y="153133"/>
                  <a:pt x="108021" y="151038"/>
                </a:cubicBezTo>
                <a:lnTo>
                  <a:pt x="128976" y="146847"/>
                </a:lnTo>
                <a:cubicBezTo>
                  <a:pt x="143644" y="143703"/>
                  <a:pt x="159360" y="139512"/>
                  <a:pt x="174029" y="126939"/>
                </a:cubicBezTo>
                <a:cubicBezTo>
                  <a:pt x="203366" y="100746"/>
                  <a:pt x="229560" y="68265"/>
                  <a:pt x="237942" y="22164"/>
                </a:cubicBezTo>
                <a:cubicBezTo>
                  <a:pt x="251562" y="24260"/>
                  <a:pt x="265183" y="26355"/>
                  <a:pt x="282995" y="26355"/>
                </a:cubicBezTo>
                <a:lnTo>
                  <a:pt x="307093" y="26355"/>
                </a:lnTo>
                <a:cubicBezTo>
                  <a:pt x="311284" y="26355"/>
                  <a:pt x="316523" y="27403"/>
                  <a:pt x="320714" y="27403"/>
                </a:cubicBezTo>
                <a:lnTo>
                  <a:pt x="321762" y="37881"/>
                </a:lnTo>
                <a:cubicBezTo>
                  <a:pt x="323857" y="81886"/>
                  <a:pt x="322809" y="126939"/>
                  <a:pt x="323857" y="173040"/>
                </a:cubicBezTo>
                <a:lnTo>
                  <a:pt x="322809" y="181422"/>
                </a:lnTo>
                <a:cubicBezTo>
                  <a:pt x="322809" y="198186"/>
                  <a:pt x="323857" y="220189"/>
                  <a:pt x="322809" y="238001"/>
                </a:cubicBezTo>
                <a:cubicBezTo>
                  <a:pt x="322809" y="244287"/>
                  <a:pt x="320714" y="252669"/>
                  <a:pt x="320714" y="260004"/>
                </a:cubicBezTo>
                <a:cubicBezTo>
                  <a:pt x="320714" y="260004"/>
                  <a:pt x="324905" y="684342"/>
                  <a:pt x="323857" y="710536"/>
                </a:cubicBezTo>
                <a:cubicBezTo>
                  <a:pt x="323857" y="711584"/>
                  <a:pt x="323857" y="712632"/>
                  <a:pt x="322809" y="714727"/>
                </a:cubicBezTo>
                <a:lnTo>
                  <a:pt x="321762" y="719966"/>
                </a:lnTo>
                <a:cubicBezTo>
                  <a:pt x="321762" y="722061"/>
                  <a:pt x="320714" y="725205"/>
                  <a:pt x="320714" y="728348"/>
                </a:cubicBezTo>
                <a:cubicBezTo>
                  <a:pt x="281947" y="729396"/>
                  <a:pt x="257849" y="722061"/>
                  <a:pt x="221178" y="719966"/>
                </a:cubicBezTo>
                <a:lnTo>
                  <a:pt x="209652" y="719966"/>
                </a:lnTo>
                <a:lnTo>
                  <a:pt x="209652" y="715775"/>
                </a:lnTo>
                <a:close/>
                <a:moveTo>
                  <a:pt x="189745" y="270481"/>
                </a:moveTo>
                <a:cubicBezTo>
                  <a:pt x="188697" y="300866"/>
                  <a:pt x="186602" y="328107"/>
                  <a:pt x="186602" y="356397"/>
                </a:cubicBezTo>
                <a:cubicBezTo>
                  <a:pt x="186602" y="356397"/>
                  <a:pt x="191841" y="650814"/>
                  <a:pt x="190793" y="673865"/>
                </a:cubicBezTo>
                <a:cubicBezTo>
                  <a:pt x="189745" y="685390"/>
                  <a:pt x="191841" y="697963"/>
                  <a:pt x="188697" y="709488"/>
                </a:cubicBezTo>
                <a:lnTo>
                  <a:pt x="189745" y="717870"/>
                </a:lnTo>
                <a:lnTo>
                  <a:pt x="189745" y="723109"/>
                </a:lnTo>
                <a:cubicBezTo>
                  <a:pt x="189745" y="743016"/>
                  <a:pt x="205461" y="739873"/>
                  <a:pt x="220130" y="739873"/>
                </a:cubicBezTo>
                <a:cubicBezTo>
                  <a:pt x="251562" y="741969"/>
                  <a:pt x="288234" y="752446"/>
                  <a:pt x="318618" y="749303"/>
                </a:cubicBezTo>
                <a:cubicBezTo>
                  <a:pt x="328048" y="748255"/>
                  <a:pt x="339573" y="750351"/>
                  <a:pt x="341669" y="736730"/>
                </a:cubicBezTo>
                <a:lnTo>
                  <a:pt x="341669" y="724157"/>
                </a:lnTo>
                <a:lnTo>
                  <a:pt x="342717" y="719966"/>
                </a:lnTo>
                <a:cubicBezTo>
                  <a:pt x="343764" y="717870"/>
                  <a:pt x="343764" y="714727"/>
                  <a:pt x="343764" y="711584"/>
                </a:cubicBezTo>
                <a:cubicBezTo>
                  <a:pt x="344812" y="685390"/>
                  <a:pt x="340621" y="260004"/>
                  <a:pt x="340621" y="260004"/>
                </a:cubicBezTo>
                <a:cubicBezTo>
                  <a:pt x="340621" y="252669"/>
                  <a:pt x="342717" y="245335"/>
                  <a:pt x="342717" y="239049"/>
                </a:cubicBezTo>
                <a:cubicBezTo>
                  <a:pt x="343764" y="220189"/>
                  <a:pt x="342717" y="198186"/>
                  <a:pt x="342717" y="182470"/>
                </a:cubicBezTo>
                <a:lnTo>
                  <a:pt x="343764" y="173040"/>
                </a:lnTo>
                <a:cubicBezTo>
                  <a:pt x="342717" y="126939"/>
                  <a:pt x="343764" y="80838"/>
                  <a:pt x="341669" y="35785"/>
                </a:cubicBezTo>
                <a:cubicBezTo>
                  <a:pt x="341669" y="30546"/>
                  <a:pt x="340621" y="24260"/>
                  <a:pt x="339573" y="17973"/>
                </a:cubicBezTo>
                <a:cubicBezTo>
                  <a:pt x="335382" y="3305"/>
                  <a:pt x="320714" y="6448"/>
                  <a:pt x="308141" y="6448"/>
                </a:cubicBezTo>
                <a:cubicBezTo>
                  <a:pt x="299759" y="5400"/>
                  <a:pt x="291377" y="6448"/>
                  <a:pt x="282995" y="6448"/>
                </a:cubicBezTo>
                <a:cubicBezTo>
                  <a:pt x="263088" y="5400"/>
                  <a:pt x="247371" y="3305"/>
                  <a:pt x="230607" y="162"/>
                </a:cubicBezTo>
                <a:cubicBezTo>
                  <a:pt x="224321" y="-886"/>
                  <a:pt x="219082" y="3305"/>
                  <a:pt x="219082" y="8544"/>
                </a:cubicBezTo>
                <a:cubicBezTo>
                  <a:pt x="214891" y="54645"/>
                  <a:pt x="190793" y="86077"/>
                  <a:pt x="160408" y="111223"/>
                </a:cubicBezTo>
                <a:cubicBezTo>
                  <a:pt x="150978" y="120653"/>
                  <a:pt x="138405" y="124844"/>
                  <a:pt x="124785" y="126939"/>
                </a:cubicBezTo>
                <a:lnTo>
                  <a:pt x="103830" y="132178"/>
                </a:lnTo>
                <a:cubicBezTo>
                  <a:pt x="98591" y="133226"/>
                  <a:pt x="71349" y="140560"/>
                  <a:pt x="50394" y="143703"/>
                </a:cubicBezTo>
                <a:lnTo>
                  <a:pt x="32583" y="145799"/>
                </a:lnTo>
                <a:lnTo>
                  <a:pt x="13723" y="145799"/>
                </a:lnTo>
                <a:lnTo>
                  <a:pt x="8484" y="148942"/>
                </a:lnTo>
                <a:cubicBezTo>
                  <a:pt x="-8280" y="164658"/>
                  <a:pt x="5341" y="187709"/>
                  <a:pt x="3246" y="207616"/>
                </a:cubicBezTo>
                <a:lnTo>
                  <a:pt x="1150" y="214950"/>
                </a:lnTo>
                <a:lnTo>
                  <a:pt x="102" y="222285"/>
                </a:lnTo>
                <a:lnTo>
                  <a:pt x="1150" y="228571"/>
                </a:lnTo>
                <a:cubicBezTo>
                  <a:pt x="2198" y="231714"/>
                  <a:pt x="2198" y="234858"/>
                  <a:pt x="2198" y="239049"/>
                </a:cubicBezTo>
                <a:lnTo>
                  <a:pt x="1150" y="248478"/>
                </a:lnTo>
                <a:lnTo>
                  <a:pt x="1150" y="265242"/>
                </a:lnTo>
                <a:cubicBezTo>
                  <a:pt x="3246" y="283054"/>
                  <a:pt x="74493" y="275720"/>
                  <a:pt x="86018" y="274672"/>
                </a:cubicBezTo>
                <a:cubicBezTo>
                  <a:pt x="100686" y="273624"/>
                  <a:pt x="115355" y="274672"/>
                  <a:pt x="128976" y="272577"/>
                </a:cubicBezTo>
                <a:lnTo>
                  <a:pt x="133167" y="271529"/>
                </a:lnTo>
                <a:lnTo>
                  <a:pt x="139453" y="272577"/>
                </a:lnTo>
                <a:lnTo>
                  <a:pt x="146787" y="270481"/>
                </a:lnTo>
                <a:lnTo>
                  <a:pt x="150978" y="270481"/>
                </a:lnTo>
                <a:cubicBezTo>
                  <a:pt x="153074" y="270481"/>
                  <a:pt x="179268" y="268386"/>
                  <a:pt x="179268" y="268386"/>
                </a:cubicBezTo>
                <a:cubicBezTo>
                  <a:pt x="182411" y="268386"/>
                  <a:pt x="186602" y="268386"/>
                  <a:pt x="189745" y="270481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09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A648E-D1D9-4270-83C9-FF49B322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Programmiersprachen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D5FD3816-9163-4389-939F-9EC51FA20D1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53532641"/>
              </p:ext>
            </p:extLst>
          </p:nvPr>
        </p:nvGraphicFramePr>
        <p:xfrm>
          <a:off x="695325" y="1186655"/>
          <a:ext cx="10117137" cy="537657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3371635">
                  <a:extLst>
                    <a:ext uri="{9D8B030D-6E8A-4147-A177-3AD203B41FA5}">
                      <a16:colId xmlns:a16="http://schemas.microsoft.com/office/drawing/2014/main" val="981596282"/>
                    </a:ext>
                  </a:extLst>
                </a:gridCol>
                <a:gridCol w="3372751">
                  <a:extLst>
                    <a:ext uri="{9D8B030D-6E8A-4147-A177-3AD203B41FA5}">
                      <a16:colId xmlns:a16="http://schemas.microsoft.com/office/drawing/2014/main" val="1094166498"/>
                    </a:ext>
                  </a:extLst>
                </a:gridCol>
                <a:gridCol w="3372751">
                  <a:extLst>
                    <a:ext uri="{9D8B030D-6E8A-4147-A177-3AD203B41FA5}">
                      <a16:colId xmlns:a16="http://schemas.microsoft.com/office/drawing/2014/main" val="3507465199"/>
                    </a:ext>
                  </a:extLst>
                </a:gridCol>
              </a:tblGrid>
              <a:tr h="2150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Sprache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Anwendungsbereiche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Besonderheiten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1365508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Python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Datenanalyse, KI, Webentwicklung, Automatisierung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Einsteigerfreundlich, große Community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7965966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(Frontend &amp; Backend mit Node.js)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Läuft direkt im Browser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3504914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Enterprise-Anwendungen, Android-Apps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Plattformunabhängig, stark typisiert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539155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C#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Enterprise-Anwendungen, Windows-Apps, Spieleentwicklung mit Unity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Gute Integration in Microsoft-Ökosystem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1378147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SQL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Datenbankabfragen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Deklarativ, für strukturierte Daten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3046398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PowerShell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Systemadministration, Automatisierung unter Windows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Cmdlet-basiert, stark in Windows integriert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0209790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TypeScript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mit Typisierung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 err="1">
                          <a:effectLst/>
                        </a:rPr>
                        <a:t>Superset</a:t>
                      </a:r>
                      <a:r>
                        <a:rPr lang="de-DE" sz="1100" dirty="0">
                          <a:effectLst/>
                        </a:rPr>
                        <a:t> von JavaScript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47763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PHP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Webentwicklung (Server-seitig)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Häufig in CMS wie WordPress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8217122"/>
                  </a:ext>
                </a:extLst>
              </a:tr>
              <a:tr h="430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Go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Cloud-native Anwendungen, Microservices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Schnell, kompiliert, einfach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9698571"/>
                  </a:ext>
                </a:extLst>
              </a:tr>
              <a:tr h="6451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Rust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Systemnahe Programmierung, sichere Speicherverwaltung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Sehr performant, speichersicher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163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34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fik 3">
            <a:extLst>
              <a:ext uri="{FF2B5EF4-FFF2-40B4-BE49-F238E27FC236}">
                <a16:creationId xmlns:a16="http://schemas.microsoft.com/office/drawing/2014/main" id="{47AB513F-008D-4082-9B7D-731936BF458E}"/>
              </a:ext>
            </a:extLst>
          </p:cNvPr>
          <p:cNvGrpSpPr/>
          <p:nvPr/>
        </p:nvGrpSpPr>
        <p:grpSpPr>
          <a:xfrm>
            <a:off x="644664" y="1474785"/>
            <a:ext cx="1057731" cy="1007913"/>
            <a:chOff x="3892854" y="2316691"/>
            <a:chExt cx="1057731" cy="1007913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856D6AF9-6542-49D6-A000-150EF5B28CB3}"/>
                </a:ext>
              </a:extLst>
            </p:cNvPr>
            <p:cNvSpPr/>
            <p:nvPr/>
          </p:nvSpPr>
          <p:spPr>
            <a:xfrm>
              <a:off x="4742433" y="3122040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DE569AB-9FE8-4DBF-B479-0606F7B8D971}"/>
                </a:ext>
              </a:extLst>
            </p:cNvPr>
            <p:cNvSpPr/>
            <p:nvPr/>
          </p:nvSpPr>
          <p:spPr>
            <a:xfrm>
              <a:off x="3919464" y="2342514"/>
              <a:ext cx="668363" cy="952754"/>
            </a:xfrm>
            <a:custGeom>
              <a:avLst/>
              <a:gdLst>
                <a:gd name="connsiteX0" fmla="*/ 666505 w 668363"/>
                <a:gd name="connsiteY0" fmla="*/ 817245 h 952754"/>
                <a:gd name="connsiteX1" fmla="*/ 653932 w 668363"/>
                <a:gd name="connsiteY1" fmla="*/ 813054 h 952754"/>
                <a:gd name="connsiteX2" fmla="*/ 388502 w 668363"/>
                <a:gd name="connsiteY2" fmla="*/ 824230 h 952754"/>
                <a:gd name="connsiteX3" fmla="*/ 324240 w 668363"/>
                <a:gd name="connsiteY3" fmla="*/ 818642 h 952754"/>
                <a:gd name="connsiteX4" fmla="*/ 290712 w 668363"/>
                <a:gd name="connsiteY4" fmla="*/ 818642 h 952754"/>
                <a:gd name="connsiteX5" fmla="*/ 239023 w 668363"/>
                <a:gd name="connsiteY5" fmla="*/ 775335 h 952754"/>
                <a:gd name="connsiteX6" fmla="*/ 304682 w 668363"/>
                <a:gd name="connsiteY6" fmla="*/ 709676 h 952754"/>
                <a:gd name="connsiteX7" fmla="*/ 336813 w 668363"/>
                <a:gd name="connsiteY7" fmla="*/ 677545 h 952754"/>
                <a:gd name="connsiteX8" fmla="*/ 347989 w 668363"/>
                <a:gd name="connsiteY8" fmla="*/ 664972 h 952754"/>
                <a:gd name="connsiteX9" fmla="*/ 363356 w 668363"/>
                <a:gd name="connsiteY9" fmla="*/ 652399 h 952754"/>
                <a:gd name="connsiteX10" fmla="*/ 449970 w 668363"/>
                <a:gd name="connsiteY10" fmla="*/ 607695 h 952754"/>
                <a:gd name="connsiteX11" fmla="*/ 493277 w 668363"/>
                <a:gd name="connsiteY11" fmla="*/ 575564 h 952754"/>
                <a:gd name="connsiteX12" fmla="*/ 505850 w 668363"/>
                <a:gd name="connsiteY12" fmla="*/ 571373 h 952754"/>
                <a:gd name="connsiteX13" fmla="*/ 512835 w 668363"/>
                <a:gd name="connsiteY13" fmla="*/ 565785 h 952754"/>
                <a:gd name="connsiteX14" fmla="*/ 522614 w 668363"/>
                <a:gd name="connsiteY14" fmla="*/ 558800 h 952754"/>
                <a:gd name="connsiteX15" fmla="*/ 531250 w 668363"/>
                <a:gd name="connsiteY15" fmla="*/ 555752 h 952754"/>
                <a:gd name="connsiteX16" fmla="*/ 543569 w 668363"/>
                <a:gd name="connsiteY16" fmla="*/ 539242 h 952754"/>
                <a:gd name="connsiteX17" fmla="*/ 606434 w 668363"/>
                <a:gd name="connsiteY17" fmla="*/ 473583 h 952754"/>
                <a:gd name="connsiteX18" fmla="*/ 634374 w 668363"/>
                <a:gd name="connsiteY18" fmla="*/ 438658 h 952754"/>
                <a:gd name="connsiteX19" fmla="*/ 652535 w 668363"/>
                <a:gd name="connsiteY19" fmla="*/ 386969 h 952754"/>
                <a:gd name="connsiteX20" fmla="*/ 651138 w 668363"/>
                <a:gd name="connsiteY20" fmla="*/ 366014 h 952754"/>
                <a:gd name="connsiteX21" fmla="*/ 652535 w 668363"/>
                <a:gd name="connsiteY21" fmla="*/ 353441 h 952754"/>
                <a:gd name="connsiteX22" fmla="*/ 656726 w 668363"/>
                <a:gd name="connsiteY22" fmla="*/ 250063 h 952754"/>
                <a:gd name="connsiteX23" fmla="*/ 645550 w 668363"/>
                <a:gd name="connsiteY23" fmla="*/ 192786 h 952754"/>
                <a:gd name="connsiteX24" fmla="*/ 639962 w 668363"/>
                <a:gd name="connsiteY24" fmla="*/ 180213 h 952754"/>
                <a:gd name="connsiteX25" fmla="*/ 632977 w 668363"/>
                <a:gd name="connsiteY25" fmla="*/ 163449 h 952754"/>
                <a:gd name="connsiteX26" fmla="*/ 623198 w 668363"/>
                <a:gd name="connsiteY26" fmla="*/ 142494 h 952754"/>
                <a:gd name="connsiteX27" fmla="*/ 614816 w 668363"/>
                <a:gd name="connsiteY27" fmla="*/ 129921 h 952754"/>
                <a:gd name="connsiteX28" fmla="*/ 609228 w 668363"/>
                <a:gd name="connsiteY28" fmla="*/ 118745 h 952754"/>
                <a:gd name="connsiteX29" fmla="*/ 479307 w 668363"/>
                <a:gd name="connsiteY29" fmla="*/ 25146 h 952754"/>
                <a:gd name="connsiteX30" fmla="*/ 468131 w 668363"/>
                <a:gd name="connsiteY30" fmla="*/ 20955 h 952754"/>
                <a:gd name="connsiteX31" fmla="*/ 370341 w 668363"/>
                <a:gd name="connsiteY31" fmla="*/ 2794 h 952754"/>
                <a:gd name="connsiteX32" fmla="*/ 361959 w 668363"/>
                <a:gd name="connsiteY32" fmla="*/ 0 h 952754"/>
                <a:gd name="connsiteX33" fmla="*/ 308873 w 668363"/>
                <a:gd name="connsiteY33" fmla="*/ 5588 h 952754"/>
                <a:gd name="connsiteX34" fmla="*/ 299094 w 668363"/>
                <a:gd name="connsiteY34" fmla="*/ 5588 h 952754"/>
                <a:gd name="connsiteX35" fmla="*/ 266963 w 668363"/>
                <a:gd name="connsiteY35" fmla="*/ 15367 h 952754"/>
                <a:gd name="connsiteX36" fmla="*/ 247405 w 668363"/>
                <a:gd name="connsiteY36" fmla="*/ 20955 h 952754"/>
                <a:gd name="connsiteX37" fmla="*/ 233435 w 668363"/>
                <a:gd name="connsiteY37" fmla="*/ 26543 h 952754"/>
                <a:gd name="connsiteX38" fmla="*/ 225053 w 668363"/>
                <a:gd name="connsiteY38" fmla="*/ 32131 h 952754"/>
                <a:gd name="connsiteX39" fmla="*/ 209686 w 668363"/>
                <a:gd name="connsiteY39" fmla="*/ 37719 h 952754"/>
                <a:gd name="connsiteX40" fmla="*/ 202701 w 668363"/>
                <a:gd name="connsiteY40" fmla="*/ 40513 h 952754"/>
                <a:gd name="connsiteX41" fmla="*/ 145424 w 668363"/>
                <a:gd name="connsiteY41" fmla="*/ 71247 h 952754"/>
                <a:gd name="connsiteX42" fmla="*/ 137042 w 668363"/>
                <a:gd name="connsiteY42" fmla="*/ 79629 h 952754"/>
                <a:gd name="connsiteX43" fmla="*/ 123072 w 668363"/>
                <a:gd name="connsiteY43" fmla="*/ 89408 h 952754"/>
                <a:gd name="connsiteX44" fmla="*/ 111896 w 668363"/>
                <a:gd name="connsiteY44" fmla="*/ 103378 h 952754"/>
                <a:gd name="connsiteX45" fmla="*/ 97926 w 668363"/>
                <a:gd name="connsiteY45" fmla="*/ 120142 h 952754"/>
                <a:gd name="connsiteX46" fmla="*/ 79765 w 668363"/>
                <a:gd name="connsiteY46" fmla="*/ 146685 h 952754"/>
                <a:gd name="connsiteX47" fmla="*/ 69986 w 668363"/>
                <a:gd name="connsiteY47" fmla="*/ 160655 h 952754"/>
                <a:gd name="connsiteX48" fmla="*/ 61604 w 668363"/>
                <a:gd name="connsiteY48" fmla="*/ 178816 h 952754"/>
                <a:gd name="connsiteX49" fmla="*/ 54619 w 668363"/>
                <a:gd name="connsiteY49" fmla="*/ 191389 h 952754"/>
                <a:gd name="connsiteX50" fmla="*/ 51825 w 668363"/>
                <a:gd name="connsiteY50" fmla="*/ 198374 h 952754"/>
                <a:gd name="connsiteX51" fmla="*/ 46237 w 668363"/>
                <a:gd name="connsiteY51" fmla="*/ 215138 h 952754"/>
                <a:gd name="connsiteX52" fmla="*/ 43443 w 668363"/>
                <a:gd name="connsiteY52" fmla="*/ 226314 h 952754"/>
                <a:gd name="connsiteX53" fmla="*/ 42046 w 668363"/>
                <a:gd name="connsiteY53" fmla="*/ 234696 h 952754"/>
                <a:gd name="connsiteX54" fmla="*/ 39252 w 668363"/>
                <a:gd name="connsiteY54" fmla="*/ 254254 h 952754"/>
                <a:gd name="connsiteX55" fmla="*/ 35061 w 668363"/>
                <a:gd name="connsiteY55" fmla="*/ 275209 h 952754"/>
                <a:gd name="connsiteX56" fmla="*/ 35061 w 668363"/>
                <a:gd name="connsiteY56" fmla="*/ 282194 h 952754"/>
                <a:gd name="connsiteX57" fmla="*/ 25282 w 668363"/>
                <a:gd name="connsiteY57" fmla="*/ 331089 h 952754"/>
                <a:gd name="connsiteX58" fmla="*/ 26679 w 668363"/>
                <a:gd name="connsiteY58" fmla="*/ 353441 h 952754"/>
                <a:gd name="connsiteX59" fmla="*/ 57413 w 668363"/>
                <a:gd name="connsiteY59" fmla="*/ 350647 h 952754"/>
                <a:gd name="connsiteX60" fmla="*/ 184540 w 668363"/>
                <a:gd name="connsiteY60" fmla="*/ 360426 h 952754"/>
                <a:gd name="connsiteX61" fmla="*/ 204098 w 668363"/>
                <a:gd name="connsiteY61" fmla="*/ 231902 h 952754"/>
                <a:gd name="connsiteX62" fmla="*/ 287918 w 668363"/>
                <a:gd name="connsiteY62" fmla="*/ 134112 h 952754"/>
                <a:gd name="connsiteX63" fmla="*/ 437397 w 668363"/>
                <a:gd name="connsiteY63" fmla="*/ 162052 h 952754"/>
                <a:gd name="connsiteX64" fmla="*/ 445779 w 668363"/>
                <a:gd name="connsiteY64" fmla="*/ 170434 h 952754"/>
                <a:gd name="connsiteX65" fmla="*/ 452764 w 668363"/>
                <a:gd name="connsiteY65" fmla="*/ 173228 h 952754"/>
                <a:gd name="connsiteX66" fmla="*/ 504453 w 668363"/>
                <a:gd name="connsiteY66" fmla="*/ 321310 h 952754"/>
                <a:gd name="connsiteX67" fmla="*/ 503056 w 668363"/>
                <a:gd name="connsiteY67" fmla="*/ 329692 h 952754"/>
                <a:gd name="connsiteX68" fmla="*/ 500262 w 668363"/>
                <a:gd name="connsiteY68" fmla="*/ 343662 h 952754"/>
                <a:gd name="connsiteX69" fmla="*/ 497468 w 668363"/>
                <a:gd name="connsiteY69" fmla="*/ 353441 h 952754"/>
                <a:gd name="connsiteX70" fmla="*/ 489086 w 668363"/>
                <a:gd name="connsiteY70" fmla="*/ 370205 h 952754"/>
                <a:gd name="connsiteX71" fmla="*/ 483498 w 668363"/>
                <a:gd name="connsiteY71" fmla="*/ 385572 h 952754"/>
                <a:gd name="connsiteX72" fmla="*/ 370341 w 668363"/>
                <a:gd name="connsiteY72" fmla="*/ 501523 h 952754"/>
                <a:gd name="connsiteX73" fmla="*/ 197113 w 668363"/>
                <a:gd name="connsiteY73" fmla="*/ 611886 h 952754"/>
                <a:gd name="connsiteX74" fmla="*/ 163585 w 668363"/>
                <a:gd name="connsiteY74" fmla="*/ 634238 h 952754"/>
                <a:gd name="connsiteX75" fmla="*/ 103514 w 668363"/>
                <a:gd name="connsiteY75" fmla="*/ 694309 h 952754"/>
                <a:gd name="connsiteX76" fmla="*/ 76971 w 668363"/>
                <a:gd name="connsiteY76" fmla="*/ 732028 h 952754"/>
                <a:gd name="connsiteX77" fmla="*/ 29473 w 668363"/>
                <a:gd name="connsiteY77" fmla="*/ 813054 h 952754"/>
                <a:gd name="connsiteX78" fmla="*/ 22488 w 668363"/>
                <a:gd name="connsiteY78" fmla="*/ 828421 h 952754"/>
                <a:gd name="connsiteX79" fmla="*/ 19694 w 668363"/>
                <a:gd name="connsiteY79" fmla="*/ 835406 h 952754"/>
                <a:gd name="connsiteX80" fmla="*/ 15503 w 668363"/>
                <a:gd name="connsiteY80" fmla="*/ 852170 h 952754"/>
                <a:gd name="connsiteX81" fmla="*/ 9915 w 668363"/>
                <a:gd name="connsiteY81" fmla="*/ 875919 h 952754"/>
                <a:gd name="connsiteX82" fmla="*/ 136 w 668363"/>
                <a:gd name="connsiteY82" fmla="*/ 942975 h 952754"/>
                <a:gd name="connsiteX83" fmla="*/ 37855 w 668363"/>
                <a:gd name="connsiteY83" fmla="*/ 941578 h 952754"/>
                <a:gd name="connsiteX84" fmla="*/ 60207 w 668363"/>
                <a:gd name="connsiteY84" fmla="*/ 945769 h 952754"/>
                <a:gd name="connsiteX85" fmla="*/ 83956 w 668363"/>
                <a:gd name="connsiteY85" fmla="*/ 945769 h 952754"/>
                <a:gd name="connsiteX86" fmla="*/ 141233 w 668363"/>
                <a:gd name="connsiteY86" fmla="*/ 944372 h 952754"/>
                <a:gd name="connsiteX87" fmla="*/ 252993 w 668363"/>
                <a:gd name="connsiteY87" fmla="*/ 944372 h 952754"/>
                <a:gd name="connsiteX88" fmla="*/ 259978 w 668363"/>
                <a:gd name="connsiteY88" fmla="*/ 944372 h 952754"/>
                <a:gd name="connsiteX89" fmla="*/ 268360 w 668363"/>
                <a:gd name="connsiteY89" fmla="*/ 942975 h 952754"/>
                <a:gd name="connsiteX90" fmla="*/ 278139 w 668363"/>
                <a:gd name="connsiteY90" fmla="*/ 944372 h 952754"/>
                <a:gd name="connsiteX91" fmla="*/ 398281 w 668363"/>
                <a:gd name="connsiteY91" fmla="*/ 948563 h 952754"/>
                <a:gd name="connsiteX92" fmla="*/ 507247 w 668363"/>
                <a:gd name="connsiteY92" fmla="*/ 952754 h 952754"/>
                <a:gd name="connsiteX93" fmla="*/ 644153 w 668363"/>
                <a:gd name="connsiteY93" fmla="*/ 944372 h 952754"/>
                <a:gd name="connsiteX94" fmla="*/ 659520 w 668363"/>
                <a:gd name="connsiteY94" fmla="*/ 945769 h 952754"/>
                <a:gd name="connsiteX95" fmla="*/ 663076 w 668363"/>
                <a:gd name="connsiteY95" fmla="*/ 946404 h 952754"/>
                <a:gd name="connsiteX96" fmla="*/ 663711 w 668363"/>
                <a:gd name="connsiteY96" fmla="*/ 945769 h 952754"/>
                <a:gd name="connsiteX97" fmla="*/ 666505 w 668363"/>
                <a:gd name="connsiteY97" fmla="*/ 817245 h 95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68363" h="952754">
                  <a:moveTo>
                    <a:pt x="666505" y="817245"/>
                  </a:moveTo>
                  <a:lnTo>
                    <a:pt x="653932" y="813054"/>
                  </a:lnTo>
                  <a:cubicBezTo>
                    <a:pt x="625992" y="814451"/>
                    <a:pt x="408060" y="825627"/>
                    <a:pt x="388502" y="824230"/>
                  </a:cubicBezTo>
                  <a:cubicBezTo>
                    <a:pt x="367547" y="822833"/>
                    <a:pt x="346592" y="818642"/>
                    <a:pt x="324240" y="818642"/>
                  </a:cubicBezTo>
                  <a:lnTo>
                    <a:pt x="290712" y="818642"/>
                  </a:lnTo>
                  <a:cubicBezTo>
                    <a:pt x="268360" y="818642"/>
                    <a:pt x="216671" y="808863"/>
                    <a:pt x="239023" y="775335"/>
                  </a:cubicBezTo>
                  <a:cubicBezTo>
                    <a:pt x="254390" y="748792"/>
                    <a:pt x="280933" y="729234"/>
                    <a:pt x="304682" y="709676"/>
                  </a:cubicBezTo>
                  <a:cubicBezTo>
                    <a:pt x="313064" y="692912"/>
                    <a:pt x="327034" y="687324"/>
                    <a:pt x="336813" y="677545"/>
                  </a:cubicBezTo>
                  <a:lnTo>
                    <a:pt x="347989" y="664972"/>
                  </a:lnTo>
                  <a:cubicBezTo>
                    <a:pt x="352180" y="660781"/>
                    <a:pt x="357768" y="656590"/>
                    <a:pt x="363356" y="652399"/>
                  </a:cubicBezTo>
                  <a:cubicBezTo>
                    <a:pt x="389899" y="632841"/>
                    <a:pt x="420633" y="623062"/>
                    <a:pt x="449970" y="607695"/>
                  </a:cubicBezTo>
                  <a:cubicBezTo>
                    <a:pt x="465337" y="599313"/>
                    <a:pt x="477910" y="585343"/>
                    <a:pt x="493277" y="575564"/>
                  </a:cubicBezTo>
                  <a:lnTo>
                    <a:pt x="505850" y="571373"/>
                  </a:lnTo>
                  <a:lnTo>
                    <a:pt x="512835" y="565785"/>
                  </a:lnTo>
                  <a:lnTo>
                    <a:pt x="522614" y="558800"/>
                  </a:lnTo>
                  <a:cubicBezTo>
                    <a:pt x="524773" y="557784"/>
                    <a:pt x="529980" y="555879"/>
                    <a:pt x="531250" y="555752"/>
                  </a:cubicBezTo>
                  <a:lnTo>
                    <a:pt x="543569" y="539242"/>
                  </a:lnTo>
                  <a:cubicBezTo>
                    <a:pt x="571509" y="516890"/>
                    <a:pt x="585479" y="505714"/>
                    <a:pt x="606434" y="473583"/>
                  </a:cubicBezTo>
                  <a:cubicBezTo>
                    <a:pt x="614816" y="462407"/>
                    <a:pt x="625992" y="451231"/>
                    <a:pt x="634374" y="438658"/>
                  </a:cubicBezTo>
                  <a:cubicBezTo>
                    <a:pt x="642756" y="423291"/>
                    <a:pt x="649741" y="405130"/>
                    <a:pt x="652535" y="386969"/>
                  </a:cubicBezTo>
                  <a:cubicBezTo>
                    <a:pt x="651138" y="371602"/>
                    <a:pt x="652535" y="377190"/>
                    <a:pt x="651138" y="366014"/>
                  </a:cubicBezTo>
                  <a:cubicBezTo>
                    <a:pt x="651138" y="361823"/>
                    <a:pt x="651138" y="357632"/>
                    <a:pt x="652535" y="353441"/>
                  </a:cubicBezTo>
                  <a:cubicBezTo>
                    <a:pt x="658123" y="312928"/>
                    <a:pt x="659520" y="278003"/>
                    <a:pt x="656726" y="250063"/>
                  </a:cubicBezTo>
                  <a:cubicBezTo>
                    <a:pt x="653932" y="230505"/>
                    <a:pt x="652535" y="215138"/>
                    <a:pt x="645550" y="192786"/>
                  </a:cubicBezTo>
                  <a:cubicBezTo>
                    <a:pt x="644153" y="188595"/>
                    <a:pt x="642756" y="184404"/>
                    <a:pt x="639962" y="180213"/>
                  </a:cubicBezTo>
                  <a:lnTo>
                    <a:pt x="632977" y="163449"/>
                  </a:lnTo>
                  <a:cubicBezTo>
                    <a:pt x="630183" y="155067"/>
                    <a:pt x="628786" y="150876"/>
                    <a:pt x="623198" y="142494"/>
                  </a:cubicBezTo>
                  <a:lnTo>
                    <a:pt x="614816" y="129921"/>
                  </a:lnTo>
                  <a:cubicBezTo>
                    <a:pt x="613419" y="125730"/>
                    <a:pt x="610625" y="122936"/>
                    <a:pt x="609228" y="118745"/>
                  </a:cubicBezTo>
                  <a:cubicBezTo>
                    <a:pt x="570112" y="79629"/>
                    <a:pt x="532393" y="44704"/>
                    <a:pt x="479307" y="25146"/>
                  </a:cubicBezTo>
                  <a:cubicBezTo>
                    <a:pt x="472322" y="22352"/>
                    <a:pt x="470925" y="20955"/>
                    <a:pt x="468131" y="20955"/>
                  </a:cubicBezTo>
                  <a:cubicBezTo>
                    <a:pt x="438794" y="12573"/>
                    <a:pt x="406663" y="5588"/>
                    <a:pt x="370341" y="2794"/>
                  </a:cubicBezTo>
                  <a:lnTo>
                    <a:pt x="361959" y="0"/>
                  </a:lnTo>
                  <a:cubicBezTo>
                    <a:pt x="343798" y="4191"/>
                    <a:pt x="327034" y="0"/>
                    <a:pt x="308873" y="5588"/>
                  </a:cubicBezTo>
                  <a:lnTo>
                    <a:pt x="299094" y="5588"/>
                  </a:lnTo>
                  <a:cubicBezTo>
                    <a:pt x="287918" y="9779"/>
                    <a:pt x="276742" y="12573"/>
                    <a:pt x="266963" y="15367"/>
                  </a:cubicBezTo>
                  <a:lnTo>
                    <a:pt x="247405" y="20955"/>
                  </a:lnTo>
                  <a:cubicBezTo>
                    <a:pt x="241817" y="22352"/>
                    <a:pt x="237626" y="23749"/>
                    <a:pt x="233435" y="26543"/>
                  </a:cubicBezTo>
                  <a:lnTo>
                    <a:pt x="225053" y="32131"/>
                  </a:lnTo>
                  <a:lnTo>
                    <a:pt x="209686" y="37719"/>
                  </a:lnTo>
                  <a:cubicBezTo>
                    <a:pt x="206892" y="37719"/>
                    <a:pt x="204098" y="39116"/>
                    <a:pt x="202701" y="40513"/>
                  </a:cubicBezTo>
                  <a:cubicBezTo>
                    <a:pt x="183143" y="48895"/>
                    <a:pt x="163585" y="61468"/>
                    <a:pt x="145424" y="71247"/>
                  </a:cubicBezTo>
                  <a:lnTo>
                    <a:pt x="137042" y="79629"/>
                  </a:lnTo>
                  <a:cubicBezTo>
                    <a:pt x="132851" y="82423"/>
                    <a:pt x="128660" y="86614"/>
                    <a:pt x="123072" y="89408"/>
                  </a:cubicBezTo>
                  <a:cubicBezTo>
                    <a:pt x="120278" y="94996"/>
                    <a:pt x="116087" y="99187"/>
                    <a:pt x="111896" y="103378"/>
                  </a:cubicBezTo>
                  <a:lnTo>
                    <a:pt x="97926" y="120142"/>
                  </a:lnTo>
                  <a:cubicBezTo>
                    <a:pt x="88147" y="131318"/>
                    <a:pt x="82559" y="138303"/>
                    <a:pt x="79765" y="146685"/>
                  </a:cubicBezTo>
                  <a:lnTo>
                    <a:pt x="69986" y="160655"/>
                  </a:lnTo>
                  <a:cubicBezTo>
                    <a:pt x="68589" y="169037"/>
                    <a:pt x="64398" y="173228"/>
                    <a:pt x="61604" y="178816"/>
                  </a:cubicBezTo>
                  <a:lnTo>
                    <a:pt x="54619" y="191389"/>
                  </a:lnTo>
                  <a:cubicBezTo>
                    <a:pt x="54619" y="192786"/>
                    <a:pt x="53222" y="195580"/>
                    <a:pt x="51825" y="198374"/>
                  </a:cubicBezTo>
                  <a:cubicBezTo>
                    <a:pt x="47634" y="208153"/>
                    <a:pt x="47634" y="212344"/>
                    <a:pt x="46237" y="215138"/>
                  </a:cubicBezTo>
                  <a:lnTo>
                    <a:pt x="43443" y="226314"/>
                  </a:lnTo>
                  <a:cubicBezTo>
                    <a:pt x="42046" y="229108"/>
                    <a:pt x="42046" y="233299"/>
                    <a:pt x="42046" y="234696"/>
                  </a:cubicBezTo>
                  <a:cubicBezTo>
                    <a:pt x="42046" y="238887"/>
                    <a:pt x="40649" y="250063"/>
                    <a:pt x="39252" y="254254"/>
                  </a:cubicBezTo>
                  <a:lnTo>
                    <a:pt x="35061" y="275209"/>
                  </a:lnTo>
                  <a:lnTo>
                    <a:pt x="35061" y="282194"/>
                  </a:lnTo>
                  <a:cubicBezTo>
                    <a:pt x="32267" y="300355"/>
                    <a:pt x="26679" y="317119"/>
                    <a:pt x="25282" y="331089"/>
                  </a:cubicBezTo>
                  <a:cubicBezTo>
                    <a:pt x="23885" y="340868"/>
                    <a:pt x="25282" y="346456"/>
                    <a:pt x="26679" y="353441"/>
                  </a:cubicBezTo>
                  <a:cubicBezTo>
                    <a:pt x="37855" y="350647"/>
                    <a:pt x="47634" y="350647"/>
                    <a:pt x="57413" y="350647"/>
                  </a:cubicBezTo>
                  <a:cubicBezTo>
                    <a:pt x="89544" y="354838"/>
                    <a:pt x="155203" y="368808"/>
                    <a:pt x="184540" y="360426"/>
                  </a:cubicBezTo>
                  <a:cubicBezTo>
                    <a:pt x="191525" y="317119"/>
                    <a:pt x="190128" y="273812"/>
                    <a:pt x="204098" y="231902"/>
                  </a:cubicBezTo>
                  <a:cubicBezTo>
                    <a:pt x="216671" y="192786"/>
                    <a:pt x="246008" y="152273"/>
                    <a:pt x="287918" y="134112"/>
                  </a:cubicBezTo>
                  <a:cubicBezTo>
                    <a:pt x="343798" y="111760"/>
                    <a:pt x="405266" y="139700"/>
                    <a:pt x="437397" y="162052"/>
                  </a:cubicBezTo>
                  <a:lnTo>
                    <a:pt x="445779" y="170434"/>
                  </a:lnTo>
                  <a:lnTo>
                    <a:pt x="452764" y="173228"/>
                  </a:lnTo>
                  <a:cubicBezTo>
                    <a:pt x="494674" y="210947"/>
                    <a:pt x="511438" y="268224"/>
                    <a:pt x="504453" y="321310"/>
                  </a:cubicBezTo>
                  <a:cubicBezTo>
                    <a:pt x="504453" y="324104"/>
                    <a:pt x="503056" y="326898"/>
                    <a:pt x="503056" y="329692"/>
                  </a:cubicBezTo>
                  <a:lnTo>
                    <a:pt x="500262" y="343662"/>
                  </a:lnTo>
                  <a:lnTo>
                    <a:pt x="497468" y="353441"/>
                  </a:lnTo>
                  <a:cubicBezTo>
                    <a:pt x="494674" y="357632"/>
                    <a:pt x="491880" y="363220"/>
                    <a:pt x="489086" y="370205"/>
                  </a:cubicBezTo>
                  <a:lnTo>
                    <a:pt x="483498" y="385572"/>
                  </a:lnTo>
                  <a:cubicBezTo>
                    <a:pt x="456955" y="438658"/>
                    <a:pt x="415045" y="472186"/>
                    <a:pt x="370341" y="501523"/>
                  </a:cubicBezTo>
                  <a:cubicBezTo>
                    <a:pt x="313064" y="539242"/>
                    <a:pt x="254390" y="572770"/>
                    <a:pt x="197113" y="611886"/>
                  </a:cubicBezTo>
                  <a:cubicBezTo>
                    <a:pt x="185937" y="620268"/>
                    <a:pt x="173364" y="625856"/>
                    <a:pt x="163585" y="634238"/>
                  </a:cubicBezTo>
                  <a:cubicBezTo>
                    <a:pt x="141233" y="652399"/>
                    <a:pt x="125866" y="676148"/>
                    <a:pt x="103514" y="694309"/>
                  </a:cubicBezTo>
                  <a:cubicBezTo>
                    <a:pt x="95132" y="708279"/>
                    <a:pt x="88147" y="720852"/>
                    <a:pt x="76971" y="732028"/>
                  </a:cubicBezTo>
                  <a:cubicBezTo>
                    <a:pt x="61604" y="758571"/>
                    <a:pt x="43443" y="783717"/>
                    <a:pt x="29473" y="813054"/>
                  </a:cubicBezTo>
                  <a:lnTo>
                    <a:pt x="22488" y="828421"/>
                  </a:lnTo>
                  <a:lnTo>
                    <a:pt x="19694" y="835406"/>
                  </a:lnTo>
                  <a:lnTo>
                    <a:pt x="15503" y="852170"/>
                  </a:lnTo>
                  <a:lnTo>
                    <a:pt x="9915" y="875919"/>
                  </a:lnTo>
                  <a:cubicBezTo>
                    <a:pt x="8518" y="896874"/>
                    <a:pt x="-1261" y="920623"/>
                    <a:pt x="136" y="942975"/>
                  </a:cubicBezTo>
                  <a:cubicBezTo>
                    <a:pt x="12709" y="941578"/>
                    <a:pt x="25282" y="941578"/>
                    <a:pt x="37855" y="941578"/>
                  </a:cubicBezTo>
                  <a:cubicBezTo>
                    <a:pt x="47634" y="941578"/>
                    <a:pt x="53222" y="944372"/>
                    <a:pt x="60207" y="945769"/>
                  </a:cubicBezTo>
                  <a:lnTo>
                    <a:pt x="83956" y="945769"/>
                  </a:lnTo>
                  <a:lnTo>
                    <a:pt x="141233" y="944372"/>
                  </a:lnTo>
                  <a:cubicBezTo>
                    <a:pt x="183143" y="942975"/>
                    <a:pt x="230641" y="941578"/>
                    <a:pt x="252993" y="944372"/>
                  </a:cubicBezTo>
                  <a:lnTo>
                    <a:pt x="259978" y="944372"/>
                  </a:lnTo>
                  <a:lnTo>
                    <a:pt x="268360" y="942975"/>
                  </a:lnTo>
                  <a:lnTo>
                    <a:pt x="278139" y="944372"/>
                  </a:lnTo>
                  <a:lnTo>
                    <a:pt x="398281" y="948563"/>
                  </a:lnTo>
                  <a:cubicBezTo>
                    <a:pt x="454161" y="949960"/>
                    <a:pt x="505850" y="952754"/>
                    <a:pt x="507247" y="952754"/>
                  </a:cubicBezTo>
                  <a:cubicBezTo>
                    <a:pt x="553348" y="948563"/>
                    <a:pt x="602243" y="942975"/>
                    <a:pt x="644153" y="944372"/>
                  </a:cubicBezTo>
                  <a:lnTo>
                    <a:pt x="659520" y="945769"/>
                  </a:lnTo>
                  <a:cubicBezTo>
                    <a:pt x="661806" y="946277"/>
                    <a:pt x="662822" y="946404"/>
                    <a:pt x="663076" y="946404"/>
                  </a:cubicBezTo>
                  <a:cubicBezTo>
                    <a:pt x="662822" y="946023"/>
                    <a:pt x="662568" y="945769"/>
                    <a:pt x="663711" y="945769"/>
                  </a:cubicBezTo>
                  <a:cubicBezTo>
                    <a:pt x="658123" y="901065"/>
                    <a:pt x="673490" y="847979"/>
                    <a:pt x="666505" y="81724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8D540C5-98CE-4587-9432-1CF68A617126}"/>
                </a:ext>
              </a:extLst>
            </p:cNvPr>
            <p:cNvSpPr/>
            <p:nvPr/>
          </p:nvSpPr>
          <p:spPr>
            <a:xfrm>
              <a:off x="4715891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49B7A2E-80E5-4371-9CF1-8A6699347808}"/>
                </a:ext>
              </a:extLst>
            </p:cNvPr>
            <p:cNvSpPr/>
            <p:nvPr/>
          </p:nvSpPr>
          <p:spPr>
            <a:xfrm>
              <a:off x="3892854" y="2316691"/>
              <a:ext cx="722967" cy="1005119"/>
            </a:xfrm>
            <a:custGeom>
              <a:avLst/>
              <a:gdLst>
                <a:gd name="connsiteX0" fmla="*/ 695909 w 722967"/>
                <a:gd name="connsiteY0" fmla="*/ 816524 h 1005119"/>
                <a:gd name="connsiteX1" fmla="*/ 688924 w 722967"/>
                <a:gd name="connsiteY1" fmla="*/ 813730 h 1005119"/>
                <a:gd name="connsiteX2" fmla="*/ 677748 w 722967"/>
                <a:gd name="connsiteY2" fmla="*/ 810936 h 1005119"/>
                <a:gd name="connsiteX3" fmla="*/ 417906 w 722967"/>
                <a:gd name="connsiteY3" fmla="*/ 823510 h 1005119"/>
                <a:gd name="connsiteX4" fmla="*/ 350850 w 722967"/>
                <a:gd name="connsiteY4" fmla="*/ 816524 h 1005119"/>
                <a:gd name="connsiteX5" fmla="*/ 317322 w 722967"/>
                <a:gd name="connsiteY5" fmla="*/ 817921 h 1005119"/>
                <a:gd name="connsiteX6" fmla="*/ 287985 w 722967"/>
                <a:gd name="connsiteY6" fmla="*/ 815127 h 1005119"/>
                <a:gd name="connsiteX7" fmla="*/ 357835 w 722967"/>
                <a:gd name="connsiteY7" fmla="*/ 741086 h 1005119"/>
                <a:gd name="connsiteX8" fmla="*/ 382981 w 722967"/>
                <a:gd name="connsiteY8" fmla="*/ 721528 h 1005119"/>
                <a:gd name="connsiteX9" fmla="*/ 394157 w 722967"/>
                <a:gd name="connsiteY9" fmla="*/ 710352 h 1005119"/>
                <a:gd name="connsiteX10" fmla="*/ 405333 w 722967"/>
                <a:gd name="connsiteY10" fmla="*/ 699176 h 1005119"/>
                <a:gd name="connsiteX11" fmla="*/ 487756 w 722967"/>
                <a:gd name="connsiteY11" fmla="*/ 657266 h 1005119"/>
                <a:gd name="connsiteX12" fmla="*/ 532460 w 722967"/>
                <a:gd name="connsiteY12" fmla="*/ 625135 h 1005119"/>
                <a:gd name="connsiteX13" fmla="*/ 547827 w 722967"/>
                <a:gd name="connsiteY13" fmla="*/ 619547 h 1005119"/>
                <a:gd name="connsiteX14" fmla="*/ 556209 w 722967"/>
                <a:gd name="connsiteY14" fmla="*/ 612562 h 1005119"/>
                <a:gd name="connsiteX15" fmla="*/ 563194 w 722967"/>
                <a:gd name="connsiteY15" fmla="*/ 606974 h 1005119"/>
                <a:gd name="connsiteX16" fmla="*/ 572973 w 722967"/>
                <a:gd name="connsiteY16" fmla="*/ 602783 h 1005119"/>
                <a:gd name="connsiteX17" fmla="*/ 589737 w 722967"/>
                <a:gd name="connsiteY17" fmla="*/ 583225 h 1005119"/>
                <a:gd name="connsiteX18" fmla="*/ 599516 w 722967"/>
                <a:gd name="connsiteY18" fmla="*/ 576240 h 1005119"/>
                <a:gd name="connsiteX19" fmla="*/ 653999 w 722967"/>
                <a:gd name="connsiteY19" fmla="*/ 516169 h 1005119"/>
                <a:gd name="connsiteX20" fmla="*/ 683336 w 722967"/>
                <a:gd name="connsiteY20" fmla="*/ 478450 h 1005119"/>
                <a:gd name="connsiteX21" fmla="*/ 705688 w 722967"/>
                <a:gd name="connsiteY21" fmla="*/ 407203 h 1005119"/>
                <a:gd name="connsiteX22" fmla="*/ 704291 w 722967"/>
                <a:gd name="connsiteY22" fmla="*/ 390439 h 1005119"/>
                <a:gd name="connsiteX23" fmla="*/ 705688 w 722967"/>
                <a:gd name="connsiteY23" fmla="*/ 382057 h 1005119"/>
                <a:gd name="connsiteX24" fmla="*/ 709879 w 722967"/>
                <a:gd name="connsiteY24" fmla="*/ 271694 h 1005119"/>
                <a:gd name="connsiteX25" fmla="*/ 698703 w 722967"/>
                <a:gd name="connsiteY25" fmla="*/ 210226 h 1005119"/>
                <a:gd name="connsiteX26" fmla="*/ 691718 w 722967"/>
                <a:gd name="connsiteY26" fmla="*/ 194859 h 1005119"/>
                <a:gd name="connsiteX27" fmla="*/ 683336 w 722967"/>
                <a:gd name="connsiteY27" fmla="*/ 179492 h 1005119"/>
                <a:gd name="connsiteX28" fmla="*/ 672160 w 722967"/>
                <a:gd name="connsiteY28" fmla="*/ 152949 h 1005119"/>
                <a:gd name="connsiteX29" fmla="*/ 663778 w 722967"/>
                <a:gd name="connsiteY29" fmla="*/ 141773 h 1005119"/>
                <a:gd name="connsiteX30" fmla="*/ 656793 w 722967"/>
                <a:gd name="connsiteY30" fmla="*/ 127803 h 1005119"/>
                <a:gd name="connsiteX31" fmla="*/ 512902 w 722967"/>
                <a:gd name="connsiteY31" fmla="*/ 24425 h 1005119"/>
                <a:gd name="connsiteX32" fmla="*/ 503123 w 722967"/>
                <a:gd name="connsiteY32" fmla="*/ 20234 h 1005119"/>
                <a:gd name="connsiteX33" fmla="*/ 401142 w 722967"/>
                <a:gd name="connsiteY33" fmla="*/ 2073 h 1005119"/>
                <a:gd name="connsiteX34" fmla="*/ 331292 w 722967"/>
                <a:gd name="connsiteY34" fmla="*/ 4867 h 1005119"/>
                <a:gd name="connsiteX35" fmla="*/ 320116 w 722967"/>
                <a:gd name="connsiteY35" fmla="*/ 4867 h 1005119"/>
                <a:gd name="connsiteX36" fmla="*/ 286588 w 722967"/>
                <a:gd name="connsiteY36" fmla="*/ 16043 h 1005119"/>
                <a:gd name="connsiteX37" fmla="*/ 265633 w 722967"/>
                <a:gd name="connsiteY37" fmla="*/ 21631 h 1005119"/>
                <a:gd name="connsiteX38" fmla="*/ 246075 w 722967"/>
                <a:gd name="connsiteY38" fmla="*/ 30013 h 1005119"/>
                <a:gd name="connsiteX39" fmla="*/ 237693 w 722967"/>
                <a:gd name="connsiteY39" fmla="*/ 34204 h 1005119"/>
                <a:gd name="connsiteX40" fmla="*/ 227914 w 722967"/>
                <a:gd name="connsiteY40" fmla="*/ 38395 h 1005119"/>
                <a:gd name="connsiteX41" fmla="*/ 218135 w 722967"/>
                <a:gd name="connsiteY41" fmla="*/ 42586 h 1005119"/>
                <a:gd name="connsiteX42" fmla="*/ 153873 w 722967"/>
                <a:gd name="connsiteY42" fmla="*/ 76114 h 1005119"/>
                <a:gd name="connsiteX43" fmla="*/ 130124 w 722967"/>
                <a:gd name="connsiteY43" fmla="*/ 97069 h 1005119"/>
                <a:gd name="connsiteX44" fmla="*/ 118948 w 722967"/>
                <a:gd name="connsiteY44" fmla="*/ 111039 h 1005119"/>
                <a:gd name="connsiteX45" fmla="*/ 103581 w 722967"/>
                <a:gd name="connsiteY45" fmla="*/ 127803 h 1005119"/>
                <a:gd name="connsiteX46" fmla="*/ 82626 w 722967"/>
                <a:gd name="connsiteY46" fmla="*/ 161331 h 1005119"/>
                <a:gd name="connsiteX47" fmla="*/ 72847 w 722967"/>
                <a:gd name="connsiteY47" fmla="*/ 172507 h 1005119"/>
                <a:gd name="connsiteX48" fmla="*/ 68656 w 722967"/>
                <a:gd name="connsiteY48" fmla="*/ 179492 h 1005119"/>
                <a:gd name="connsiteX49" fmla="*/ 67259 w 722967"/>
                <a:gd name="connsiteY49" fmla="*/ 186477 h 1005119"/>
                <a:gd name="connsiteX50" fmla="*/ 60274 w 722967"/>
                <a:gd name="connsiteY50" fmla="*/ 197653 h 1005119"/>
                <a:gd name="connsiteX51" fmla="*/ 57480 w 722967"/>
                <a:gd name="connsiteY51" fmla="*/ 206035 h 1005119"/>
                <a:gd name="connsiteX52" fmla="*/ 53289 w 722967"/>
                <a:gd name="connsiteY52" fmla="*/ 214417 h 1005119"/>
                <a:gd name="connsiteX53" fmla="*/ 49098 w 722967"/>
                <a:gd name="connsiteY53" fmla="*/ 225593 h 1005119"/>
                <a:gd name="connsiteX54" fmla="*/ 47701 w 722967"/>
                <a:gd name="connsiteY54" fmla="*/ 233975 h 1005119"/>
                <a:gd name="connsiteX55" fmla="*/ 43510 w 722967"/>
                <a:gd name="connsiteY55" fmla="*/ 245151 h 1005119"/>
                <a:gd name="connsiteX56" fmla="*/ 42113 w 722967"/>
                <a:gd name="connsiteY56" fmla="*/ 266106 h 1005119"/>
                <a:gd name="connsiteX57" fmla="*/ 37922 w 722967"/>
                <a:gd name="connsiteY57" fmla="*/ 278679 h 1005119"/>
                <a:gd name="connsiteX58" fmla="*/ 35128 w 722967"/>
                <a:gd name="connsiteY58" fmla="*/ 299634 h 1005119"/>
                <a:gd name="connsiteX59" fmla="*/ 35128 w 722967"/>
                <a:gd name="connsiteY59" fmla="*/ 306619 h 1005119"/>
                <a:gd name="connsiteX60" fmla="*/ 25349 w 722967"/>
                <a:gd name="connsiteY60" fmla="*/ 354117 h 1005119"/>
                <a:gd name="connsiteX61" fmla="*/ 32334 w 722967"/>
                <a:gd name="connsiteY61" fmla="*/ 398821 h 1005119"/>
                <a:gd name="connsiteX62" fmla="*/ 60274 w 722967"/>
                <a:gd name="connsiteY62" fmla="*/ 404409 h 1005119"/>
                <a:gd name="connsiteX63" fmla="*/ 81229 w 722967"/>
                <a:gd name="connsiteY63" fmla="*/ 404409 h 1005119"/>
                <a:gd name="connsiteX64" fmla="*/ 236296 w 722967"/>
                <a:gd name="connsiteY64" fmla="*/ 397424 h 1005119"/>
                <a:gd name="connsiteX65" fmla="*/ 255854 w 722967"/>
                <a:gd name="connsiteY65" fmla="*/ 266106 h 1005119"/>
                <a:gd name="connsiteX66" fmla="*/ 324307 w 722967"/>
                <a:gd name="connsiteY66" fmla="*/ 185080 h 1005119"/>
                <a:gd name="connsiteX67" fmla="*/ 447243 w 722967"/>
                <a:gd name="connsiteY67" fmla="*/ 208829 h 1005119"/>
                <a:gd name="connsiteX68" fmla="*/ 458419 w 722967"/>
                <a:gd name="connsiteY68" fmla="*/ 218608 h 1005119"/>
                <a:gd name="connsiteX69" fmla="*/ 465404 w 722967"/>
                <a:gd name="connsiteY69" fmla="*/ 221402 h 1005119"/>
                <a:gd name="connsiteX70" fmla="*/ 501726 w 722967"/>
                <a:gd name="connsiteY70" fmla="*/ 351323 h 1005119"/>
                <a:gd name="connsiteX71" fmla="*/ 500329 w 722967"/>
                <a:gd name="connsiteY71" fmla="*/ 359705 h 1005119"/>
                <a:gd name="connsiteX72" fmla="*/ 498932 w 722967"/>
                <a:gd name="connsiteY72" fmla="*/ 369484 h 1005119"/>
                <a:gd name="connsiteX73" fmla="*/ 491947 w 722967"/>
                <a:gd name="connsiteY73" fmla="*/ 386248 h 1005119"/>
                <a:gd name="connsiteX74" fmla="*/ 484962 w 722967"/>
                <a:gd name="connsiteY74" fmla="*/ 401615 h 1005119"/>
                <a:gd name="connsiteX75" fmla="*/ 382981 w 722967"/>
                <a:gd name="connsiteY75" fmla="*/ 504993 h 1005119"/>
                <a:gd name="connsiteX76" fmla="*/ 208356 w 722967"/>
                <a:gd name="connsiteY76" fmla="*/ 615356 h 1005119"/>
                <a:gd name="connsiteX77" fmla="*/ 173431 w 722967"/>
                <a:gd name="connsiteY77" fmla="*/ 639105 h 1005119"/>
                <a:gd name="connsiteX78" fmla="*/ 107772 w 722967"/>
                <a:gd name="connsiteY78" fmla="*/ 704764 h 1005119"/>
                <a:gd name="connsiteX79" fmla="*/ 79832 w 722967"/>
                <a:gd name="connsiteY79" fmla="*/ 742483 h 1005119"/>
                <a:gd name="connsiteX80" fmla="*/ 30937 w 722967"/>
                <a:gd name="connsiteY80" fmla="*/ 827700 h 1005119"/>
                <a:gd name="connsiteX81" fmla="*/ 23952 w 722967"/>
                <a:gd name="connsiteY81" fmla="*/ 843068 h 1005119"/>
                <a:gd name="connsiteX82" fmla="*/ 21158 w 722967"/>
                <a:gd name="connsiteY82" fmla="*/ 854243 h 1005119"/>
                <a:gd name="connsiteX83" fmla="*/ 16967 w 722967"/>
                <a:gd name="connsiteY83" fmla="*/ 871008 h 1005119"/>
                <a:gd name="connsiteX84" fmla="*/ 9982 w 722967"/>
                <a:gd name="connsiteY84" fmla="*/ 897550 h 1005119"/>
                <a:gd name="connsiteX85" fmla="*/ 1600 w 722967"/>
                <a:gd name="connsiteY85" fmla="*/ 947843 h 1005119"/>
                <a:gd name="connsiteX86" fmla="*/ 63068 w 722967"/>
                <a:gd name="connsiteY86" fmla="*/ 993944 h 1005119"/>
                <a:gd name="connsiteX87" fmla="*/ 71450 w 722967"/>
                <a:gd name="connsiteY87" fmla="*/ 995341 h 1005119"/>
                <a:gd name="connsiteX88" fmla="*/ 79832 w 722967"/>
                <a:gd name="connsiteY88" fmla="*/ 998135 h 1005119"/>
                <a:gd name="connsiteX89" fmla="*/ 92405 w 722967"/>
                <a:gd name="connsiteY89" fmla="*/ 999532 h 1005119"/>
                <a:gd name="connsiteX90" fmla="*/ 111963 w 722967"/>
                <a:gd name="connsiteY90" fmla="*/ 998135 h 1005119"/>
                <a:gd name="connsiteX91" fmla="*/ 167843 w 722967"/>
                <a:gd name="connsiteY91" fmla="*/ 996738 h 1005119"/>
                <a:gd name="connsiteX92" fmla="*/ 279603 w 722967"/>
                <a:gd name="connsiteY92" fmla="*/ 996738 h 1005119"/>
                <a:gd name="connsiteX93" fmla="*/ 287985 w 722967"/>
                <a:gd name="connsiteY93" fmla="*/ 996738 h 1005119"/>
                <a:gd name="connsiteX94" fmla="*/ 296367 w 722967"/>
                <a:gd name="connsiteY94" fmla="*/ 995341 h 1005119"/>
                <a:gd name="connsiteX95" fmla="*/ 303352 w 722967"/>
                <a:gd name="connsiteY95" fmla="*/ 996738 h 1005119"/>
                <a:gd name="connsiteX96" fmla="*/ 423494 w 722967"/>
                <a:gd name="connsiteY96" fmla="*/ 1000929 h 1005119"/>
                <a:gd name="connsiteX97" fmla="*/ 536651 w 722967"/>
                <a:gd name="connsiteY97" fmla="*/ 1005120 h 1005119"/>
                <a:gd name="connsiteX98" fmla="*/ 669366 w 722967"/>
                <a:gd name="connsiteY98" fmla="*/ 998135 h 1005119"/>
                <a:gd name="connsiteX99" fmla="*/ 684733 w 722967"/>
                <a:gd name="connsiteY99" fmla="*/ 998135 h 1005119"/>
                <a:gd name="connsiteX100" fmla="*/ 716864 w 722967"/>
                <a:gd name="connsiteY100" fmla="*/ 986959 h 1005119"/>
                <a:gd name="connsiteX101" fmla="*/ 718261 w 722967"/>
                <a:gd name="connsiteY101" fmla="*/ 908727 h 1005119"/>
                <a:gd name="connsiteX102" fmla="*/ 695909 w 722967"/>
                <a:gd name="connsiteY102" fmla="*/ 816524 h 1005119"/>
                <a:gd name="connsiteX103" fmla="*/ 690321 w 722967"/>
                <a:gd name="connsiteY103" fmla="*/ 971592 h 1005119"/>
                <a:gd name="connsiteX104" fmla="*/ 689686 w 722967"/>
                <a:gd name="connsiteY104" fmla="*/ 972227 h 1005119"/>
                <a:gd name="connsiteX105" fmla="*/ 686130 w 722967"/>
                <a:gd name="connsiteY105" fmla="*/ 971592 h 1005119"/>
                <a:gd name="connsiteX106" fmla="*/ 670763 w 722967"/>
                <a:gd name="connsiteY106" fmla="*/ 970195 h 1005119"/>
                <a:gd name="connsiteX107" fmla="*/ 533857 w 722967"/>
                <a:gd name="connsiteY107" fmla="*/ 978577 h 1005119"/>
                <a:gd name="connsiteX108" fmla="*/ 424891 w 722967"/>
                <a:gd name="connsiteY108" fmla="*/ 974386 h 1005119"/>
                <a:gd name="connsiteX109" fmla="*/ 304749 w 722967"/>
                <a:gd name="connsiteY109" fmla="*/ 970195 h 1005119"/>
                <a:gd name="connsiteX110" fmla="*/ 294970 w 722967"/>
                <a:gd name="connsiteY110" fmla="*/ 968797 h 1005119"/>
                <a:gd name="connsiteX111" fmla="*/ 286588 w 722967"/>
                <a:gd name="connsiteY111" fmla="*/ 970195 h 1005119"/>
                <a:gd name="connsiteX112" fmla="*/ 279603 w 722967"/>
                <a:gd name="connsiteY112" fmla="*/ 970195 h 1005119"/>
                <a:gd name="connsiteX113" fmla="*/ 167843 w 722967"/>
                <a:gd name="connsiteY113" fmla="*/ 970195 h 1005119"/>
                <a:gd name="connsiteX114" fmla="*/ 110566 w 722967"/>
                <a:gd name="connsiteY114" fmla="*/ 971592 h 1005119"/>
                <a:gd name="connsiteX115" fmla="*/ 86817 w 722967"/>
                <a:gd name="connsiteY115" fmla="*/ 971592 h 1005119"/>
                <a:gd name="connsiteX116" fmla="*/ 64465 w 722967"/>
                <a:gd name="connsiteY116" fmla="*/ 967400 h 1005119"/>
                <a:gd name="connsiteX117" fmla="*/ 26746 w 722967"/>
                <a:gd name="connsiteY117" fmla="*/ 968797 h 1005119"/>
                <a:gd name="connsiteX118" fmla="*/ 36525 w 722967"/>
                <a:gd name="connsiteY118" fmla="*/ 901741 h 1005119"/>
                <a:gd name="connsiteX119" fmla="*/ 42113 w 722967"/>
                <a:gd name="connsiteY119" fmla="*/ 877993 h 1005119"/>
                <a:gd name="connsiteX120" fmla="*/ 46304 w 722967"/>
                <a:gd name="connsiteY120" fmla="*/ 861229 h 1005119"/>
                <a:gd name="connsiteX121" fmla="*/ 49098 w 722967"/>
                <a:gd name="connsiteY121" fmla="*/ 854243 h 1005119"/>
                <a:gd name="connsiteX122" fmla="*/ 56083 w 722967"/>
                <a:gd name="connsiteY122" fmla="*/ 838877 h 1005119"/>
                <a:gd name="connsiteX123" fmla="*/ 103581 w 722967"/>
                <a:gd name="connsiteY123" fmla="*/ 757850 h 1005119"/>
                <a:gd name="connsiteX124" fmla="*/ 130124 w 722967"/>
                <a:gd name="connsiteY124" fmla="*/ 720131 h 1005119"/>
                <a:gd name="connsiteX125" fmla="*/ 190195 w 722967"/>
                <a:gd name="connsiteY125" fmla="*/ 660060 h 1005119"/>
                <a:gd name="connsiteX126" fmla="*/ 223723 w 722967"/>
                <a:gd name="connsiteY126" fmla="*/ 637708 h 1005119"/>
                <a:gd name="connsiteX127" fmla="*/ 396951 w 722967"/>
                <a:gd name="connsiteY127" fmla="*/ 527345 h 1005119"/>
                <a:gd name="connsiteX128" fmla="*/ 510108 w 722967"/>
                <a:gd name="connsiteY128" fmla="*/ 411394 h 1005119"/>
                <a:gd name="connsiteX129" fmla="*/ 515696 w 722967"/>
                <a:gd name="connsiteY129" fmla="*/ 396027 h 1005119"/>
                <a:gd name="connsiteX130" fmla="*/ 524078 w 722967"/>
                <a:gd name="connsiteY130" fmla="*/ 379263 h 1005119"/>
                <a:gd name="connsiteX131" fmla="*/ 526872 w 722967"/>
                <a:gd name="connsiteY131" fmla="*/ 369484 h 1005119"/>
                <a:gd name="connsiteX132" fmla="*/ 529666 w 722967"/>
                <a:gd name="connsiteY132" fmla="*/ 355514 h 1005119"/>
                <a:gd name="connsiteX133" fmla="*/ 531063 w 722967"/>
                <a:gd name="connsiteY133" fmla="*/ 347132 h 1005119"/>
                <a:gd name="connsiteX134" fmla="*/ 479374 w 722967"/>
                <a:gd name="connsiteY134" fmla="*/ 199050 h 1005119"/>
                <a:gd name="connsiteX135" fmla="*/ 472389 w 722967"/>
                <a:gd name="connsiteY135" fmla="*/ 196256 h 1005119"/>
                <a:gd name="connsiteX136" fmla="*/ 464007 w 722967"/>
                <a:gd name="connsiteY136" fmla="*/ 187874 h 1005119"/>
                <a:gd name="connsiteX137" fmla="*/ 314528 w 722967"/>
                <a:gd name="connsiteY137" fmla="*/ 159934 h 1005119"/>
                <a:gd name="connsiteX138" fmla="*/ 230708 w 722967"/>
                <a:gd name="connsiteY138" fmla="*/ 257724 h 1005119"/>
                <a:gd name="connsiteX139" fmla="*/ 211150 w 722967"/>
                <a:gd name="connsiteY139" fmla="*/ 386248 h 1005119"/>
                <a:gd name="connsiteX140" fmla="*/ 84023 w 722967"/>
                <a:gd name="connsiteY140" fmla="*/ 376469 h 1005119"/>
                <a:gd name="connsiteX141" fmla="*/ 53289 w 722967"/>
                <a:gd name="connsiteY141" fmla="*/ 379263 h 1005119"/>
                <a:gd name="connsiteX142" fmla="*/ 51892 w 722967"/>
                <a:gd name="connsiteY142" fmla="*/ 356911 h 1005119"/>
                <a:gd name="connsiteX143" fmla="*/ 61671 w 722967"/>
                <a:gd name="connsiteY143" fmla="*/ 308016 h 1005119"/>
                <a:gd name="connsiteX144" fmla="*/ 61671 w 722967"/>
                <a:gd name="connsiteY144" fmla="*/ 301031 h 1005119"/>
                <a:gd name="connsiteX145" fmla="*/ 65862 w 722967"/>
                <a:gd name="connsiteY145" fmla="*/ 280076 h 1005119"/>
                <a:gd name="connsiteX146" fmla="*/ 68656 w 722967"/>
                <a:gd name="connsiteY146" fmla="*/ 260518 h 1005119"/>
                <a:gd name="connsiteX147" fmla="*/ 70053 w 722967"/>
                <a:gd name="connsiteY147" fmla="*/ 252136 h 1005119"/>
                <a:gd name="connsiteX148" fmla="*/ 72847 w 722967"/>
                <a:gd name="connsiteY148" fmla="*/ 240960 h 1005119"/>
                <a:gd name="connsiteX149" fmla="*/ 78435 w 722967"/>
                <a:gd name="connsiteY149" fmla="*/ 224196 h 1005119"/>
                <a:gd name="connsiteX150" fmla="*/ 81229 w 722967"/>
                <a:gd name="connsiteY150" fmla="*/ 217211 h 1005119"/>
                <a:gd name="connsiteX151" fmla="*/ 88214 w 722967"/>
                <a:gd name="connsiteY151" fmla="*/ 204638 h 1005119"/>
                <a:gd name="connsiteX152" fmla="*/ 96596 w 722967"/>
                <a:gd name="connsiteY152" fmla="*/ 186477 h 1005119"/>
                <a:gd name="connsiteX153" fmla="*/ 106375 w 722967"/>
                <a:gd name="connsiteY153" fmla="*/ 172507 h 1005119"/>
                <a:gd name="connsiteX154" fmla="*/ 124536 w 722967"/>
                <a:gd name="connsiteY154" fmla="*/ 145964 h 1005119"/>
                <a:gd name="connsiteX155" fmla="*/ 138506 w 722967"/>
                <a:gd name="connsiteY155" fmla="*/ 129200 h 1005119"/>
                <a:gd name="connsiteX156" fmla="*/ 149682 w 722967"/>
                <a:gd name="connsiteY156" fmla="*/ 115230 h 1005119"/>
                <a:gd name="connsiteX157" fmla="*/ 163652 w 722967"/>
                <a:gd name="connsiteY157" fmla="*/ 105451 h 1005119"/>
                <a:gd name="connsiteX158" fmla="*/ 172034 w 722967"/>
                <a:gd name="connsiteY158" fmla="*/ 97069 h 1005119"/>
                <a:gd name="connsiteX159" fmla="*/ 229311 w 722967"/>
                <a:gd name="connsiteY159" fmla="*/ 66335 h 1005119"/>
                <a:gd name="connsiteX160" fmla="*/ 236296 w 722967"/>
                <a:gd name="connsiteY160" fmla="*/ 63541 h 1005119"/>
                <a:gd name="connsiteX161" fmla="*/ 251663 w 722967"/>
                <a:gd name="connsiteY161" fmla="*/ 57953 h 1005119"/>
                <a:gd name="connsiteX162" fmla="*/ 260045 w 722967"/>
                <a:gd name="connsiteY162" fmla="*/ 52365 h 1005119"/>
                <a:gd name="connsiteX163" fmla="*/ 274015 w 722967"/>
                <a:gd name="connsiteY163" fmla="*/ 46777 h 1005119"/>
                <a:gd name="connsiteX164" fmla="*/ 293573 w 722967"/>
                <a:gd name="connsiteY164" fmla="*/ 41189 h 1005119"/>
                <a:gd name="connsiteX165" fmla="*/ 325704 w 722967"/>
                <a:gd name="connsiteY165" fmla="*/ 31410 h 1005119"/>
                <a:gd name="connsiteX166" fmla="*/ 335483 w 722967"/>
                <a:gd name="connsiteY166" fmla="*/ 31410 h 1005119"/>
                <a:gd name="connsiteX167" fmla="*/ 388569 w 722967"/>
                <a:gd name="connsiteY167" fmla="*/ 25822 h 1005119"/>
                <a:gd name="connsiteX168" fmla="*/ 396951 w 722967"/>
                <a:gd name="connsiteY168" fmla="*/ 28616 h 1005119"/>
                <a:gd name="connsiteX169" fmla="*/ 494741 w 722967"/>
                <a:gd name="connsiteY169" fmla="*/ 46777 h 1005119"/>
                <a:gd name="connsiteX170" fmla="*/ 505917 w 722967"/>
                <a:gd name="connsiteY170" fmla="*/ 50968 h 1005119"/>
                <a:gd name="connsiteX171" fmla="*/ 635838 w 722967"/>
                <a:gd name="connsiteY171" fmla="*/ 144567 h 1005119"/>
                <a:gd name="connsiteX172" fmla="*/ 641426 w 722967"/>
                <a:gd name="connsiteY172" fmla="*/ 155743 h 1005119"/>
                <a:gd name="connsiteX173" fmla="*/ 649808 w 722967"/>
                <a:gd name="connsiteY173" fmla="*/ 168316 h 1005119"/>
                <a:gd name="connsiteX174" fmla="*/ 659587 w 722967"/>
                <a:gd name="connsiteY174" fmla="*/ 189271 h 1005119"/>
                <a:gd name="connsiteX175" fmla="*/ 666572 w 722967"/>
                <a:gd name="connsiteY175" fmla="*/ 206035 h 1005119"/>
                <a:gd name="connsiteX176" fmla="*/ 672160 w 722967"/>
                <a:gd name="connsiteY176" fmla="*/ 218608 h 1005119"/>
                <a:gd name="connsiteX177" fmla="*/ 683336 w 722967"/>
                <a:gd name="connsiteY177" fmla="*/ 275885 h 1005119"/>
                <a:gd name="connsiteX178" fmla="*/ 679145 w 722967"/>
                <a:gd name="connsiteY178" fmla="*/ 379263 h 1005119"/>
                <a:gd name="connsiteX179" fmla="*/ 677748 w 722967"/>
                <a:gd name="connsiteY179" fmla="*/ 391836 h 1005119"/>
                <a:gd name="connsiteX180" fmla="*/ 679145 w 722967"/>
                <a:gd name="connsiteY180" fmla="*/ 412791 h 1005119"/>
                <a:gd name="connsiteX181" fmla="*/ 660984 w 722967"/>
                <a:gd name="connsiteY181" fmla="*/ 464480 h 1005119"/>
                <a:gd name="connsiteX182" fmla="*/ 633044 w 722967"/>
                <a:gd name="connsiteY182" fmla="*/ 499405 h 1005119"/>
                <a:gd name="connsiteX183" fmla="*/ 570179 w 722967"/>
                <a:gd name="connsiteY183" fmla="*/ 565064 h 1005119"/>
                <a:gd name="connsiteX184" fmla="*/ 557860 w 722967"/>
                <a:gd name="connsiteY184" fmla="*/ 581574 h 1005119"/>
                <a:gd name="connsiteX185" fmla="*/ 549224 w 722967"/>
                <a:gd name="connsiteY185" fmla="*/ 584622 h 1005119"/>
                <a:gd name="connsiteX186" fmla="*/ 539445 w 722967"/>
                <a:gd name="connsiteY186" fmla="*/ 591607 h 1005119"/>
                <a:gd name="connsiteX187" fmla="*/ 532460 w 722967"/>
                <a:gd name="connsiteY187" fmla="*/ 597195 h 1005119"/>
                <a:gd name="connsiteX188" fmla="*/ 519887 w 722967"/>
                <a:gd name="connsiteY188" fmla="*/ 601386 h 1005119"/>
                <a:gd name="connsiteX189" fmla="*/ 476580 w 722967"/>
                <a:gd name="connsiteY189" fmla="*/ 633517 h 1005119"/>
                <a:gd name="connsiteX190" fmla="*/ 389966 w 722967"/>
                <a:gd name="connsiteY190" fmla="*/ 678221 h 1005119"/>
                <a:gd name="connsiteX191" fmla="*/ 374599 w 722967"/>
                <a:gd name="connsiteY191" fmla="*/ 690794 h 1005119"/>
                <a:gd name="connsiteX192" fmla="*/ 363423 w 722967"/>
                <a:gd name="connsiteY192" fmla="*/ 703367 h 1005119"/>
                <a:gd name="connsiteX193" fmla="*/ 331292 w 722967"/>
                <a:gd name="connsiteY193" fmla="*/ 735498 h 1005119"/>
                <a:gd name="connsiteX194" fmla="*/ 265633 w 722967"/>
                <a:gd name="connsiteY194" fmla="*/ 801157 h 1005119"/>
                <a:gd name="connsiteX195" fmla="*/ 317322 w 722967"/>
                <a:gd name="connsiteY195" fmla="*/ 844465 h 1005119"/>
                <a:gd name="connsiteX196" fmla="*/ 350850 w 722967"/>
                <a:gd name="connsiteY196" fmla="*/ 844465 h 1005119"/>
                <a:gd name="connsiteX197" fmla="*/ 415112 w 722967"/>
                <a:gd name="connsiteY197" fmla="*/ 850052 h 1005119"/>
                <a:gd name="connsiteX198" fmla="*/ 680542 w 722967"/>
                <a:gd name="connsiteY198" fmla="*/ 838877 h 1005119"/>
                <a:gd name="connsiteX199" fmla="*/ 693115 w 722967"/>
                <a:gd name="connsiteY199" fmla="*/ 843068 h 1005119"/>
                <a:gd name="connsiteX200" fmla="*/ 690321 w 722967"/>
                <a:gd name="connsiteY200" fmla="*/ 971592 h 10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</a:cxnLst>
              <a:rect l="l" t="t" r="r" b="b"/>
              <a:pathLst>
                <a:path w="722967" h="1005119">
                  <a:moveTo>
                    <a:pt x="695909" y="816524"/>
                  </a:moveTo>
                  <a:lnTo>
                    <a:pt x="688924" y="813730"/>
                  </a:lnTo>
                  <a:lnTo>
                    <a:pt x="677748" y="810936"/>
                  </a:lnTo>
                  <a:cubicBezTo>
                    <a:pt x="677748" y="810936"/>
                    <a:pt x="437464" y="824907"/>
                    <a:pt x="417906" y="823510"/>
                  </a:cubicBezTo>
                  <a:cubicBezTo>
                    <a:pt x="395554" y="820715"/>
                    <a:pt x="373202" y="817921"/>
                    <a:pt x="350850" y="816524"/>
                  </a:cubicBezTo>
                  <a:cubicBezTo>
                    <a:pt x="339674" y="816524"/>
                    <a:pt x="328498" y="817921"/>
                    <a:pt x="317322" y="817921"/>
                  </a:cubicBezTo>
                  <a:cubicBezTo>
                    <a:pt x="306146" y="817921"/>
                    <a:pt x="296367" y="817921"/>
                    <a:pt x="287985" y="815127"/>
                  </a:cubicBezTo>
                  <a:cubicBezTo>
                    <a:pt x="306146" y="788584"/>
                    <a:pt x="334086" y="770423"/>
                    <a:pt x="357835" y="741086"/>
                  </a:cubicBezTo>
                  <a:cubicBezTo>
                    <a:pt x="367614" y="736895"/>
                    <a:pt x="375996" y="728513"/>
                    <a:pt x="382981" y="721528"/>
                  </a:cubicBezTo>
                  <a:lnTo>
                    <a:pt x="394157" y="710352"/>
                  </a:lnTo>
                  <a:cubicBezTo>
                    <a:pt x="396951" y="706161"/>
                    <a:pt x="401142" y="703367"/>
                    <a:pt x="405333" y="699176"/>
                  </a:cubicBezTo>
                  <a:cubicBezTo>
                    <a:pt x="430479" y="681015"/>
                    <a:pt x="461213" y="672633"/>
                    <a:pt x="487756" y="657266"/>
                  </a:cubicBezTo>
                  <a:cubicBezTo>
                    <a:pt x="504520" y="648884"/>
                    <a:pt x="517093" y="634914"/>
                    <a:pt x="532460" y="625135"/>
                  </a:cubicBezTo>
                  <a:lnTo>
                    <a:pt x="547827" y="619547"/>
                  </a:lnTo>
                  <a:lnTo>
                    <a:pt x="556209" y="612562"/>
                  </a:lnTo>
                  <a:lnTo>
                    <a:pt x="563194" y="606974"/>
                  </a:lnTo>
                  <a:lnTo>
                    <a:pt x="572973" y="602783"/>
                  </a:lnTo>
                  <a:cubicBezTo>
                    <a:pt x="578561" y="598592"/>
                    <a:pt x="586943" y="587416"/>
                    <a:pt x="589737" y="583225"/>
                  </a:cubicBezTo>
                  <a:lnTo>
                    <a:pt x="599516" y="576240"/>
                  </a:lnTo>
                  <a:cubicBezTo>
                    <a:pt x="620471" y="562270"/>
                    <a:pt x="641426" y="535727"/>
                    <a:pt x="653999" y="516169"/>
                  </a:cubicBezTo>
                  <a:cubicBezTo>
                    <a:pt x="663778" y="503596"/>
                    <a:pt x="674954" y="491023"/>
                    <a:pt x="683336" y="478450"/>
                  </a:cubicBezTo>
                  <a:cubicBezTo>
                    <a:pt x="694512" y="458892"/>
                    <a:pt x="705688" y="430952"/>
                    <a:pt x="705688" y="407203"/>
                  </a:cubicBezTo>
                  <a:lnTo>
                    <a:pt x="704291" y="390439"/>
                  </a:lnTo>
                  <a:cubicBezTo>
                    <a:pt x="704291" y="387645"/>
                    <a:pt x="704291" y="384851"/>
                    <a:pt x="705688" y="382057"/>
                  </a:cubicBezTo>
                  <a:cubicBezTo>
                    <a:pt x="711276" y="341544"/>
                    <a:pt x="714070" y="303825"/>
                    <a:pt x="709879" y="271694"/>
                  </a:cubicBezTo>
                  <a:cubicBezTo>
                    <a:pt x="707085" y="250739"/>
                    <a:pt x="705688" y="233975"/>
                    <a:pt x="698703" y="210226"/>
                  </a:cubicBezTo>
                  <a:cubicBezTo>
                    <a:pt x="695909" y="204638"/>
                    <a:pt x="693115" y="199050"/>
                    <a:pt x="691718" y="194859"/>
                  </a:cubicBezTo>
                  <a:lnTo>
                    <a:pt x="683336" y="179492"/>
                  </a:lnTo>
                  <a:cubicBezTo>
                    <a:pt x="681939" y="169713"/>
                    <a:pt x="677748" y="161331"/>
                    <a:pt x="672160" y="152949"/>
                  </a:cubicBezTo>
                  <a:lnTo>
                    <a:pt x="663778" y="141773"/>
                  </a:lnTo>
                  <a:cubicBezTo>
                    <a:pt x="662381" y="137582"/>
                    <a:pt x="659587" y="134788"/>
                    <a:pt x="656793" y="127803"/>
                  </a:cubicBezTo>
                  <a:cubicBezTo>
                    <a:pt x="616280" y="87290"/>
                    <a:pt x="574370" y="48174"/>
                    <a:pt x="512902" y="24425"/>
                  </a:cubicBezTo>
                  <a:cubicBezTo>
                    <a:pt x="510108" y="23028"/>
                    <a:pt x="507314" y="21631"/>
                    <a:pt x="503123" y="20234"/>
                  </a:cubicBezTo>
                  <a:cubicBezTo>
                    <a:pt x="470992" y="11852"/>
                    <a:pt x="437464" y="4867"/>
                    <a:pt x="401142" y="2073"/>
                  </a:cubicBezTo>
                  <a:cubicBezTo>
                    <a:pt x="389966" y="-2118"/>
                    <a:pt x="341071" y="676"/>
                    <a:pt x="331292" y="4867"/>
                  </a:cubicBezTo>
                  <a:lnTo>
                    <a:pt x="320116" y="4867"/>
                  </a:lnTo>
                  <a:cubicBezTo>
                    <a:pt x="308940" y="9058"/>
                    <a:pt x="297764" y="13249"/>
                    <a:pt x="286588" y="16043"/>
                  </a:cubicBezTo>
                  <a:lnTo>
                    <a:pt x="265633" y="21631"/>
                  </a:lnTo>
                  <a:cubicBezTo>
                    <a:pt x="260045" y="23028"/>
                    <a:pt x="253060" y="25822"/>
                    <a:pt x="246075" y="30013"/>
                  </a:cubicBezTo>
                  <a:lnTo>
                    <a:pt x="237693" y="34204"/>
                  </a:lnTo>
                  <a:lnTo>
                    <a:pt x="227914" y="38395"/>
                  </a:lnTo>
                  <a:cubicBezTo>
                    <a:pt x="225120" y="38395"/>
                    <a:pt x="220929" y="41189"/>
                    <a:pt x="218135" y="42586"/>
                  </a:cubicBezTo>
                  <a:cubicBezTo>
                    <a:pt x="197180" y="52365"/>
                    <a:pt x="177622" y="63541"/>
                    <a:pt x="153873" y="76114"/>
                  </a:cubicBezTo>
                  <a:cubicBezTo>
                    <a:pt x="148285" y="83099"/>
                    <a:pt x="142697" y="88687"/>
                    <a:pt x="130124" y="97069"/>
                  </a:cubicBezTo>
                  <a:cubicBezTo>
                    <a:pt x="125933" y="102657"/>
                    <a:pt x="123139" y="106848"/>
                    <a:pt x="118948" y="111039"/>
                  </a:cubicBezTo>
                  <a:lnTo>
                    <a:pt x="103581" y="127803"/>
                  </a:lnTo>
                  <a:cubicBezTo>
                    <a:pt x="95199" y="138979"/>
                    <a:pt x="86817" y="148758"/>
                    <a:pt x="82626" y="161331"/>
                  </a:cubicBezTo>
                  <a:lnTo>
                    <a:pt x="72847" y="172507"/>
                  </a:lnTo>
                  <a:lnTo>
                    <a:pt x="68656" y="179492"/>
                  </a:lnTo>
                  <a:lnTo>
                    <a:pt x="67259" y="186477"/>
                  </a:lnTo>
                  <a:cubicBezTo>
                    <a:pt x="64465" y="190668"/>
                    <a:pt x="61671" y="194859"/>
                    <a:pt x="60274" y="197653"/>
                  </a:cubicBezTo>
                  <a:lnTo>
                    <a:pt x="57480" y="206035"/>
                  </a:lnTo>
                  <a:lnTo>
                    <a:pt x="53289" y="214417"/>
                  </a:lnTo>
                  <a:cubicBezTo>
                    <a:pt x="52362" y="216280"/>
                    <a:pt x="50965" y="220005"/>
                    <a:pt x="49098" y="225593"/>
                  </a:cubicBezTo>
                  <a:cubicBezTo>
                    <a:pt x="49098" y="228387"/>
                    <a:pt x="47701" y="231181"/>
                    <a:pt x="47701" y="233975"/>
                  </a:cubicBezTo>
                  <a:lnTo>
                    <a:pt x="43510" y="245151"/>
                  </a:lnTo>
                  <a:cubicBezTo>
                    <a:pt x="42113" y="252136"/>
                    <a:pt x="40716" y="259121"/>
                    <a:pt x="42113" y="266106"/>
                  </a:cubicBezTo>
                  <a:cubicBezTo>
                    <a:pt x="39319" y="270297"/>
                    <a:pt x="39319" y="274488"/>
                    <a:pt x="37922" y="278679"/>
                  </a:cubicBezTo>
                  <a:lnTo>
                    <a:pt x="35128" y="299634"/>
                  </a:lnTo>
                  <a:lnTo>
                    <a:pt x="35128" y="306619"/>
                  </a:lnTo>
                  <a:cubicBezTo>
                    <a:pt x="32334" y="323383"/>
                    <a:pt x="26746" y="338750"/>
                    <a:pt x="25349" y="354117"/>
                  </a:cubicBezTo>
                  <a:cubicBezTo>
                    <a:pt x="22555" y="373675"/>
                    <a:pt x="26746" y="386248"/>
                    <a:pt x="32334" y="398821"/>
                  </a:cubicBezTo>
                  <a:cubicBezTo>
                    <a:pt x="37922" y="409997"/>
                    <a:pt x="51892" y="405806"/>
                    <a:pt x="60274" y="404409"/>
                  </a:cubicBezTo>
                  <a:cubicBezTo>
                    <a:pt x="67259" y="403012"/>
                    <a:pt x="75641" y="403012"/>
                    <a:pt x="81229" y="404409"/>
                  </a:cubicBezTo>
                  <a:cubicBezTo>
                    <a:pt x="104978" y="405806"/>
                    <a:pt x="230708" y="432349"/>
                    <a:pt x="236296" y="397424"/>
                  </a:cubicBezTo>
                  <a:cubicBezTo>
                    <a:pt x="244678" y="354117"/>
                    <a:pt x="241884" y="308016"/>
                    <a:pt x="255854" y="266106"/>
                  </a:cubicBezTo>
                  <a:cubicBezTo>
                    <a:pt x="267030" y="231181"/>
                    <a:pt x="292176" y="199050"/>
                    <a:pt x="324307" y="185080"/>
                  </a:cubicBezTo>
                  <a:cubicBezTo>
                    <a:pt x="367614" y="168316"/>
                    <a:pt x="416509" y="187874"/>
                    <a:pt x="447243" y="208829"/>
                  </a:cubicBezTo>
                  <a:lnTo>
                    <a:pt x="458419" y="218608"/>
                  </a:lnTo>
                  <a:lnTo>
                    <a:pt x="465404" y="221402"/>
                  </a:lnTo>
                  <a:cubicBezTo>
                    <a:pt x="496138" y="250739"/>
                    <a:pt x="510108" y="301031"/>
                    <a:pt x="501726" y="351323"/>
                  </a:cubicBezTo>
                  <a:lnTo>
                    <a:pt x="500329" y="359705"/>
                  </a:lnTo>
                  <a:lnTo>
                    <a:pt x="498932" y="369484"/>
                  </a:lnTo>
                  <a:cubicBezTo>
                    <a:pt x="496138" y="373675"/>
                    <a:pt x="493344" y="380660"/>
                    <a:pt x="491947" y="386248"/>
                  </a:cubicBezTo>
                  <a:lnTo>
                    <a:pt x="484962" y="401615"/>
                  </a:lnTo>
                  <a:cubicBezTo>
                    <a:pt x="462610" y="446319"/>
                    <a:pt x="424891" y="477053"/>
                    <a:pt x="382981" y="504993"/>
                  </a:cubicBezTo>
                  <a:cubicBezTo>
                    <a:pt x="325704" y="542712"/>
                    <a:pt x="265633" y="576240"/>
                    <a:pt x="208356" y="615356"/>
                  </a:cubicBezTo>
                  <a:cubicBezTo>
                    <a:pt x="197180" y="623738"/>
                    <a:pt x="184607" y="630723"/>
                    <a:pt x="173431" y="639105"/>
                  </a:cubicBezTo>
                  <a:cubicBezTo>
                    <a:pt x="149682" y="657266"/>
                    <a:pt x="134315" y="682412"/>
                    <a:pt x="107772" y="704764"/>
                  </a:cubicBezTo>
                  <a:cubicBezTo>
                    <a:pt x="100787" y="718734"/>
                    <a:pt x="92405" y="729910"/>
                    <a:pt x="79832" y="742483"/>
                  </a:cubicBezTo>
                  <a:cubicBezTo>
                    <a:pt x="65862" y="771820"/>
                    <a:pt x="46304" y="798363"/>
                    <a:pt x="30937" y="827700"/>
                  </a:cubicBezTo>
                  <a:lnTo>
                    <a:pt x="23952" y="843068"/>
                  </a:lnTo>
                  <a:lnTo>
                    <a:pt x="21158" y="854243"/>
                  </a:lnTo>
                  <a:lnTo>
                    <a:pt x="16967" y="871008"/>
                  </a:lnTo>
                  <a:lnTo>
                    <a:pt x="9982" y="897550"/>
                  </a:lnTo>
                  <a:cubicBezTo>
                    <a:pt x="8585" y="912918"/>
                    <a:pt x="4394" y="931079"/>
                    <a:pt x="1600" y="947843"/>
                  </a:cubicBezTo>
                  <a:cubicBezTo>
                    <a:pt x="-6782" y="1010708"/>
                    <a:pt x="18364" y="993944"/>
                    <a:pt x="63068" y="993944"/>
                  </a:cubicBezTo>
                  <a:cubicBezTo>
                    <a:pt x="65862" y="993944"/>
                    <a:pt x="68656" y="993944"/>
                    <a:pt x="71450" y="995341"/>
                  </a:cubicBezTo>
                  <a:lnTo>
                    <a:pt x="79832" y="998135"/>
                  </a:lnTo>
                  <a:cubicBezTo>
                    <a:pt x="81229" y="998135"/>
                    <a:pt x="82626" y="999532"/>
                    <a:pt x="92405" y="999532"/>
                  </a:cubicBezTo>
                  <a:lnTo>
                    <a:pt x="111963" y="998135"/>
                  </a:lnTo>
                  <a:lnTo>
                    <a:pt x="167843" y="996738"/>
                  </a:lnTo>
                  <a:cubicBezTo>
                    <a:pt x="211150" y="995341"/>
                    <a:pt x="257251" y="993944"/>
                    <a:pt x="279603" y="996738"/>
                  </a:cubicBezTo>
                  <a:lnTo>
                    <a:pt x="287985" y="996738"/>
                  </a:lnTo>
                  <a:lnTo>
                    <a:pt x="296367" y="995341"/>
                  </a:lnTo>
                  <a:lnTo>
                    <a:pt x="303352" y="996738"/>
                  </a:lnTo>
                  <a:lnTo>
                    <a:pt x="423494" y="1000929"/>
                  </a:lnTo>
                  <a:cubicBezTo>
                    <a:pt x="476580" y="1003723"/>
                    <a:pt x="532460" y="1005120"/>
                    <a:pt x="536651" y="1005120"/>
                  </a:cubicBezTo>
                  <a:cubicBezTo>
                    <a:pt x="582752" y="1000929"/>
                    <a:pt x="628853" y="995341"/>
                    <a:pt x="669366" y="998135"/>
                  </a:cubicBezTo>
                  <a:lnTo>
                    <a:pt x="684733" y="998135"/>
                  </a:lnTo>
                  <a:cubicBezTo>
                    <a:pt x="697306" y="1000929"/>
                    <a:pt x="712673" y="1012105"/>
                    <a:pt x="716864" y="986959"/>
                  </a:cubicBezTo>
                  <a:cubicBezTo>
                    <a:pt x="712673" y="959019"/>
                    <a:pt x="715467" y="933872"/>
                    <a:pt x="718261" y="908727"/>
                  </a:cubicBezTo>
                  <a:cubicBezTo>
                    <a:pt x="721055" y="884977"/>
                    <a:pt x="735025" y="822113"/>
                    <a:pt x="695909" y="816524"/>
                  </a:cubicBezTo>
                  <a:close/>
                  <a:moveTo>
                    <a:pt x="690321" y="971592"/>
                  </a:moveTo>
                  <a:cubicBezTo>
                    <a:pt x="689178" y="971592"/>
                    <a:pt x="689432" y="971846"/>
                    <a:pt x="689686" y="972227"/>
                  </a:cubicBezTo>
                  <a:cubicBezTo>
                    <a:pt x="689432" y="972227"/>
                    <a:pt x="688416" y="972227"/>
                    <a:pt x="686130" y="971592"/>
                  </a:cubicBezTo>
                  <a:lnTo>
                    <a:pt x="670763" y="970195"/>
                  </a:lnTo>
                  <a:cubicBezTo>
                    <a:pt x="628853" y="968797"/>
                    <a:pt x="579958" y="974386"/>
                    <a:pt x="533857" y="978577"/>
                  </a:cubicBezTo>
                  <a:cubicBezTo>
                    <a:pt x="532460" y="978577"/>
                    <a:pt x="480771" y="975783"/>
                    <a:pt x="424891" y="974386"/>
                  </a:cubicBezTo>
                  <a:lnTo>
                    <a:pt x="304749" y="970195"/>
                  </a:lnTo>
                  <a:lnTo>
                    <a:pt x="294970" y="968797"/>
                  </a:lnTo>
                  <a:lnTo>
                    <a:pt x="286588" y="970195"/>
                  </a:lnTo>
                  <a:lnTo>
                    <a:pt x="279603" y="970195"/>
                  </a:lnTo>
                  <a:cubicBezTo>
                    <a:pt x="257251" y="967400"/>
                    <a:pt x="209753" y="968797"/>
                    <a:pt x="167843" y="970195"/>
                  </a:cubicBezTo>
                  <a:lnTo>
                    <a:pt x="110566" y="971592"/>
                  </a:lnTo>
                  <a:lnTo>
                    <a:pt x="86817" y="971592"/>
                  </a:lnTo>
                  <a:cubicBezTo>
                    <a:pt x="79832" y="970195"/>
                    <a:pt x="74244" y="967400"/>
                    <a:pt x="64465" y="967400"/>
                  </a:cubicBezTo>
                  <a:cubicBezTo>
                    <a:pt x="51892" y="967400"/>
                    <a:pt x="39319" y="967400"/>
                    <a:pt x="26746" y="968797"/>
                  </a:cubicBezTo>
                  <a:cubicBezTo>
                    <a:pt x="25349" y="946446"/>
                    <a:pt x="35128" y="922697"/>
                    <a:pt x="36525" y="901741"/>
                  </a:cubicBezTo>
                  <a:lnTo>
                    <a:pt x="42113" y="877993"/>
                  </a:lnTo>
                  <a:lnTo>
                    <a:pt x="46304" y="861229"/>
                  </a:lnTo>
                  <a:lnTo>
                    <a:pt x="49098" y="854243"/>
                  </a:lnTo>
                  <a:lnTo>
                    <a:pt x="56083" y="838877"/>
                  </a:lnTo>
                  <a:cubicBezTo>
                    <a:pt x="70053" y="809539"/>
                    <a:pt x="88214" y="784393"/>
                    <a:pt x="103581" y="757850"/>
                  </a:cubicBezTo>
                  <a:cubicBezTo>
                    <a:pt x="114757" y="746674"/>
                    <a:pt x="121742" y="734101"/>
                    <a:pt x="130124" y="720131"/>
                  </a:cubicBezTo>
                  <a:cubicBezTo>
                    <a:pt x="152476" y="701970"/>
                    <a:pt x="167843" y="678221"/>
                    <a:pt x="190195" y="660060"/>
                  </a:cubicBezTo>
                  <a:cubicBezTo>
                    <a:pt x="199974" y="651678"/>
                    <a:pt x="212547" y="646090"/>
                    <a:pt x="223723" y="637708"/>
                  </a:cubicBezTo>
                  <a:cubicBezTo>
                    <a:pt x="281000" y="598592"/>
                    <a:pt x="339674" y="565064"/>
                    <a:pt x="396951" y="527345"/>
                  </a:cubicBezTo>
                  <a:cubicBezTo>
                    <a:pt x="441655" y="498008"/>
                    <a:pt x="483565" y="464480"/>
                    <a:pt x="510108" y="411394"/>
                  </a:cubicBezTo>
                  <a:lnTo>
                    <a:pt x="515696" y="396027"/>
                  </a:lnTo>
                  <a:cubicBezTo>
                    <a:pt x="518490" y="389042"/>
                    <a:pt x="521284" y="383454"/>
                    <a:pt x="524078" y="379263"/>
                  </a:cubicBezTo>
                  <a:lnTo>
                    <a:pt x="526872" y="369484"/>
                  </a:lnTo>
                  <a:lnTo>
                    <a:pt x="529666" y="355514"/>
                  </a:lnTo>
                  <a:cubicBezTo>
                    <a:pt x="529666" y="352720"/>
                    <a:pt x="531063" y="349926"/>
                    <a:pt x="531063" y="347132"/>
                  </a:cubicBezTo>
                  <a:cubicBezTo>
                    <a:pt x="538048" y="294046"/>
                    <a:pt x="521284" y="236769"/>
                    <a:pt x="479374" y="199050"/>
                  </a:cubicBezTo>
                  <a:lnTo>
                    <a:pt x="472389" y="196256"/>
                  </a:lnTo>
                  <a:lnTo>
                    <a:pt x="464007" y="187874"/>
                  </a:lnTo>
                  <a:cubicBezTo>
                    <a:pt x="431876" y="165522"/>
                    <a:pt x="370408" y="137582"/>
                    <a:pt x="314528" y="159934"/>
                  </a:cubicBezTo>
                  <a:cubicBezTo>
                    <a:pt x="272618" y="178095"/>
                    <a:pt x="243281" y="218608"/>
                    <a:pt x="230708" y="257724"/>
                  </a:cubicBezTo>
                  <a:cubicBezTo>
                    <a:pt x="216738" y="299634"/>
                    <a:pt x="218135" y="342941"/>
                    <a:pt x="211150" y="386248"/>
                  </a:cubicBezTo>
                  <a:cubicBezTo>
                    <a:pt x="181813" y="394630"/>
                    <a:pt x="116154" y="380660"/>
                    <a:pt x="84023" y="376469"/>
                  </a:cubicBezTo>
                  <a:cubicBezTo>
                    <a:pt x="74244" y="376469"/>
                    <a:pt x="64465" y="376469"/>
                    <a:pt x="53289" y="379263"/>
                  </a:cubicBezTo>
                  <a:cubicBezTo>
                    <a:pt x="51892" y="372278"/>
                    <a:pt x="50495" y="366690"/>
                    <a:pt x="51892" y="356911"/>
                  </a:cubicBezTo>
                  <a:cubicBezTo>
                    <a:pt x="53289" y="342941"/>
                    <a:pt x="58877" y="326177"/>
                    <a:pt x="61671" y="308016"/>
                  </a:cubicBezTo>
                  <a:lnTo>
                    <a:pt x="61671" y="301031"/>
                  </a:lnTo>
                  <a:lnTo>
                    <a:pt x="65862" y="280076"/>
                  </a:lnTo>
                  <a:cubicBezTo>
                    <a:pt x="67259" y="275885"/>
                    <a:pt x="68656" y="264709"/>
                    <a:pt x="68656" y="260518"/>
                  </a:cubicBezTo>
                  <a:cubicBezTo>
                    <a:pt x="68656" y="259121"/>
                    <a:pt x="68656" y="254930"/>
                    <a:pt x="70053" y="252136"/>
                  </a:cubicBezTo>
                  <a:lnTo>
                    <a:pt x="72847" y="240960"/>
                  </a:lnTo>
                  <a:cubicBezTo>
                    <a:pt x="74244" y="238166"/>
                    <a:pt x="74244" y="233975"/>
                    <a:pt x="78435" y="224196"/>
                  </a:cubicBezTo>
                  <a:cubicBezTo>
                    <a:pt x="79832" y="221402"/>
                    <a:pt x="81229" y="218608"/>
                    <a:pt x="81229" y="217211"/>
                  </a:cubicBezTo>
                  <a:lnTo>
                    <a:pt x="88214" y="204638"/>
                  </a:lnTo>
                  <a:cubicBezTo>
                    <a:pt x="91008" y="199050"/>
                    <a:pt x="95199" y="194859"/>
                    <a:pt x="96596" y="186477"/>
                  </a:cubicBezTo>
                  <a:lnTo>
                    <a:pt x="106375" y="172507"/>
                  </a:lnTo>
                  <a:cubicBezTo>
                    <a:pt x="109169" y="164125"/>
                    <a:pt x="114757" y="157140"/>
                    <a:pt x="124536" y="145964"/>
                  </a:cubicBezTo>
                  <a:lnTo>
                    <a:pt x="138506" y="129200"/>
                  </a:lnTo>
                  <a:cubicBezTo>
                    <a:pt x="142697" y="125009"/>
                    <a:pt x="146888" y="120818"/>
                    <a:pt x="149682" y="115230"/>
                  </a:cubicBezTo>
                  <a:cubicBezTo>
                    <a:pt x="155270" y="112436"/>
                    <a:pt x="159461" y="108245"/>
                    <a:pt x="163652" y="105451"/>
                  </a:cubicBezTo>
                  <a:lnTo>
                    <a:pt x="172034" y="97069"/>
                  </a:lnTo>
                  <a:cubicBezTo>
                    <a:pt x="190195" y="87290"/>
                    <a:pt x="209753" y="74717"/>
                    <a:pt x="229311" y="66335"/>
                  </a:cubicBezTo>
                  <a:cubicBezTo>
                    <a:pt x="230708" y="64938"/>
                    <a:pt x="233502" y="63541"/>
                    <a:pt x="236296" y="63541"/>
                  </a:cubicBezTo>
                  <a:lnTo>
                    <a:pt x="251663" y="57953"/>
                  </a:lnTo>
                  <a:lnTo>
                    <a:pt x="260045" y="52365"/>
                  </a:lnTo>
                  <a:cubicBezTo>
                    <a:pt x="264236" y="49571"/>
                    <a:pt x="268427" y="48174"/>
                    <a:pt x="274015" y="46777"/>
                  </a:cubicBezTo>
                  <a:lnTo>
                    <a:pt x="293573" y="41189"/>
                  </a:lnTo>
                  <a:cubicBezTo>
                    <a:pt x="303352" y="38395"/>
                    <a:pt x="314528" y="35601"/>
                    <a:pt x="325704" y="31410"/>
                  </a:cubicBezTo>
                  <a:lnTo>
                    <a:pt x="335483" y="31410"/>
                  </a:lnTo>
                  <a:cubicBezTo>
                    <a:pt x="353644" y="25822"/>
                    <a:pt x="370408" y="30013"/>
                    <a:pt x="388569" y="25822"/>
                  </a:cubicBezTo>
                  <a:lnTo>
                    <a:pt x="396951" y="28616"/>
                  </a:lnTo>
                  <a:cubicBezTo>
                    <a:pt x="433273" y="31410"/>
                    <a:pt x="465404" y="38395"/>
                    <a:pt x="494741" y="46777"/>
                  </a:cubicBezTo>
                  <a:cubicBezTo>
                    <a:pt x="497535" y="46777"/>
                    <a:pt x="498932" y="48174"/>
                    <a:pt x="505917" y="50968"/>
                  </a:cubicBezTo>
                  <a:cubicBezTo>
                    <a:pt x="559003" y="70526"/>
                    <a:pt x="596722" y="105451"/>
                    <a:pt x="635838" y="144567"/>
                  </a:cubicBezTo>
                  <a:cubicBezTo>
                    <a:pt x="637235" y="148758"/>
                    <a:pt x="640029" y="151552"/>
                    <a:pt x="641426" y="155743"/>
                  </a:cubicBezTo>
                  <a:lnTo>
                    <a:pt x="649808" y="168316"/>
                  </a:lnTo>
                  <a:cubicBezTo>
                    <a:pt x="655396" y="176698"/>
                    <a:pt x="656793" y="180889"/>
                    <a:pt x="659587" y="189271"/>
                  </a:cubicBezTo>
                  <a:lnTo>
                    <a:pt x="666572" y="206035"/>
                  </a:lnTo>
                  <a:cubicBezTo>
                    <a:pt x="669366" y="210226"/>
                    <a:pt x="670763" y="214417"/>
                    <a:pt x="672160" y="218608"/>
                  </a:cubicBezTo>
                  <a:cubicBezTo>
                    <a:pt x="679145" y="240960"/>
                    <a:pt x="680542" y="256327"/>
                    <a:pt x="683336" y="275885"/>
                  </a:cubicBezTo>
                  <a:cubicBezTo>
                    <a:pt x="686130" y="303825"/>
                    <a:pt x="684733" y="338750"/>
                    <a:pt x="679145" y="379263"/>
                  </a:cubicBezTo>
                  <a:cubicBezTo>
                    <a:pt x="677748" y="383454"/>
                    <a:pt x="677748" y="387645"/>
                    <a:pt x="677748" y="391836"/>
                  </a:cubicBezTo>
                  <a:cubicBezTo>
                    <a:pt x="679145" y="403012"/>
                    <a:pt x="677748" y="397424"/>
                    <a:pt x="679145" y="412791"/>
                  </a:cubicBezTo>
                  <a:cubicBezTo>
                    <a:pt x="676351" y="430952"/>
                    <a:pt x="669366" y="449113"/>
                    <a:pt x="660984" y="464480"/>
                  </a:cubicBezTo>
                  <a:cubicBezTo>
                    <a:pt x="652602" y="477053"/>
                    <a:pt x="641426" y="488229"/>
                    <a:pt x="633044" y="499405"/>
                  </a:cubicBezTo>
                  <a:cubicBezTo>
                    <a:pt x="612089" y="531536"/>
                    <a:pt x="598119" y="542712"/>
                    <a:pt x="570179" y="565064"/>
                  </a:cubicBezTo>
                  <a:lnTo>
                    <a:pt x="557860" y="581574"/>
                  </a:lnTo>
                  <a:cubicBezTo>
                    <a:pt x="556590" y="581574"/>
                    <a:pt x="551383" y="583606"/>
                    <a:pt x="549224" y="584622"/>
                  </a:cubicBezTo>
                  <a:lnTo>
                    <a:pt x="539445" y="591607"/>
                  </a:lnTo>
                  <a:lnTo>
                    <a:pt x="532460" y="597195"/>
                  </a:lnTo>
                  <a:lnTo>
                    <a:pt x="519887" y="601386"/>
                  </a:lnTo>
                  <a:cubicBezTo>
                    <a:pt x="504520" y="611165"/>
                    <a:pt x="491947" y="625135"/>
                    <a:pt x="476580" y="633517"/>
                  </a:cubicBezTo>
                  <a:cubicBezTo>
                    <a:pt x="447243" y="648884"/>
                    <a:pt x="416509" y="658663"/>
                    <a:pt x="389966" y="678221"/>
                  </a:cubicBezTo>
                  <a:cubicBezTo>
                    <a:pt x="384378" y="682412"/>
                    <a:pt x="378790" y="686603"/>
                    <a:pt x="374599" y="690794"/>
                  </a:cubicBezTo>
                  <a:lnTo>
                    <a:pt x="363423" y="703367"/>
                  </a:lnTo>
                  <a:cubicBezTo>
                    <a:pt x="353644" y="713146"/>
                    <a:pt x="339674" y="718734"/>
                    <a:pt x="331292" y="735498"/>
                  </a:cubicBezTo>
                  <a:cubicBezTo>
                    <a:pt x="307543" y="755056"/>
                    <a:pt x="281000" y="774614"/>
                    <a:pt x="265633" y="801157"/>
                  </a:cubicBezTo>
                  <a:cubicBezTo>
                    <a:pt x="243281" y="834685"/>
                    <a:pt x="294970" y="844465"/>
                    <a:pt x="317322" y="844465"/>
                  </a:cubicBezTo>
                  <a:lnTo>
                    <a:pt x="350850" y="844465"/>
                  </a:lnTo>
                  <a:cubicBezTo>
                    <a:pt x="373202" y="844465"/>
                    <a:pt x="394157" y="848655"/>
                    <a:pt x="415112" y="850052"/>
                  </a:cubicBezTo>
                  <a:cubicBezTo>
                    <a:pt x="434670" y="851449"/>
                    <a:pt x="652602" y="840274"/>
                    <a:pt x="680542" y="838877"/>
                  </a:cubicBezTo>
                  <a:lnTo>
                    <a:pt x="693115" y="843068"/>
                  </a:lnTo>
                  <a:cubicBezTo>
                    <a:pt x="700100" y="873802"/>
                    <a:pt x="684733" y="926888"/>
                    <a:pt x="690321" y="971592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28705072-5EF8-4430-AA0E-050A32252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Programmierparadigmen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31754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09AA0-0C36-4A90-B309-650A1AF9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Programmierparadigmen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F5EFD008-5CE2-4389-A9BE-A96485EE640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7524690"/>
              </p:ext>
            </p:extLst>
          </p:nvPr>
        </p:nvGraphicFramePr>
        <p:xfrm>
          <a:off x="695325" y="1269832"/>
          <a:ext cx="10072939" cy="478205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014143">
                  <a:extLst>
                    <a:ext uri="{9D8B030D-6E8A-4147-A177-3AD203B41FA5}">
                      <a16:colId xmlns:a16="http://schemas.microsoft.com/office/drawing/2014/main" val="153494809"/>
                    </a:ext>
                  </a:extLst>
                </a:gridCol>
                <a:gridCol w="2014143">
                  <a:extLst>
                    <a:ext uri="{9D8B030D-6E8A-4147-A177-3AD203B41FA5}">
                      <a16:colId xmlns:a16="http://schemas.microsoft.com/office/drawing/2014/main" val="2397494332"/>
                    </a:ext>
                  </a:extLst>
                </a:gridCol>
                <a:gridCol w="2014143">
                  <a:extLst>
                    <a:ext uri="{9D8B030D-6E8A-4147-A177-3AD203B41FA5}">
                      <a16:colId xmlns:a16="http://schemas.microsoft.com/office/drawing/2014/main" val="3851919965"/>
                    </a:ext>
                  </a:extLst>
                </a:gridCol>
                <a:gridCol w="2015255">
                  <a:extLst>
                    <a:ext uri="{9D8B030D-6E8A-4147-A177-3AD203B41FA5}">
                      <a16:colId xmlns:a16="http://schemas.microsoft.com/office/drawing/2014/main" val="2512828571"/>
                    </a:ext>
                  </a:extLst>
                </a:gridCol>
                <a:gridCol w="2015255">
                  <a:extLst>
                    <a:ext uri="{9D8B030D-6E8A-4147-A177-3AD203B41FA5}">
                      <a16:colId xmlns:a16="http://schemas.microsoft.com/office/drawing/2014/main" val="3717231112"/>
                    </a:ext>
                  </a:extLst>
                </a:gridCol>
              </a:tblGrid>
              <a:tr h="227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Paradigma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Beschreibung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Vorteile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Nachteile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Beispiele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9187220"/>
                  </a:ext>
                </a:extLst>
              </a:tr>
              <a:tr h="1366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Skriptsprachen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Werden meist interpretiert, für Automatisierung und kleinere Aufgaben genutzt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Schnell einsatzbereit, einfache Syntax, ideal für kleine Aufgaben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Weniger performant, schwerer zu strukturieren bei großen Projekten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PowerShell, Python, SQL, JavaScript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6869420"/>
                  </a:ext>
                </a:extLst>
              </a:tr>
              <a:tr h="1366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Objektorientierte Sprachen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Strukturieren Code in Klassen und Objekte mit Eigenschaften und Methoden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Gute Wiederverwendbarkeit, klare Struktur, geeignet für große Projekte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Kann komplex und überladen wirken, höhere Einstiegshürde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Java, C#, Python, C++, Rust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0321347"/>
                  </a:ext>
                </a:extLst>
              </a:tr>
              <a:tr h="18217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Funktionale Sprachen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Arbeiten mit Funktionen als zentrale Bausteine, vermeiden Zustände &amp; Nebenwirkungen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Sehr gut für parallele Verarbeitung, mathematisch elegant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Ungewohnt für Einsteiger, weniger verbreitet in klassischen Anwendungen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F#,</a:t>
                      </a:r>
                      <a:r>
                        <a:rPr lang="de-DE" sz="1100" b="1" dirty="0"/>
                        <a:t> </a:t>
                      </a:r>
                      <a:r>
                        <a:rPr lang="de-DE" sz="1100" b="0" dirty="0"/>
                        <a:t>Racket</a:t>
                      </a:r>
                      <a:r>
                        <a:rPr lang="de-DE" sz="1100" dirty="0"/>
                        <a:t> , Haskell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158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48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afik 3">
            <a:extLst>
              <a:ext uri="{FF2B5EF4-FFF2-40B4-BE49-F238E27FC236}">
                <a16:creationId xmlns:a16="http://schemas.microsoft.com/office/drawing/2014/main" id="{63B40D07-96E9-4B62-970C-557709BC8E4E}"/>
              </a:ext>
            </a:extLst>
          </p:cNvPr>
          <p:cNvGrpSpPr/>
          <p:nvPr/>
        </p:nvGrpSpPr>
        <p:grpSpPr>
          <a:xfrm>
            <a:off x="626707" y="1460912"/>
            <a:ext cx="1075689" cy="1018992"/>
            <a:chOff x="5411597" y="2315392"/>
            <a:chExt cx="1075689" cy="1018992"/>
          </a:xfrm>
        </p:grpSpPr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7084BD1-333D-4565-932C-35F01854CE20}"/>
                </a:ext>
              </a:extLst>
            </p:cNvPr>
            <p:cNvSpPr/>
            <p:nvPr/>
          </p:nvSpPr>
          <p:spPr>
            <a:xfrm>
              <a:off x="5438139" y="2341935"/>
              <a:ext cx="668248" cy="965905"/>
            </a:xfrm>
            <a:custGeom>
              <a:avLst/>
              <a:gdLst>
                <a:gd name="connsiteX0" fmla="*/ 659384 w 668248"/>
                <a:gd name="connsiteY0" fmla="*/ 619450 h 965905"/>
                <a:gd name="connsiteX1" fmla="*/ 656590 w 668248"/>
                <a:gd name="connsiteY1" fmla="*/ 594304 h 965905"/>
                <a:gd name="connsiteX2" fmla="*/ 653796 w 668248"/>
                <a:gd name="connsiteY2" fmla="*/ 581731 h 965905"/>
                <a:gd name="connsiteX3" fmla="*/ 649605 w 668248"/>
                <a:gd name="connsiteY3" fmla="*/ 570555 h 965905"/>
                <a:gd name="connsiteX4" fmla="*/ 646811 w 668248"/>
                <a:gd name="connsiteY4" fmla="*/ 563570 h 965905"/>
                <a:gd name="connsiteX5" fmla="*/ 641223 w 668248"/>
                <a:gd name="connsiteY5" fmla="*/ 556585 h 965905"/>
                <a:gd name="connsiteX6" fmla="*/ 638429 w 668248"/>
                <a:gd name="connsiteY6" fmla="*/ 549600 h 965905"/>
                <a:gd name="connsiteX7" fmla="*/ 631444 w 668248"/>
                <a:gd name="connsiteY7" fmla="*/ 539821 h 965905"/>
                <a:gd name="connsiteX8" fmla="*/ 621665 w 668248"/>
                <a:gd name="connsiteY8" fmla="*/ 527248 h 965905"/>
                <a:gd name="connsiteX9" fmla="*/ 614680 w 668248"/>
                <a:gd name="connsiteY9" fmla="*/ 514675 h 965905"/>
                <a:gd name="connsiteX10" fmla="*/ 578358 w 668248"/>
                <a:gd name="connsiteY10" fmla="*/ 482544 h 965905"/>
                <a:gd name="connsiteX11" fmla="*/ 569976 w 668248"/>
                <a:gd name="connsiteY11" fmla="*/ 476956 h 965905"/>
                <a:gd name="connsiteX12" fmla="*/ 554609 w 668248"/>
                <a:gd name="connsiteY12" fmla="*/ 464383 h 965905"/>
                <a:gd name="connsiteX13" fmla="*/ 547624 w 668248"/>
                <a:gd name="connsiteY13" fmla="*/ 446222 h 965905"/>
                <a:gd name="connsiteX14" fmla="*/ 558800 w 668248"/>
                <a:gd name="connsiteY14" fmla="*/ 423870 h 965905"/>
                <a:gd name="connsiteX15" fmla="*/ 567182 w 668248"/>
                <a:gd name="connsiteY15" fmla="*/ 416885 h 965905"/>
                <a:gd name="connsiteX16" fmla="*/ 575564 w 668248"/>
                <a:gd name="connsiteY16" fmla="*/ 407106 h 965905"/>
                <a:gd name="connsiteX17" fmla="*/ 582549 w 668248"/>
                <a:gd name="connsiteY17" fmla="*/ 398724 h 965905"/>
                <a:gd name="connsiteX18" fmla="*/ 627253 w 668248"/>
                <a:gd name="connsiteY18" fmla="*/ 249245 h 965905"/>
                <a:gd name="connsiteX19" fmla="*/ 628650 w 668248"/>
                <a:gd name="connsiteY19" fmla="*/ 225496 h 965905"/>
                <a:gd name="connsiteX20" fmla="*/ 600710 w 668248"/>
                <a:gd name="connsiteY20" fmla="*/ 150058 h 965905"/>
                <a:gd name="connsiteX21" fmla="*/ 549021 w 668248"/>
                <a:gd name="connsiteY21" fmla="*/ 87193 h 965905"/>
                <a:gd name="connsiteX22" fmla="*/ 504317 w 668248"/>
                <a:gd name="connsiteY22" fmla="*/ 57856 h 965905"/>
                <a:gd name="connsiteX23" fmla="*/ 495935 w 668248"/>
                <a:gd name="connsiteY23" fmla="*/ 53665 h 965905"/>
                <a:gd name="connsiteX24" fmla="*/ 486156 w 668248"/>
                <a:gd name="connsiteY24" fmla="*/ 49474 h 965905"/>
                <a:gd name="connsiteX25" fmla="*/ 458216 w 668248"/>
                <a:gd name="connsiteY25" fmla="*/ 36901 h 965905"/>
                <a:gd name="connsiteX26" fmla="*/ 440055 w 668248"/>
                <a:gd name="connsiteY26" fmla="*/ 29916 h 965905"/>
                <a:gd name="connsiteX27" fmla="*/ 424688 w 668248"/>
                <a:gd name="connsiteY27" fmla="*/ 24328 h 965905"/>
                <a:gd name="connsiteX28" fmla="*/ 405130 w 668248"/>
                <a:gd name="connsiteY28" fmla="*/ 18740 h 965905"/>
                <a:gd name="connsiteX29" fmla="*/ 379984 w 668248"/>
                <a:gd name="connsiteY29" fmla="*/ 10358 h 965905"/>
                <a:gd name="connsiteX30" fmla="*/ 372999 w 668248"/>
                <a:gd name="connsiteY30" fmla="*/ 8961 h 965905"/>
                <a:gd name="connsiteX31" fmla="*/ 357632 w 668248"/>
                <a:gd name="connsiteY31" fmla="*/ 7564 h 965905"/>
                <a:gd name="connsiteX32" fmla="*/ 346456 w 668248"/>
                <a:gd name="connsiteY32" fmla="*/ 4770 h 965905"/>
                <a:gd name="connsiteX33" fmla="*/ 328295 w 668248"/>
                <a:gd name="connsiteY33" fmla="*/ 1976 h 965905"/>
                <a:gd name="connsiteX34" fmla="*/ 257048 w 668248"/>
                <a:gd name="connsiteY34" fmla="*/ 579 h 965905"/>
                <a:gd name="connsiteX35" fmla="*/ 244475 w 668248"/>
                <a:gd name="connsiteY35" fmla="*/ 1976 h 965905"/>
                <a:gd name="connsiteX36" fmla="*/ 234696 w 668248"/>
                <a:gd name="connsiteY36" fmla="*/ 4770 h 965905"/>
                <a:gd name="connsiteX37" fmla="*/ 199771 w 668248"/>
                <a:gd name="connsiteY37" fmla="*/ 18740 h 965905"/>
                <a:gd name="connsiteX38" fmla="*/ 177419 w 668248"/>
                <a:gd name="connsiteY38" fmla="*/ 32710 h 965905"/>
                <a:gd name="connsiteX39" fmla="*/ 148082 w 668248"/>
                <a:gd name="connsiteY39" fmla="*/ 60650 h 965905"/>
                <a:gd name="connsiteX40" fmla="*/ 138303 w 668248"/>
                <a:gd name="connsiteY40" fmla="*/ 70429 h 965905"/>
                <a:gd name="connsiteX41" fmla="*/ 120142 w 668248"/>
                <a:gd name="connsiteY41" fmla="*/ 98369 h 965905"/>
                <a:gd name="connsiteX42" fmla="*/ 111760 w 668248"/>
                <a:gd name="connsiteY42" fmla="*/ 110942 h 965905"/>
                <a:gd name="connsiteX43" fmla="*/ 81026 w 668248"/>
                <a:gd name="connsiteY43" fmla="*/ 152852 h 965905"/>
                <a:gd name="connsiteX44" fmla="*/ 47498 w 668248"/>
                <a:gd name="connsiteY44" fmla="*/ 211526 h 965905"/>
                <a:gd name="connsiteX45" fmla="*/ 36322 w 668248"/>
                <a:gd name="connsiteY45" fmla="*/ 231084 h 965905"/>
                <a:gd name="connsiteX46" fmla="*/ 30734 w 668248"/>
                <a:gd name="connsiteY46" fmla="*/ 239466 h 965905"/>
                <a:gd name="connsiteX47" fmla="*/ 19558 w 668248"/>
                <a:gd name="connsiteY47" fmla="*/ 286964 h 965905"/>
                <a:gd name="connsiteX48" fmla="*/ 18161 w 668248"/>
                <a:gd name="connsiteY48" fmla="*/ 298140 h 965905"/>
                <a:gd name="connsiteX49" fmla="*/ 19558 w 668248"/>
                <a:gd name="connsiteY49" fmla="*/ 298267 h 965905"/>
                <a:gd name="connsiteX50" fmla="*/ 29337 w 668248"/>
                <a:gd name="connsiteY50" fmla="*/ 298140 h 965905"/>
                <a:gd name="connsiteX51" fmla="*/ 93599 w 668248"/>
                <a:gd name="connsiteY51" fmla="*/ 300934 h 965905"/>
                <a:gd name="connsiteX52" fmla="*/ 156464 w 668248"/>
                <a:gd name="connsiteY52" fmla="*/ 303728 h 965905"/>
                <a:gd name="connsiteX53" fmla="*/ 174625 w 668248"/>
                <a:gd name="connsiteY53" fmla="*/ 305125 h 965905"/>
                <a:gd name="connsiteX54" fmla="*/ 184404 w 668248"/>
                <a:gd name="connsiteY54" fmla="*/ 266009 h 965905"/>
                <a:gd name="connsiteX55" fmla="*/ 194183 w 668248"/>
                <a:gd name="connsiteY55" fmla="*/ 247848 h 965905"/>
                <a:gd name="connsiteX56" fmla="*/ 201168 w 668248"/>
                <a:gd name="connsiteY56" fmla="*/ 231084 h 965905"/>
                <a:gd name="connsiteX57" fmla="*/ 202565 w 668248"/>
                <a:gd name="connsiteY57" fmla="*/ 224099 h 965905"/>
                <a:gd name="connsiteX58" fmla="*/ 219329 w 668248"/>
                <a:gd name="connsiteY58" fmla="*/ 190571 h 965905"/>
                <a:gd name="connsiteX59" fmla="*/ 238887 w 668248"/>
                <a:gd name="connsiteY59" fmla="*/ 165425 h 965905"/>
                <a:gd name="connsiteX60" fmla="*/ 247269 w 668248"/>
                <a:gd name="connsiteY60" fmla="*/ 158440 h 965905"/>
                <a:gd name="connsiteX61" fmla="*/ 372999 w 668248"/>
                <a:gd name="connsiteY61" fmla="*/ 136088 h 965905"/>
                <a:gd name="connsiteX62" fmla="*/ 379984 w 668248"/>
                <a:gd name="connsiteY62" fmla="*/ 136088 h 965905"/>
                <a:gd name="connsiteX63" fmla="*/ 467995 w 668248"/>
                <a:gd name="connsiteY63" fmla="*/ 201747 h 965905"/>
                <a:gd name="connsiteX64" fmla="*/ 474980 w 668248"/>
                <a:gd name="connsiteY64" fmla="*/ 214320 h 965905"/>
                <a:gd name="connsiteX65" fmla="*/ 494538 w 668248"/>
                <a:gd name="connsiteY65" fmla="*/ 282773 h 965905"/>
                <a:gd name="connsiteX66" fmla="*/ 490347 w 668248"/>
                <a:gd name="connsiteY66" fmla="*/ 293949 h 965905"/>
                <a:gd name="connsiteX67" fmla="*/ 458216 w 668248"/>
                <a:gd name="connsiteY67" fmla="*/ 354020 h 965905"/>
                <a:gd name="connsiteX68" fmla="*/ 449834 w 668248"/>
                <a:gd name="connsiteY68" fmla="*/ 363799 h 965905"/>
                <a:gd name="connsiteX69" fmla="*/ 444246 w 668248"/>
                <a:gd name="connsiteY69" fmla="*/ 370784 h 965905"/>
                <a:gd name="connsiteX70" fmla="*/ 360426 w 668248"/>
                <a:gd name="connsiteY70" fmla="*/ 418282 h 965905"/>
                <a:gd name="connsiteX71" fmla="*/ 303149 w 668248"/>
                <a:gd name="connsiteY71" fmla="*/ 416885 h 965905"/>
                <a:gd name="connsiteX72" fmla="*/ 284988 w 668248"/>
                <a:gd name="connsiteY72" fmla="*/ 414091 h 965905"/>
                <a:gd name="connsiteX73" fmla="*/ 286385 w 668248"/>
                <a:gd name="connsiteY73" fmla="*/ 454604 h 965905"/>
                <a:gd name="connsiteX74" fmla="*/ 284988 w 668248"/>
                <a:gd name="connsiteY74" fmla="*/ 504896 h 965905"/>
                <a:gd name="connsiteX75" fmla="*/ 346456 w 668248"/>
                <a:gd name="connsiteY75" fmla="*/ 503499 h 965905"/>
                <a:gd name="connsiteX76" fmla="*/ 426085 w 668248"/>
                <a:gd name="connsiteY76" fmla="*/ 525851 h 965905"/>
                <a:gd name="connsiteX77" fmla="*/ 505714 w 668248"/>
                <a:gd name="connsiteY77" fmla="*/ 665551 h 965905"/>
                <a:gd name="connsiteX78" fmla="*/ 505714 w 668248"/>
                <a:gd name="connsiteY78" fmla="*/ 701873 h 965905"/>
                <a:gd name="connsiteX79" fmla="*/ 505714 w 668248"/>
                <a:gd name="connsiteY79" fmla="*/ 717240 h 965905"/>
                <a:gd name="connsiteX80" fmla="*/ 480568 w 668248"/>
                <a:gd name="connsiteY80" fmla="*/ 774517 h 965905"/>
                <a:gd name="connsiteX81" fmla="*/ 470789 w 668248"/>
                <a:gd name="connsiteY81" fmla="*/ 784296 h 965905"/>
                <a:gd name="connsiteX82" fmla="*/ 463804 w 668248"/>
                <a:gd name="connsiteY82" fmla="*/ 795472 h 965905"/>
                <a:gd name="connsiteX83" fmla="*/ 417703 w 668248"/>
                <a:gd name="connsiteY83" fmla="*/ 826206 h 965905"/>
                <a:gd name="connsiteX84" fmla="*/ 266827 w 668248"/>
                <a:gd name="connsiteY84" fmla="*/ 833191 h 965905"/>
                <a:gd name="connsiteX85" fmla="*/ 255651 w 668248"/>
                <a:gd name="connsiteY85" fmla="*/ 826206 h 965905"/>
                <a:gd name="connsiteX86" fmla="*/ 176022 w 668248"/>
                <a:gd name="connsiteY86" fmla="*/ 752165 h 965905"/>
                <a:gd name="connsiteX87" fmla="*/ 170434 w 668248"/>
                <a:gd name="connsiteY87" fmla="*/ 745180 h 965905"/>
                <a:gd name="connsiteX88" fmla="*/ 152273 w 668248"/>
                <a:gd name="connsiteY88" fmla="*/ 661360 h 965905"/>
                <a:gd name="connsiteX89" fmla="*/ 25146 w 668248"/>
                <a:gd name="connsiteY89" fmla="*/ 664154 h 965905"/>
                <a:gd name="connsiteX90" fmla="*/ 1397 w 668248"/>
                <a:gd name="connsiteY90" fmla="*/ 661360 h 965905"/>
                <a:gd name="connsiteX91" fmla="*/ 0 w 668248"/>
                <a:gd name="connsiteY91" fmla="*/ 685109 h 965905"/>
                <a:gd name="connsiteX92" fmla="*/ 5588 w 668248"/>
                <a:gd name="connsiteY92" fmla="*/ 703270 h 965905"/>
                <a:gd name="connsiteX93" fmla="*/ 8382 w 668248"/>
                <a:gd name="connsiteY93" fmla="*/ 713049 h 965905"/>
                <a:gd name="connsiteX94" fmla="*/ 12573 w 668248"/>
                <a:gd name="connsiteY94" fmla="*/ 732607 h 965905"/>
                <a:gd name="connsiteX95" fmla="*/ 15367 w 668248"/>
                <a:gd name="connsiteY95" fmla="*/ 743783 h 965905"/>
                <a:gd name="connsiteX96" fmla="*/ 23749 w 668248"/>
                <a:gd name="connsiteY96" fmla="*/ 771723 h 965905"/>
                <a:gd name="connsiteX97" fmla="*/ 30734 w 668248"/>
                <a:gd name="connsiteY97" fmla="*/ 788487 h 965905"/>
                <a:gd name="connsiteX98" fmla="*/ 37719 w 668248"/>
                <a:gd name="connsiteY98" fmla="*/ 798266 h 965905"/>
                <a:gd name="connsiteX99" fmla="*/ 103378 w 668248"/>
                <a:gd name="connsiteY99" fmla="*/ 890468 h 965905"/>
                <a:gd name="connsiteX100" fmla="*/ 162052 w 668248"/>
                <a:gd name="connsiteY100" fmla="*/ 928187 h 965905"/>
                <a:gd name="connsiteX101" fmla="*/ 176022 w 668248"/>
                <a:gd name="connsiteY101" fmla="*/ 933775 h 965905"/>
                <a:gd name="connsiteX102" fmla="*/ 183007 w 668248"/>
                <a:gd name="connsiteY102" fmla="*/ 936569 h 965905"/>
                <a:gd name="connsiteX103" fmla="*/ 196977 w 668248"/>
                <a:gd name="connsiteY103" fmla="*/ 940760 h 965905"/>
                <a:gd name="connsiteX104" fmla="*/ 254254 w 668248"/>
                <a:gd name="connsiteY104" fmla="*/ 957524 h 965905"/>
                <a:gd name="connsiteX105" fmla="*/ 311531 w 668248"/>
                <a:gd name="connsiteY105" fmla="*/ 965906 h 965905"/>
                <a:gd name="connsiteX106" fmla="*/ 318516 w 668248"/>
                <a:gd name="connsiteY106" fmla="*/ 965906 h 965905"/>
                <a:gd name="connsiteX107" fmla="*/ 498729 w 668248"/>
                <a:gd name="connsiteY107" fmla="*/ 940760 h 965905"/>
                <a:gd name="connsiteX108" fmla="*/ 516890 w 668248"/>
                <a:gd name="connsiteY108" fmla="*/ 932378 h 965905"/>
                <a:gd name="connsiteX109" fmla="*/ 536448 w 668248"/>
                <a:gd name="connsiteY109" fmla="*/ 923996 h 965905"/>
                <a:gd name="connsiteX110" fmla="*/ 567182 w 668248"/>
                <a:gd name="connsiteY110" fmla="*/ 905835 h 965905"/>
                <a:gd name="connsiteX111" fmla="*/ 603504 w 668248"/>
                <a:gd name="connsiteY111" fmla="*/ 873704 h 965905"/>
                <a:gd name="connsiteX112" fmla="*/ 624459 w 668248"/>
                <a:gd name="connsiteY112" fmla="*/ 849955 h 965905"/>
                <a:gd name="connsiteX113" fmla="*/ 641223 w 668248"/>
                <a:gd name="connsiteY113" fmla="*/ 826206 h 965905"/>
                <a:gd name="connsiteX114" fmla="*/ 652399 w 668248"/>
                <a:gd name="connsiteY114" fmla="*/ 796869 h 965905"/>
                <a:gd name="connsiteX115" fmla="*/ 659384 w 668248"/>
                <a:gd name="connsiteY115" fmla="*/ 775914 h 965905"/>
                <a:gd name="connsiteX116" fmla="*/ 660781 w 668248"/>
                <a:gd name="connsiteY116" fmla="*/ 760547 h 965905"/>
                <a:gd name="connsiteX117" fmla="*/ 666369 w 668248"/>
                <a:gd name="connsiteY117" fmla="*/ 675330 h 965905"/>
                <a:gd name="connsiteX118" fmla="*/ 659384 w 668248"/>
                <a:gd name="connsiteY118" fmla="*/ 619450 h 96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668248" h="965905">
                  <a:moveTo>
                    <a:pt x="659384" y="619450"/>
                  </a:moveTo>
                  <a:lnTo>
                    <a:pt x="656590" y="594304"/>
                  </a:lnTo>
                  <a:lnTo>
                    <a:pt x="653796" y="581731"/>
                  </a:lnTo>
                  <a:lnTo>
                    <a:pt x="649605" y="570555"/>
                  </a:lnTo>
                  <a:lnTo>
                    <a:pt x="646811" y="563570"/>
                  </a:lnTo>
                  <a:lnTo>
                    <a:pt x="641223" y="556585"/>
                  </a:lnTo>
                  <a:lnTo>
                    <a:pt x="638429" y="549600"/>
                  </a:lnTo>
                  <a:cubicBezTo>
                    <a:pt x="638429" y="548203"/>
                    <a:pt x="638429" y="546806"/>
                    <a:pt x="631444" y="539821"/>
                  </a:cubicBezTo>
                  <a:lnTo>
                    <a:pt x="621665" y="527248"/>
                  </a:lnTo>
                  <a:cubicBezTo>
                    <a:pt x="620268" y="524454"/>
                    <a:pt x="617474" y="518866"/>
                    <a:pt x="614680" y="514675"/>
                  </a:cubicBezTo>
                  <a:cubicBezTo>
                    <a:pt x="603504" y="503499"/>
                    <a:pt x="592328" y="492323"/>
                    <a:pt x="578358" y="482544"/>
                  </a:cubicBezTo>
                  <a:lnTo>
                    <a:pt x="569976" y="476956"/>
                  </a:lnTo>
                  <a:cubicBezTo>
                    <a:pt x="564388" y="474162"/>
                    <a:pt x="560197" y="469971"/>
                    <a:pt x="554609" y="464383"/>
                  </a:cubicBezTo>
                  <a:cubicBezTo>
                    <a:pt x="551815" y="460192"/>
                    <a:pt x="547624" y="454604"/>
                    <a:pt x="547624" y="446222"/>
                  </a:cubicBezTo>
                  <a:cubicBezTo>
                    <a:pt x="547624" y="437840"/>
                    <a:pt x="553212" y="429458"/>
                    <a:pt x="558800" y="423870"/>
                  </a:cubicBezTo>
                  <a:lnTo>
                    <a:pt x="567182" y="416885"/>
                  </a:lnTo>
                  <a:lnTo>
                    <a:pt x="575564" y="407106"/>
                  </a:lnTo>
                  <a:cubicBezTo>
                    <a:pt x="576961" y="404312"/>
                    <a:pt x="579755" y="401518"/>
                    <a:pt x="582549" y="398724"/>
                  </a:cubicBezTo>
                  <a:cubicBezTo>
                    <a:pt x="618871" y="348432"/>
                    <a:pt x="628650" y="306522"/>
                    <a:pt x="627253" y="249245"/>
                  </a:cubicBezTo>
                  <a:cubicBezTo>
                    <a:pt x="624459" y="242260"/>
                    <a:pt x="624459" y="232481"/>
                    <a:pt x="628650" y="225496"/>
                  </a:cubicBezTo>
                  <a:cubicBezTo>
                    <a:pt x="630047" y="222702"/>
                    <a:pt x="613283" y="162631"/>
                    <a:pt x="600710" y="150058"/>
                  </a:cubicBezTo>
                  <a:cubicBezTo>
                    <a:pt x="589534" y="124912"/>
                    <a:pt x="567182" y="102560"/>
                    <a:pt x="549021" y="87193"/>
                  </a:cubicBezTo>
                  <a:cubicBezTo>
                    <a:pt x="536448" y="81605"/>
                    <a:pt x="512699" y="59253"/>
                    <a:pt x="504317" y="57856"/>
                  </a:cubicBezTo>
                  <a:cubicBezTo>
                    <a:pt x="502920" y="57856"/>
                    <a:pt x="498729" y="56459"/>
                    <a:pt x="495935" y="53665"/>
                  </a:cubicBezTo>
                  <a:lnTo>
                    <a:pt x="486156" y="49474"/>
                  </a:lnTo>
                  <a:cubicBezTo>
                    <a:pt x="477774" y="43886"/>
                    <a:pt x="469392" y="41092"/>
                    <a:pt x="458216" y="36901"/>
                  </a:cubicBezTo>
                  <a:lnTo>
                    <a:pt x="440055" y="29916"/>
                  </a:lnTo>
                  <a:cubicBezTo>
                    <a:pt x="434467" y="28519"/>
                    <a:pt x="430276" y="25725"/>
                    <a:pt x="424688" y="24328"/>
                  </a:cubicBezTo>
                  <a:cubicBezTo>
                    <a:pt x="417703" y="22931"/>
                    <a:pt x="410718" y="20137"/>
                    <a:pt x="405130" y="18740"/>
                  </a:cubicBezTo>
                  <a:lnTo>
                    <a:pt x="379984" y="10358"/>
                  </a:lnTo>
                  <a:lnTo>
                    <a:pt x="372999" y="8961"/>
                  </a:lnTo>
                  <a:cubicBezTo>
                    <a:pt x="367411" y="8961"/>
                    <a:pt x="361823" y="8961"/>
                    <a:pt x="357632" y="7564"/>
                  </a:cubicBezTo>
                  <a:lnTo>
                    <a:pt x="346456" y="4770"/>
                  </a:lnTo>
                  <a:cubicBezTo>
                    <a:pt x="338074" y="3373"/>
                    <a:pt x="332486" y="1976"/>
                    <a:pt x="328295" y="1976"/>
                  </a:cubicBezTo>
                  <a:cubicBezTo>
                    <a:pt x="305943" y="579"/>
                    <a:pt x="282194" y="-818"/>
                    <a:pt x="257048" y="579"/>
                  </a:cubicBezTo>
                  <a:lnTo>
                    <a:pt x="244475" y="1976"/>
                  </a:lnTo>
                  <a:lnTo>
                    <a:pt x="234696" y="4770"/>
                  </a:lnTo>
                  <a:cubicBezTo>
                    <a:pt x="220726" y="11755"/>
                    <a:pt x="210947" y="15946"/>
                    <a:pt x="199771" y="18740"/>
                  </a:cubicBezTo>
                  <a:cubicBezTo>
                    <a:pt x="192786" y="24328"/>
                    <a:pt x="185801" y="28519"/>
                    <a:pt x="177419" y="32710"/>
                  </a:cubicBezTo>
                  <a:cubicBezTo>
                    <a:pt x="169037" y="39695"/>
                    <a:pt x="152273" y="50871"/>
                    <a:pt x="148082" y="60650"/>
                  </a:cubicBezTo>
                  <a:lnTo>
                    <a:pt x="138303" y="70429"/>
                  </a:lnTo>
                  <a:cubicBezTo>
                    <a:pt x="132715" y="80208"/>
                    <a:pt x="125730" y="88590"/>
                    <a:pt x="120142" y="98369"/>
                  </a:cubicBezTo>
                  <a:cubicBezTo>
                    <a:pt x="117348" y="101163"/>
                    <a:pt x="114554" y="105354"/>
                    <a:pt x="111760" y="110942"/>
                  </a:cubicBezTo>
                  <a:cubicBezTo>
                    <a:pt x="110363" y="112339"/>
                    <a:pt x="96393" y="130500"/>
                    <a:pt x="81026" y="152852"/>
                  </a:cubicBezTo>
                  <a:cubicBezTo>
                    <a:pt x="65659" y="175204"/>
                    <a:pt x="50292" y="200350"/>
                    <a:pt x="47498" y="211526"/>
                  </a:cubicBezTo>
                  <a:cubicBezTo>
                    <a:pt x="46101" y="217114"/>
                    <a:pt x="39116" y="226893"/>
                    <a:pt x="36322" y="231084"/>
                  </a:cubicBezTo>
                  <a:lnTo>
                    <a:pt x="30734" y="239466"/>
                  </a:lnTo>
                  <a:cubicBezTo>
                    <a:pt x="27940" y="257627"/>
                    <a:pt x="26543" y="274391"/>
                    <a:pt x="19558" y="286964"/>
                  </a:cubicBezTo>
                  <a:cubicBezTo>
                    <a:pt x="19558" y="295346"/>
                    <a:pt x="20955" y="289758"/>
                    <a:pt x="18161" y="298140"/>
                  </a:cubicBezTo>
                  <a:cubicBezTo>
                    <a:pt x="18669" y="298267"/>
                    <a:pt x="19177" y="298267"/>
                    <a:pt x="19558" y="298267"/>
                  </a:cubicBezTo>
                  <a:cubicBezTo>
                    <a:pt x="21463" y="298140"/>
                    <a:pt x="24511" y="298140"/>
                    <a:pt x="29337" y="298140"/>
                  </a:cubicBezTo>
                  <a:cubicBezTo>
                    <a:pt x="51689" y="298140"/>
                    <a:pt x="72644" y="299537"/>
                    <a:pt x="93599" y="300934"/>
                  </a:cubicBezTo>
                  <a:lnTo>
                    <a:pt x="156464" y="303728"/>
                  </a:lnTo>
                  <a:lnTo>
                    <a:pt x="174625" y="305125"/>
                  </a:lnTo>
                  <a:cubicBezTo>
                    <a:pt x="177419" y="291155"/>
                    <a:pt x="178816" y="279979"/>
                    <a:pt x="184404" y="266009"/>
                  </a:cubicBezTo>
                  <a:lnTo>
                    <a:pt x="194183" y="247848"/>
                  </a:lnTo>
                  <a:cubicBezTo>
                    <a:pt x="196977" y="240863"/>
                    <a:pt x="199771" y="235275"/>
                    <a:pt x="201168" y="231084"/>
                  </a:cubicBezTo>
                  <a:lnTo>
                    <a:pt x="202565" y="224099"/>
                  </a:lnTo>
                  <a:cubicBezTo>
                    <a:pt x="203962" y="208732"/>
                    <a:pt x="210947" y="198953"/>
                    <a:pt x="219329" y="190571"/>
                  </a:cubicBezTo>
                  <a:cubicBezTo>
                    <a:pt x="223520" y="180792"/>
                    <a:pt x="230505" y="172410"/>
                    <a:pt x="238887" y="165425"/>
                  </a:cubicBezTo>
                  <a:lnTo>
                    <a:pt x="247269" y="158440"/>
                  </a:lnTo>
                  <a:cubicBezTo>
                    <a:pt x="279400" y="137485"/>
                    <a:pt x="322707" y="129103"/>
                    <a:pt x="372999" y="136088"/>
                  </a:cubicBezTo>
                  <a:lnTo>
                    <a:pt x="379984" y="136088"/>
                  </a:lnTo>
                  <a:cubicBezTo>
                    <a:pt x="420497" y="145867"/>
                    <a:pt x="451231" y="164028"/>
                    <a:pt x="467995" y="201747"/>
                  </a:cubicBezTo>
                  <a:lnTo>
                    <a:pt x="474980" y="214320"/>
                  </a:lnTo>
                  <a:cubicBezTo>
                    <a:pt x="483362" y="228290"/>
                    <a:pt x="495935" y="252039"/>
                    <a:pt x="494538" y="282773"/>
                  </a:cubicBezTo>
                  <a:lnTo>
                    <a:pt x="490347" y="293949"/>
                  </a:lnTo>
                  <a:cubicBezTo>
                    <a:pt x="480568" y="317698"/>
                    <a:pt x="473583" y="333065"/>
                    <a:pt x="458216" y="354020"/>
                  </a:cubicBezTo>
                  <a:lnTo>
                    <a:pt x="449834" y="363799"/>
                  </a:lnTo>
                  <a:cubicBezTo>
                    <a:pt x="447040" y="366593"/>
                    <a:pt x="445643" y="369387"/>
                    <a:pt x="444246" y="370784"/>
                  </a:cubicBezTo>
                  <a:cubicBezTo>
                    <a:pt x="412115" y="393136"/>
                    <a:pt x="396748" y="411297"/>
                    <a:pt x="360426" y="418282"/>
                  </a:cubicBezTo>
                  <a:cubicBezTo>
                    <a:pt x="342265" y="422473"/>
                    <a:pt x="322707" y="419679"/>
                    <a:pt x="303149" y="416885"/>
                  </a:cubicBezTo>
                  <a:lnTo>
                    <a:pt x="284988" y="414091"/>
                  </a:lnTo>
                  <a:lnTo>
                    <a:pt x="286385" y="454604"/>
                  </a:lnTo>
                  <a:cubicBezTo>
                    <a:pt x="287782" y="471368"/>
                    <a:pt x="286385" y="488132"/>
                    <a:pt x="284988" y="504896"/>
                  </a:cubicBezTo>
                  <a:cubicBezTo>
                    <a:pt x="305943" y="502102"/>
                    <a:pt x="326898" y="499308"/>
                    <a:pt x="346456" y="503499"/>
                  </a:cubicBezTo>
                  <a:cubicBezTo>
                    <a:pt x="375793" y="500705"/>
                    <a:pt x="400939" y="513278"/>
                    <a:pt x="426085" y="525851"/>
                  </a:cubicBezTo>
                  <a:cubicBezTo>
                    <a:pt x="467995" y="569158"/>
                    <a:pt x="507111" y="602686"/>
                    <a:pt x="505714" y="665551"/>
                  </a:cubicBezTo>
                  <a:cubicBezTo>
                    <a:pt x="512699" y="678124"/>
                    <a:pt x="509905" y="692094"/>
                    <a:pt x="505714" y="701873"/>
                  </a:cubicBezTo>
                  <a:cubicBezTo>
                    <a:pt x="507111" y="707461"/>
                    <a:pt x="507111" y="711652"/>
                    <a:pt x="505714" y="717240"/>
                  </a:cubicBezTo>
                  <a:cubicBezTo>
                    <a:pt x="497332" y="739592"/>
                    <a:pt x="493141" y="757753"/>
                    <a:pt x="480568" y="774517"/>
                  </a:cubicBezTo>
                  <a:lnTo>
                    <a:pt x="470789" y="784296"/>
                  </a:lnTo>
                  <a:lnTo>
                    <a:pt x="463804" y="795472"/>
                  </a:lnTo>
                  <a:cubicBezTo>
                    <a:pt x="452628" y="812236"/>
                    <a:pt x="438658" y="824809"/>
                    <a:pt x="417703" y="826206"/>
                  </a:cubicBezTo>
                  <a:cubicBezTo>
                    <a:pt x="388366" y="837382"/>
                    <a:pt x="296164" y="859734"/>
                    <a:pt x="266827" y="833191"/>
                  </a:cubicBezTo>
                  <a:cubicBezTo>
                    <a:pt x="262636" y="831794"/>
                    <a:pt x="258445" y="829000"/>
                    <a:pt x="255651" y="826206"/>
                  </a:cubicBezTo>
                  <a:cubicBezTo>
                    <a:pt x="226314" y="813633"/>
                    <a:pt x="191389" y="794075"/>
                    <a:pt x="176022" y="752165"/>
                  </a:cubicBezTo>
                  <a:lnTo>
                    <a:pt x="170434" y="745180"/>
                  </a:lnTo>
                  <a:cubicBezTo>
                    <a:pt x="163449" y="715843"/>
                    <a:pt x="156464" y="689300"/>
                    <a:pt x="152273" y="661360"/>
                  </a:cubicBezTo>
                  <a:cubicBezTo>
                    <a:pt x="108966" y="657169"/>
                    <a:pt x="67056" y="664154"/>
                    <a:pt x="25146" y="664154"/>
                  </a:cubicBezTo>
                  <a:cubicBezTo>
                    <a:pt x="18161" y="664154"/>
                    <a:pt x="9779" y="662757"/>
                    <a:pt x="1397" y="661360"/>
                  </a:cubicBezTo>
                  <a:cubicBezTo>
                    <a:pt x="0" y="671139"/>
                    <a:pt x="0" y="678124"/>
                    <a:pt x="0" y="685109"/>
                  </a:cubicBezTo>
                  <a:lnTo>
                    <a:pt x="5588" y="703270"/>
                  </a:lnTo>
                  <a:lnTo>
                    <a:pt x="8382" y="713049"/>
                  </a:lnTo>
                  <a:lnTo>
                    <a:pt x="12573" y="732607"/>
                  </a:lnTo>
                  <a:lnTo>
                    <a:pt x="15367" y="743783"/>
                  </a:lnTo>
                  <a:cubicBezTo>
                    <a:pt x="16764" y="753562"/>
                    <a:pt x="19558" y="761944"/>
                    <a:pt x="23749" y="771723"/>
                  </a:cubicBezTo>
                  <a:lnTo>
                    <a:pt x="30734" y="788487"/>
                  </a:lnTo>
                  <a:lnTo>
                    <a:pt x="37719" y="798266"/>
                  </a:lnTo>
                  <a:cubicBezTo>
                    <a:pt x="57277" y="835985"/>
                    <a:pt x="75438" y="863925"/>
                    <a:pt x="103378" y="890468"/>
                  </a:cubicBezTo>
                  <a:cubicBezTo>
                    <a:pt x="128524" y="905835"/>
                    <a:pt x="145288" y="917011"/>
                    <a:pt x="162052" y="928187"/>
                  </a:cubicBezTo>
                  <a:cubicBezTo>
                    <a:pt x="169037" y="929584"/>
                    <a:pt x="173228" y="932378"/>
                    <a:pt x="176022" y="933775"/>
                  </a:cubicBezTo>
                  <a:lnTo>
                    <a:pt x="183007" y="936569"/>
                  </a:lnTo>
                  <a:cubicBezTo>
                    <a:pt x="187198" y="937966"/>
                    <a:pt x="191389" y="937966"/>
                    <a:pt x="196977" y="940760"/>
                  </a:cubicBezTo>
                  <a:cubicBezTo>
                    <a:pt x="215138" y="946348"/>
                    <a:pt x="234696" y="956127"/>
                    <a:pt x="254254" y="957524"/>
                  </a:cubicBezTo>
                  <a:cubicBezTo>
                    <a:pt x="273812" y="957524"/>
                    <a:pt x="291973" y="965906"/>
                    <a:pt x="311531" y="965906"/>
                  </a:cubicBezTo>
                  <a:lnTo>
                    <a:pt x="318516" y="965906"/>
                  </a:lnTo>
                  <a:cubicBezTo>
                    <a:pt x="384175" y="965906"/>
                    <a:pt x="448437" y="954730"/>
                    <a:pt x="498729" y="940760"/>
                  </a:cubicBezTo>
                  <a:cubicBezTo>
                    <a:pt x="504317" y="937966"/>
                    <a:pt x="511302" y="935172"/>
                    <a:pt x="516890" y="932378"/>
                  </a:cubicBezTo>
                  <a:lnTo>
                    <a:pt x="536448" y="923996"/>
                  </a:lnTo>
                  <a:cubicBezTo>
                    <a:pt x="549021" y="918408"/>
                    <a:pt x="558800" y="914217"/>
                    <a:pt x="567182" y="905835"/>
                  </a:cubicBezTo>
                  <a:cubicBezTo>
                    <a:pt x="586740" y="897453"/>
                    <a:pt x="595122" y="889071"/>
                    <a:pt x="603504" y="873704"/>
                  </a:cubicBezTo>
                  <a:cubicBezTo>
                    <a:pt x="613283" y="863925"/>
                    <a:pt x="618871" y="858337"/>
                    <a:pt x="624459" y="849955"/>
                  </a:cubicBezTo>
                  <a:cubicBezTo>
                    <a:pt x="635635" y="834588"/>
                    <a:pt x="631444" y="840176"/>
                    <a:pt x="641223" y="826206"/>
                  </a:cubicBezTo>
                  <a:cubicBezTo>
                    <a:pt x="642620" y="815030"/>
                    <a:pt x="649605" y="808045"/>
                    <a:pt x="652399" y="796869"/>
                  </a:cubicBezTo>
                  <a:lnTo>
                    <a:pt x="659384" y="775914"/>
                  </a:lnTo>
                  <a:cubicBezTo>
                    <a:pt x="659384" y="767532"/>
                    <a:pt x="659384" y="764738"/>
                    <a:pt x="660781" y="760547"/>
                  </a:cubicBezTo>
                  <a:cubicBezTo>
                    <a:pt x="663575" y="731210"/>
                    <a:pt x="671957" y="706064"/>
                    <a:pt x="666369" y="675330"/>
                  </a:cubicBezTo>
                  <a:cubicBezTo>
                    <a:pt x="669163" y="658566"/>
                    <a:pt x="662178" y="632023"/>
                    <a:pt x="659384" y="61945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CA027363-DB0E-4F51-8D59-768D674D26C5}"/>
                </a:ext>
              </a:extLst>
            </p:cNvPr>
            <p:cNvSpPr/>
            <p:nvPr/>
          </p:nvSpPr>
          <p:spPr>
            <a:xfrm>
              <a:off x="6279134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B82253F-AAAF-4CD8-9EE7-6A438060D139}"/>
                </a:ext>
              </a:extLst>
            </p:cNvPr>
            <p:cNvSpPr/>
            <p:nvPr/>
          </p:nvSpPr>
          <p:spPr>
            <a:xfrm>
              <a:off x="6252590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CAEDAC3A-ADC3-4022-9BE4-0DB7517DE959}"/>
                </a:ext>
              </a:extLst>
            </p:cNvPr>
            <p:cNvSpPr/>
            <p:nvPr/>
          </p:nvSpPr>
          <p:spPr>
            <a:xfrm>
              <a:off x="5411597" y="2315392"/>
              <a:ext cx="722004" cy="1018992"/>
            </a:xfrm>
            <a:custGeom>
              <a:avLst/>
              <a:gdLst>
                <a:gd name="connsiteX0" fmla="*/ 712470 w 722004"/>
                <a:gd name="connsiteY0" fmla="*/ 641802 h 1018992"/>
                <a:gd name="connsiteX1" fmla="*/ 709676 w 722004"/>
                <a:gd name="connsiteY1" fmla="*/ 616656 h 1018992"/>
                <a:gd name="connsiteX2" fmla="*/ 705485 w 722004"/>
                <a:gd name="connsiteY2" fmla="*/ 598495 h 1018992"/>
                <a:gd name="connsiteX3" fmla="*/ 699897 w 722004"/>
                <a:gd name="connsiteY3" fmla="*/ 587319 h 1018992"/>
                <a:gd name="connsiteX4" fmla="*/ 697103 w 722004"/>
                <a:gd name="connsiteY4" fmla="*/ 574746 h 1018992"/>
                <a:gd name="connsiteX5" fmla="*/ 691515 w 722004"/>
                <a:gd name="connsiteY5" fmla="*/ 569158 h 1018992"/>
                <a:gd name="connsiteX6" fmla="*/ 678942 w 722004"/>
                <a:gd name="connsiteY6" fmla="*/ 549600 h 1018992"/>
                <a:gd name="connsiteX7" fmla="*/ 670560 w 722004"/>
                <a:gd name="connsiteY7" fmla="*/ 538424 h 1018992"/>
                <a:gd name="connsiteX8" fmla="*/ 662178 w 722004"/>
                <a:gd name="connsiteY8" fmla="*/ 523057 h 1018992"/>
                <a:gd name="connsiteX9" fmla="*/ 620268 w 722004"/>
                <a:gd name="connsiteY9" fmla="*/ 486735 h 1018992"/>
                <a:gd name="connsiteX10" fmla="*/ 607695 w 722004"/>
                <a:gd name="connsiteY10" fmla="*/ 478353 h 1018992"/>
                <a:gd name="connsiteX11" fmla="*/ 603504 w 722004"/>
                <a:gd name="connsiteY11" fmla="*/ 469971 h 1018992"/>
                <a:gd name="connsiteX12" fmla="*/ 611886 w 722004"/>
                <a:gd name="connsiteY12" fmla="*/ 464383 h 1018992"/>
                <a:gd name="connsiteX13" fmla="*/ 627253 w 722004"/>
                <a:gd name="connsiteY13" fmla="*/ 444825 h 1018992"/>
                <a:gd name="connsiteX14" fmla="*/ 635635 w 722004"/>
                <a:gd name="connsiteY14" fmla="*/ 437840 h 1018992"/>
                <a:gd name="connsiteX15" fmla="*/ 678942 w 722004"/>
                <a:gd name="connsiteY15" fmla="*/ 263215 h 1018992"/>
                <a:gd name="connsiteX16" fmla="*/ 648208 w 722004"/>
                <a:gd name="connsiteY16" fmla="*/ 159837 h 1018992"/>
                <a:gd name="connsiteX17" fmla="*/ 589534 w 722004"/>
                <a:gd name="connsiteY17" fmla="*/ 91384 h 1018992"/>
                <a:gd name="connsiteX18" fmla="*/ 576961 w 722004"/>
                <a:gd name="connsiteY18" fmla="*/ 83002 h 1018992"/>
                <a:gd name="connsiteX19" fmla="*/ 564388 w 722004"/>
                <a:gd name="connsiteY19" fmla="*/ 73223 h 1018992"/>
                <a:gd name="connsiteX20" fmla="*/ 530860 w 722004"/>
                <a:gd name="connsiteY20" fmla="*/ 55062 h 1018992"/>
                <a:gd name="connsiteX21" fmla="*/ 523875 w 722004"/>
                <a:gd name="connsiteY21" fmla="*/ 52268 h 1018992"/>
                <a:gd name="connsiteX22" fmla="*/ 493141 w 722004"/>
                <a:gd name="connsiteY22" fmla="*/ 38298 h 1018992"/>
                <a:gd name="connsiteX23" fmla="*/ 476377 w 722004"/>
                <a:gd name="connsiteY23" fmla="*/ 31313 h 1018992"/>
                <a:gd name="connsiteX24" fmla="*/ 458216 w 722004"/>
                <a:gd name="connsiteY24" fmla="*/ 24328 h 1018992"/>
                <a:gd name="connsiteX25" fmla="*/ 440055 w 722004"/>
                <a:gd name="connsiteY25" fmla="*/ 18740 h 1018992"/>
                <a:gd name="connsiteX26" fmla="*/ 410718 w 722004"/>
                <a:gd name="connsiteY26" fmla="*/ 10358 h 1018992"/>
                <a:gd name="connsiteX27" fmla="*/ 399542 w 722004"/>
                <a:gd name="connsiteY27" fmla="*/ 8961 h 1018992"/>
                <a:gd name="connsiteX28" fmla="*/ 389763 w 722004"/>
                <a:gd name="connsiteY28" fmla="*/ 7564 h 1018992"/>
                <a:gd name="connsiteX29" fmla="*/ 378587 w 722004"/>
                <a:gd name="connsiteY29" fmla="*/ 6167 h 1018992"/>
                <a:gd name="connsiteX30" fmla="*/ 356235 w 722004"/>
                <a:gd name="connsiteY30" fmla="*/ 1976 h 1018992"/>
                <a:gd name="connsiteX31" fmla="*/ 280797 w 722004"/>
                <a:gd name="connsiteY31" fmla="*/ 579 h 1018992"/>
                <a:gd name="connsiteX32" fmla="*/ 266827 w 722004"/>
                <a:gd name="connsiteY32" fmla="*/ 3373 h 1018992"/>
                <a:gd name="connsiteX33" fmla="*/ 254254 w 722004"/>
                <a:gd name="connsiteY33" fmla="*/ 4770 h 1018992"/>
                <a:gd name="connsiteX34" fmla="*/ 216535 w 722004"/>
                <a:gd name="connsiteY34" fmla="*/ 20137 h 1018992"/>
                <a:gd name="connsiteX35" fmla="*/ 210947 w 722004"/>
                <a:gd name="connsiteY35" fmla="*/ 22931 h 1018992"/>
                <a:gd name="connsiteX36" fmla="*/ 188595 w 722004"/>
                <a:gd name="connsiteY36" fmla="*/ 36901 h 1018992"/>
                <a:gd name="connsiteX37" fmla="*/ 150876 w 722004"/>
                <a:gd name="connsiteY37" fmla="*/ 73223 h 1018992"/>
                <a:gd name="connsiteX38" fmla="*/ 142494 w 722004"/>
                <a:gd name="connsiteY38" fmla="*/ 81605 h 1018992"/>
                <a:gd name="connsiteX39" fmla="*/ 135509 w 722004"/>
                <a:gd name="connsiteY39" fmla="*/ 94178 h 1018992"/>
                <a:gd name="connsiteX40" fmla="*/ 125730 w 722004"/>
                <a:gd name="connsiteY40" fmla="*/ 108148 h 1018992"/>
                <a:gd name="connsiteX41" fmla="*/ 115951 w 722004"/>
                <a:gd name="connsiteY41" fmla="*/ 122118 h 1018992"/>
                <a:gd name="connsiteX42" fmla="*/ 47498 w 722004"/>
                <a:gd name="connsiteY42" fmla="*/ 232481 h 1018992"/>
                <a:gd name="connsiteX43" fmla="*/ 40513 w 722004"/>
                <a:gd name="connsiteY43" fmla="*/ 242260 h 1018992"/>
                <a:gd name="connsiteX44" fmla="*/ 33528 w 722004"/>
                <a:gd name="connsiteY44" fmla="*/ 253436 h 1018992"/>
                <a:gd name="connsiteX45" fmla="*/ 16764 w 722004"/>
                <a:gd name="connsiteY45" fmla="*/ 327477 h 1018992"/>
                <a:gd name="connsiteX46" fmla="*/ 26543 w 722004"/>
                <a:gd name="connsiteY46" fmla="*/ 351226 h 1018992"/>
                <a:gd name="connsiteX47" fmla="*/ 33528 w 722004"/>
                <a:gd name="connsiteY47" fmla="*/ 352623 h 1018992"/>
                <a:gd name="connsiteX48" fmla="*/ 55880 w 722004"/>
                <a:gd name="connsiteY48" fmla="*/ 351226 h 1018992"/>
                <a:gd name="connsiteX49" fmla="*/ 118745 w 722004"/>
                <a:gd name="connsiteY49" fmla="*/ 354020 h 1018992"/>
                <a:gd name="connsiteX50" fmla="*/ 181610 w 722004"/>
                <a:gd name="connsiteY50" fmla="*/ 356814 h 1018992"/>
                <a:gd name="connsiteX51" fmla="*/ 210947 w 722004"/>
                <a:gd name="connsiteY51" fmla="*/ 358211 h 1018992"/>
                <a:gd name="connsiteX52" fmla="*/ 236093 w 722004"/>
                <a:gd name="connsiteY52" fmla="*/ 303728 h 1018992"/>
                <a:gd name="connsiteX53" fmla="*/ 244475 w 722004"/>
                <a:gd name="connsiteY53" fmla="*/ 285567 h 1018992"/>
                <a:gd name="connsiteX54" fmla="*/ 255651 w 722004"/>
                <a:gd name="connsiteY54" fmla="*/ 250642 h 1018992"/>
                <a:gd name="connsiteX55" fmla="*/ 269621 w 722004"/>
                <a:gd name="connsiteY55" fmla="*/ 229687 h 1018992"/>
                <a:gd name="connsiteX56" fmla="*/ 289179 w 722004"/>
                <a:gd name="connsiteY56" fmla="*/ 205938 h 1018992"/>
                <a:gd name="connsiteX57" fmla="*/ 396748 w 722004"/>
                <a:gd name="connsiteY57" fmla="*/ 189174 h 1018992"/>
                <a:gd name="connsiteX58" fmla="*/ 405130 w 722004"/>
                <a:gd name="connsiteY58" fmla="*/ 190571 h 1018992"/>
                <a:gd name="connsiteX59" fmla="*/ 470789 w 722004"/>
                <a:gd name="connsiteY59" fmla="*/ 240863 h 1018992"/>
                <a:gd name="connsiteX60" fmla="*/ 477774 w 722004"/>
                <a:gd name="connsiteY60" fmla="*/ 253436 h 1018992"/>
                <a:gd name="connsiteX61" fmla="*/ 493141 w 722004"/>
                <a:gd name="connsiteY61" fmla="*/ 310713 h 1018992"/>
                <a:gd name="connsiteX62" fmla="*/ 463804 w 722004"/>
                <a:gd name="connsiteY62" fmla="*/ 363799 h 1018992"/>
                <a:gd name="connsiteX63" fmla="*/ 455422 w 722004"/>
                <a:gd name="connsiteY63" fmla="*/ 373578 h 1018992"/>
                <a:gd name="connsiteX64" fmla="*/ 449834 w 722004"/>
                <a:gd name="connsiteY64" fmla="*/ 380563 h 1018992"/>
                <a:gd name="connsiteX65" fmla="*/ 382778 w 722004"/>
                <a:gd name="connsiteY65" fmla="*/ 418282 h 1018992"/>
                <a:gd name="connsiteX66" fmla="*/ 357632 w 722004"/>
                <a:gd name="connsiteY66" fmla="*/ 419679 h 1018992"/>
                <a:gd name="connsiteX67" fmla="*/ 286385 w 722004"/>
                <a:gd name="connsiteY67" fmla="*/ 482544 h 1018992"/>
                <a:gd name="connsiteX68" fmla="*/ 286385 w 722004"/>
                <a:gd name="connsiteY68" fmla="*/ 548203 h 1018992"/>
                <a:gd name="connsiteX69" fmla="*/ 310134 w 722004"/>
                <a:gd name="connsiteY69" fmla="*/ 557982 h 1018992"/>
                <a:gd name="connsiteX70" fmla="*/ 368808 w 722004"/>
                <a:gd name="connsiteY70" fmla="*/ 556585 h 1018992"/>
                <a:gd name="connsiteX71" fmla="*/ 374396 w 722004"/>
                <a:gd name="connsiteY71" fmla="*/ 557982 h 1018992"/>
                <a:gd name="connsiteX72" fmla="*/ 438658 w 722004"/>
                <a:gd name="connsiteY72" fmla="*/ 574746 h 1018992"/>
                <a:gd name="connsiteX73" fmla="*/ 461010 w 722004"/>
                <a:gd name="connsiteY73" fmla="*/ 598495 h 1018992"/>
                <a:gd name="connsiteX74" fmla="*/ 505714 w 722004"/>
                <a:gd name="connsiteY74" fmla="*/ 694888 h 1018992"/>
                <a:gd name="connsiteX75" fmla="*/ 505714 w 722004"/>
                <a:gd name="connsiteY75" fmla="*/ 722828 h 1018992"/>
                <a:gd name="connsiteX76" fmla="*/ 507111 w 722004"/>
                <a:gd name="connsiteY76" fmla="*/ 738195 h 1018992"/>
                <a:gd name="connsiteX77" fmla="*/ 486156 w 722004"/>
                <a:gd name="connsiteY77" fmla="*/ 785693 h 1018992"/>
                <a:gd name="connsiteX78" fmla="*/ 474980 w 722004"/>
                <a:gd name="connsiteY78" fmla="*/ 795472 h 1018992"/>
                <a:gd name="connsiteX79" fmla="*/ 467995 w 722004"/>
                <a:gd name="connsiteY79" fmla="*/ 806648 h 1018992"/>
                <a:gd name="connsiteX80" fmla="*/ 435864 w 722004"/>
                <a:gd name="connsiteY80" fmla="*/ 827603 h 1018992"/>
                <a:gd name="connsiteX81" fmla="*/ 311531 w 722004"/>
                <a:gd name="connsiteY81" fmla="*/ 838779 h 1018992"/>
                <a:gd name="connsiteX82" fmla="*/ 296164 w 722004"/>
                <a:gd name="connsiteY82" fmla="*/ 830397 h 1018992"/>
                <a:gd name="connsiteX83" fmla="*/ 226314 w 722004"/>
                <a:gd name="connsiteY83" fmla="*/ 768929 h 1018992"/>
                <a:gd name="connsiteX84" fmla="*/ 220726 w 722004"/>
                <a:gd name="connsiteY84" fmla="*/ 759150 h 1018992"/>
                <a:gd name="connsiteX85" fmla="*/ 202565 w 722004"/>
                <a:gd name="connsiteY85" fmla="*/ 673933 h 1018992"/>
                <a:gd name="connsiteX86" fmla="*/ 191389 w 722004"/>
                <a:gd name="connsiteY86" fmla="*/ 661360 h 1018992"/>
                <a:gd name="connsiteX87" fmla="*/ 51689 w 722004"/>
                <a:gd name="connsiteY87" fmla="*/ 664154 h 1018992"/>
                <a:gd name="connsiteX88" fmla="*/ 0 w 722004"/>
                <a:gd name="connsiteY88" fmla="*/ 718637 h 1018992"/>
                <a:gd name="connsiteX89" fmla="*/ 2794 w 722004"/>
                <a:gd name="connsiteY89" fmla="*/ 725622 h 1018992"/>
                <a:gd name="connsiteX90" fmla="*/ 5588 w 722004"/>
                <a:gd name="connsiteY90" fmla="*/ 736798 h 1018992"/>
                <a:gd name="connsiteX91" fmla="*/ 8382 w 722004"/>
                <a:gd name="connsiteY91" fmla="*/ 746577 h 1018992"/>
                <a:gd name="connsiteX92" fmla="*/ 13970 w 722004"/>
                <a:gd name="connsiteY92" fmla="*/ 764738 h 1018992"/>
                <a:gd name="connsiteX93" fmla="*/ 16764 w 722004"/>
                <a:gd name="connsiteY93" fmla="*/ 775914 h 1018992"/>
                <a:gd name="connsiteX94" fmla="*/ 25146 w 722004"/>
                <a:gd name="connsiteY94" fmla="*/ 808045 h 1018992"/>
                <a:gd name="connsiteX95" fmla="*/ 33528 w 722004"/>
                <a:gd name="connsiteY95" fmla="*/ 829000 h 1018992"/>
                <a:gd name="connsiteX96" fmla="*/ 41910 w 722004"/>
                <a:gd name="connsiteY96" fmla="*/ 840176 h 1018992"/>
                <a:gd name="connsiteX97" fmla="*/ 114554 w 722004"/>
                <a:gd name="connsiteY97" fmla="*/ 939363 h 1018992"/>
                <a:gd name="connsiteX98" fmla="*/ 122936 w 722004"/>
                <a:gd name="connsiteY98" fmla="*/ 944951 h 1018992"/>
                <a:gd name="connsiteX99" fmla="*/ 180213 w 722004"/>
                <a:gd name="connsiteY99" fmla="*/ 979876 h 1018992"/>
                <a:gd name="connsiteX100" fmla="*/ 203962 w 722004"/>
                <a:gd name="connsiteY100" fmla="*/ 989655 h 1018992"/>
                <a:gd name="connsiteX101" fmla="*/ 215138 w 722004"/>
                <a:gd name="connsiteY101" fmla="*/ 992449 h 1018992"/>
                <a:gd name="connsiteX102" fmla="*/ 279400 w 722004"/>
                <a:gd name="connsiteY102" fmla="*/ 1010610 h 1018992"/>
                <a:gd name="connsiteX103" fmla="*/ 338074 w 722004"/>
                <a:gd name="connsiteY103" fmla="*/ 1018992 h 1018992"/>
                <a:gd name="connsiteX104" fmla="*/ 345059 w 722004"/>
                <a:gd name="connsiteY104" fmla="*/ 1018992 h 1018992"/>
                <a:gd name="connsiteX105" fmla="*/ 537845 w 722004"/>
                <a:gd name="connsiteY105" fmla="*/ 991052 h 1018992"/>
                <a:gd name="connsiteX106" fmla="*/ 553212 w 722004"/>
                <a:gd name="connsiteY106" fmla="*/ 984067 h 1018992"/>
                <a:gd name="connsiteX107" fmla="*/ 572770 w 722004"/>
                <a:gd name="connsiteY107" fmla="*/ 975685 h 1018992"/>
                <a:gd name="connsiteX108" fmla="*/ 610489 w 722004"/>
                <a:gd name="connsiteY108" fmla="*/ 953333 h 1018992"/>
                <a:gd name="connsiteX109" fmla="*/ 652399 w 722004"/>
                <a:gd name="connsiteY109" fmla="*/ 914217 h 1018992"/>
                <a:gd name="connsiteX110" fmla="*/ 673354 w 722004"/>
                <a:gd name="connsiteY110" fmla="*/ 891865 h 1018992"/>
                <a:gd name="connsiteX111" fmla="*/ 691515 w 722004"/>
                <a:gd name="connsiteY111" fmla="*/ 866719 h 1018992"/>
                <a:gd name="connsiteX112" fmla="*/ 694309 w 722004"/>
                <a:gd name="connsiteY112" fmla="*/ 854146 h 1018992"/>
                <a:gd name="connsiteX113" fmla="*/ 712470 w 722004"/>
                <a:gd name="connsiteY113" fmla="*/ 799663 h 1018992"/>
                <a:gd name="connsiteX114" fmla="*/ 713867 w 722004"/>
                <a:gd name="connsiteY114" fmla="*/ 791281 h 1018992"/>
                <a:gd name="connsiteX115" fmla="*/ 720852 w 722004"/>
                <a:gd name="connsiteY115" fmla="*/ 700476 h 1018992"/>
                <a:gd name="connsiteX116" fmla="*/ 712470 w 722004"/>
                <a:gd name="connsiteY116" fmla="*/ 641802 h 1018992"/>
                <a:gd name="connsiteX117" fmla="*/ 687324 w 722004"/>
                <a:gd name="connsiteY117" fmla="*/ 787090 h 1018992"/>
                <a:gd name="connsiteX118" fmla="*/ 685927 w 722004"/>
                <a:gd name="connsiteY118" fmla="*/ 802457 h 1018992"/>
                <a:gd name="connsiteX119" fmla="*/ 678942 w 722004"/>
                <a:gd name="connsiteY119" fmla="*/ 823412 h 1018992"/>
                <a:gd name="connsiteX120" fmla="*/ 667766 w 722004"/>
                <a:gd name="connsiteY120" fmla="*/ 852749 h 1018992"/>
                <a:gd name="connsiteX121" fmla="*/ 651002 w 722004"/>
                <a:gd name="connsiteY121" fmla="*/ 876498 h 1018992"/>
                <a:gd name="connsiteX122" fmla="*/ 630047 w 722004"/>
                <a:gd name="connsiteY122" fmla="*/ 900247 h 1018992"/>
                <a:gd name="connsiteX123" fmla="*/ 593725 w 722004"/>
                <a:gd name="connsiteY123" fmla="*/ 932378 h 1018992"/>
                <a:gd name="connsiteX124" fmla="*/ 562991 w 722004"/>
                <a:gd name="connsiteY124" fmla="*/ 950539 h 1018992"/>
                <a:gd name="connsiteX125" fmla="*/ 543433 w 722004"/>
                <a:gd name="connsiteY125" fmla="*/ 958921 h 1018992"/>
                <a:gd name="connsiteX126" fmla="*/ 525272 w 722004"/>
                <a:gd name="connsiteY126" fmla="*/ 967303 h 1018992"/>
                <a:gd name="connsiteX127" fmla="*/ 345059 w 722004"/>
                <a:gd name="connsiteY127" fmla="*/ 992449 h 1018992"/>
                <a:gd name="connsiteX128" fmla="*/ 338074 w 722004"/>
                <a:gd name="connsiteY128" fmla="*/ 992449 h 1018992"/>
                <a:gd name="connsiteX129" fmla="*/ 280797 w 722004"/>
                <a:gd name="connsiteY129" fmla="*/ 984067 h 1018992"/>
                <a:gd name="connsiteX130" fmla="*/ 223520 w 722004"/>
                <a:gd name="connsiteY130" fmla="*/ 967303 h 1018992"/>
                <a:gd name="connsiteX131" fmla="*/ 209550 w 722004"/>
                <a:gd name="connsiteY131" fmla="*/ 963112 h 1018992"/>
                <a:gd name="connsiteX132" fmla="*/ 202565 w 722004"/>
                <a:gd name="connsiteY132" fmla="*/ 960318 h 1018992"/>
                <a:gd name="connsiteX133" fmla="*/ 188595 w 722004"/>
                <a:gd name="connsiteY133" fmla="*/ 954730 h 1018992"/>
                <a:gd name="connsiteX134" fmla="*/ 129921 w 722004"/>
                <a:gd name="connsiteY134" fmla="*/ 917011 h 1018992"/>
                <a:gd name="connsiteX135" fmla="*/ 64262 w 722004"/>
                <a:gd name="connsiteY135" fmla="*/ 824809 h 1018992"/>
                <a:gd name="connsiteX136" fmla="*/ 57277 w 722004"/>
                <a:gd name="connsiteY136" fmla="*/ 815030 h 1018992"/>
                <a:gd name="connsiteX137" fmla="*/ 50292 w 722004"/>
                <a:gd name="connsiteY137" fmla="*/ 798266 h 1018992"/>
                <a:gd name="connsiteX138" fmla="*/ 41910 w 722004"/>
                <a:gd name="connsiteY138" fmla="*/ 770326 h 1018992"/>
                <a:gd name="connsiteX139" fmla="*/ 39116 w 722004"/>
                <a:gd name="connsiteY139" fmla="*/ 759150 h 1018992"/>
                <a:gd name="connsiteX140" fmla="*/ 34925 w 722004"/>
                <a:gd name="connsiteY140" fmla="*/ 739592 h 1018992"/>
                <a:gd name="connsiteX141" fmla="*/ 32131 w 722004"/>
                <a:gd name="connsiteY141" fmla="*/ 729813 h 1018992"/>
                <a:gd name="connsiteX142" fmla="*/ 26543 w 722004"/>
                <a:gd name="connsiteY142" fmla="*/ 711652 h 1018992"/>
                <a:gd name="connsiteX143" fmla="*/ 27940 w 722004"/>
                <a:gd name="connsiteY143" fmla="*/ 687903 h 1018992"/>
                <a:gd name="connsiteX144" fmla="*/ 51689 w 722004"/>
                <a:gd name="connsiteY144" fmla="*/ 690697 h 1018992"/>
                <a:gd name="connsiteX145" fmla="*/ 178816 w 722004"/>
                <a:gd name="connsiteY145" fmla="*/ 687903 h 1018992"/>
                <a:gd name="connsiteX146" fmla="*/ 196977 w 722004"/>
                <a:gd name="connsiteY146" fmla="*/ 771723 h 1018992"/>
                <a:gd name="connsiteX147" fmla="*/ 202565 w 722004"/>
                <a:gd name="connsiteY147" fmla="*/ 778708 h 1018992"/>
                <a:gd name="connsiteX148" fmla="*/ 282194 w 722004"/>
                <a:gd name="connsiteY148" fmla="*/ 852749 h 1018992"/>
                <a:gd name="connsiteX149" fmla="*/ 293370 w 722004"/>
                <a:gd name="connsiteY149" fmla="*/ 859734 h 1018992"/>
                <a:gd name="connsiteX150" fmla="*/ 444246 w 722004"/>
                <a:gd name="connsiteY150" fmla="*/ 852749 h 1018992"/>
                <a:gd name="connsiteX151" fmla="*/ 490347 w 722004"/>
                <a:gd name="connsiteY151" fmla="*/ 822015 h 1018992"/>
                <a:gd name="connsiteX152" fmla="*/ 497332 w 722004"/>
                <a:gd name="connsiteY152" fmla="*/ 810839 h 1018992"/>
                <a:gd name="connsiteX153" fmla="*/ 507111 w 722004"/>
                <a:gd name="connsiteY153" fmla="*/ 801060 h 1018992"/>
                <a:gd name="connsiteX154" fmla="*/ 532257 w 722004"/>
                <a:gd name="connsiteY154" fmla="*/ 743783 h 1018992"/>
                <a:gd name="connsiteX155" fmla="*/ 532257 w 722004"/>
                <a:gd name="connsiteY155" fmla="*/ 728416 h 1018992"/>
                <a:gd name="connsiteX156" fmla="*/ 532257 w 722004"/>
                <a:gd name="connsiteY156" fmla="*/ 692094 h 1018992"/>
                <a:gd name="connsiteX157" fmla="*/ 452628 w 722004"/>
                <a:gd name="connsiteY157" fmla="*/ 552394 h 1018992"/>
                <a:gd name="connsiteX158" fmla="*/ 372999 w 722004"/>
                <a:gd name="connsiteY158" fmla="*/ 530042 h 1018992"/>
                <a:gd name="connsiteX159" fmla="*/ 311531 w 722004"/>
                <a:gd name="connsiteY159" fmla="*/ 531439 h 1018992"/>
                <a:gd name="connsiteX160" fmla="*/ 312928 w 722004"/>
                <a:gd name="connsiteY160" fmla="*/ 481147 h 1018992"/>
                <a:gd name="connsiteX161" fmla="*/ 311531 w 722004"/>
                <a:gd name="connsiteY161" fmla="*/ 440634 h 1018992"/>
                <a:gd name="connsiteX162" fmla="*/ 329692 w 722004"/>
                <a:gd name="connsiteY162" fmla="*/ 443428 h 1018992"/>
                <a:gd name="connsiteX163" fmla="*/ 386969 w 722004"/>
                <a:gd name="connsiteY163" fmla="*/ 444825 h 1018992"/>
                <a:gd name="connsiteX164" fmla="*/ 470789 w 722004"/>
                <a:gd name="connsiteY164" fmla="*/ 397327 h 1018992"/>
                <a:gd name="connsiteX165" fmla="*/ 476377 w 722004"/>
                <a:gd name="connsiteY165" fmla="*/ 390342 h 1018992"/>
                <a:gd name="connsiteX166" fmla="*/ 484759 w 722004"/>
                <a:gd name="connsiteY166" fmla="*/ 380563 h 1018992"/>
                <a:gd name="connsiteX167" fmla="*/ 516890 w 722004"/>
                <a:gd name="connsiteY167" fmla="*/ 320492 h 1018992"/>
                <a:gd name="connsiteX168" fmla="*/ 521081 w 722004"/>
                <a:gd name="connsiteY168" fmla="*/ 309316 h 1018992"/>
                <a:gd name="connsiteX169" fmla="*/ 501523 w 722004"/>
                <a:gd name="connsiteY169" fmla="*/ 240863 h 1018992"/>
                <a:gd name="connsiteX170" fmla="*/ 494538 w 722004"/>
                <a:gd name="connsiteY170" fmla="*/ 228290 h 1018992"/>
                <a:gd name="connsiteX171" fmla="*/ 406527 w 722004"/>
                <a:gd name="connsiteY171" fmla="*/ 162631 h 1018992"/>
                <a:gd name="connsiteX172" fmla="*/ 399542 w 722004"/>
                <a:gd name="connsiteY172" fmla="*/ 162631 h 1018992"/>
                <a:gd name="connsiteX173" fmla="*/ 273812 w 722004"/>
                <a:gd name="connsiteY173" fmla="*/ 184983 h 1018992"/>
                <a:gd name="connsiteX174" fmla="*/ 265430 w 722004"/>
                <a:gd name="connsiteY174" fmla="*/ 191968 h 1018992"/>
                <a:gd name="connsiteX175" fmla="*/ 245872 w 722004"/>
                <a:gd name="connsiteY175" fmla="*/ 217114 h 1018992"/>
                <a:gd name="connsiteX176" fmla="*/ 229108 w 722004"/>
                <a:gd name="connsiteY176" fmla="*/ 250642 h 1018992"/>
                <a:gd name="connsiteX177" fmla="*/ 227711 w 722004"/>
                <a:gd name="connsiteY177" fmla="*/ 257627 h 1018992"/>
                <a:gd name="connsiteX178" fmla="*/ 220726 w 722004"/>
                <a:gd name="connsiteY178" fmla="*/ 274391 h 1018992"/>
                <a:gd name="connsiteX179" fmla="*/ 210947 w 722004"/>
                <a:gd name="connsiteY179" fmla="*/ 292552 h 1018992"/>
                <a:gd name="connsiteX180" fmla="*/ 201168 w 722004"/>
                <a:gd name="connsiteY180" fmla="*/ 331668 h 1018992"/>
                <a:gd name="connsiteX181" fmla="*/ 183007 w 722004"/>
                <a:gd name="connsiteY181" fmla="*/ 330271 h 1018992"/>
                <a:gd name="connsiteX182" fmla="*/ 120142 w 722004"/>
                <a:gd name="connsiteY182" fmla="*/ 327477 h 1018992"/>
                <a:gd name="connsiteX183" fmla="*/ 55880 w 722004"/>
                <a:gd name="connsiteY183" fmla="*/ 324683 h 1018992"/>
                <a:gd name="connsiteX184" fmla="*/ 46101 w 722004"/>
                <a:gd name="connsiteY184" fmla="*/ 324810 h 1018992"/>
                <a:gd name="connsiteX185" fmla="*/ 44704 w 722004"/>
                <a:gd name="connsiteY185" fmla="*/ 324683 h 1018992"/>
                <a:gd name="connsiteX186" fmla="*/ 46101 w 722004"/>
                <a:gd name="connsiteY186" fmla="*/ 313507 h 1018992"/>
                <a:gd name="connsiteX187" fmla="*/ 57277 w 722004"/>
                <a:gd name="connsiteY187" fmla="*/ 266009 h 1018992"/>
                <a:gd name="connsiteX188" fmla="*/ 62865 w 722004"/>
                <a:gd name="connsiteY188" fmla="*/ 257627 h 1018992"/>
                <a:gd name="connsiteX189" fmla="*/ 74041 w 722004"/>
                <a:gd name="connsiteY189" fmla="*/ 238069 h 1018992"/>
                <a:gd name="connsiteX190" fmla="*/ 107569 w 722004"/>
                <a:gd name="connsiteY190" fmla="*/ 179395 h 1018992"/>
                <a:gd name="connsiteX191" fmla="*/ 138303 w 722004"/>
                <a:gd name="connsiteY191" fmla="*/ 137485 h 1018992"/>
                <a:gd name="connsiteX192" fmla="*/ 146685 w 722004"/>
                <a:gd name="connsiteY192" fmla="*/ 124912 h 1018992"/>
                <a:gd name="connsiteX193" fmla="*/ 164846 w 722004"/>
                <a:gd name="connsiteY193" fmla="*/ 96972 h 1018992"/>
                <a:gd name="connsiteX194" fmla="*/ 174625 w 722004"/>
                <a:gd name="connsiteY194" fmla="*/ 87193 h 1018992"/>
                <a:gd name="connsiteX195" fmla="*/ 203962 w 722004"/>
                <a:gd name="connsiteY195" fmla="*/ 59253 h 1018992"/>
                <a:gd name="connsiteX196" fmla="*/ 226314 w 722004"/>
                <a:gd name="connsiteY196" fmla="*/ 45283 h 1018992"/>
                <a:gd name="connsiteX197" fmla="*/ 261239 w 722004"/>
                <a:gd name="connsiteY197" fmla="*/ 31313 h 1018992"/>
                <a:gd name="connsiteX198" fmla="*/ 271018 w 722004"/>
                <a:gd name="connsiteY198" fmla="*/ 28519 h 1018992"/>
                <a:gd name="connsiteX199" fmla="*/ 283591 w 722004"/>
                <a:gd name="connsiteY199" fmla="*/ 27122 h 1018992"/>
                <a:gd name="connsiteX200" fmla="*/ 354838 w 722004"/>
                <a:gd name="connsiteY200" fmla="*/ 28519 h 1018992"/>
                <a:gd name="connsiteX201" fmla="*/ 372999 w 722004"/>
                <a:gd name="connsiteY201" fmla="*/ 31313 h 1018992"/>
                <a:gd name="connsiteX202" fmla="*/ 384175 w 722004"/>
                <a:gd name="connsiteY202" fmla="*/ 34107 h 1018992"/>
                <a:gd name="connsiteX203" fmla="*/ 399542 w 722004"/>
                <a:gd name="connsiteY203" fmla="*/ 35504 h 1018992"/>
                <a:gd name="connsiteX204" fmla="*/ 406527 w 722004"/>
                <a:gd name="connsiteY204" fmla="*/ 36901 h 1018992"/>
                <a:gd name="connsiteX205" fmla="*/ 431673 w 722004"/>
                <a:gd name="connsiteY205" fmla="*/ 45283 h 1018992"/>
                <a:gd name="connsiteX206" fmla="*/ 451231 w 722004"/>
                <a:gd name="connsiteY206" fmla="*/ 50871 h 1018992"/>
                <a:gd name="connsiteX207" fmla="*/ 466598 w 722004"/>
                <a:gd name="connsiteY207" fmla="*/ 56459 h 1018992"/>
                <a:gd name="connsiteX208" fmla="*/ 484759 w 722004"/>
                <a:gd name="connsiteY208" fmla="*/ 63444 h 1018992"/>
                <a:gd name="connsiteX209" fmla="*/ 512699 w 722004"/>
                <a:gd name="connsiteY209" fmla="*/ 76017 h 1018992"/>
                <a:gd name="connsiteX210" fmla="*/ 522478 w 722004"/>
                <a:gd name="connsiteY210" fmla="*/ 80208 h 1018992"/>
                <a:gd name="connsiteX211" fmla="*/ 530860 w 722004"/>
                <a:gd name="connsiteY211" fmla="*/ 84399 h 1018992"/>
                <a:gd name="connsiteX212" fmla="*/ 575564 w 722004"/>
                <a:gd name="connsiteY212" fmla="*/ 113736 h 1018992"/>
                <a:gd name="connsiteX213" fmla="*/ 627253 w 722004"/>
                <a:gd name="connsiteY213" fmla="*/ 176601 h 1018992"/>
                <a:gd name="connsiteX214" fmla="*/ 655193 w 722004"/>
                <a:gd name="connsiteY214" fmla="*/ 252039 h 1018992"/>
                <a:gd name="connsiteX215" fmla="*/ 653796 w 722004"/>
                <a:gd name="connsiteY215" fmla="*/ 275788 h 1018992"/>
                <a:gd name="connsiteX216" fmla="*/ 609092 w 722004"/>
                <a:gd name="connsiteY216" fmla="*/ 425267 h 1018992"/>
                <a:gd name="connsiteX217" fmla="*/ 602107 w 722004"/>
                <a:gd name="connsiteY217" fmla="*/ 433649 h 1018992"/>
                <a:gd name="connsiteX218" fmla="*/ 593725 w 722004"/>
                <a:gd name="connsiteY218" fmla="*/ 443428 h 1018992"/>
                <a:gd name="connsiteX219" fmla="*/ 585343 w 722004"/>
                <a:gd name="connsiteY219" fmla="*/ 450413 h 1018992"/>
                <a:gd name="connsiteX220" fmla="*/ 574167 w 722004"/>
                <a:gd name="connsiteY220" fmla="*/ 472765 h 1018992"/>
                <a:gd name="connsiteX221" fmla="*/ 581152 w 722004"/>
                <a:gd name="connsiteY221" fmla="*/ 490926 h 1018992"/>
                <a:gd name="connsiteX222" fmla="*/ 596519 w 722004"/>
                <a:gd name="connsiteY222" fmla="*/ 503499 h 1018992"/>
                <a:gd name="connsiteX223" fmla="*/ 604901 w 722004"/>
                <a:gd name="connsiteY223" fmla="*/ 509087 h 1018992"/>
                <a:gd name="connsiteX224" fmla="*/ 641223 w 722004"/>
                <a:gd name="connsiteY224" fmla="*/ 541218 h 1018992"/>
                <a:gd name="connsiteX225" fmla="*/ 648208 w 722004"/>
                <a:gd name="connsiteY225" fmla="*/ 553791 h 1018992"/>
                <a:gd name="connsiteX226" fmla="*/ 657987 w 722004"/>
                <a:gd name="connsiteY226" fmla="*/ 566364 h 1018992"/>
                <a:gd name="connsiteX227" fmla="*/ 664972 w 722004"/>
                <a:gd name="connsiteY227" fmla="*/ 576143 h 1018992"/>
                <a:gd name="connsiteX228" fmla="*/ 667766 w 722004"/>
                <a:gd name="connsiteY228" fmla="*/ 583128 h 1018992"/>
                <a:gd name="connsiteX229" fmla="*/ 673354 w 722004"/>
                <a:gd name="connsiteY229" fmla="*/ 590113 h 1018992"/>
                <a:gd name="connsiteX230" fmla="*/ 676148 w 722004"/>
                <a:gd name="connsiteY230" fmla="*/ 597098 h 1018992"/>
                <a:gd name="connsiteX231" fmla="*/ 680339 w 722004"/>
                <a:gd name="connsiteY231" fmla="*/ 608274 h 1018992"/>
                <a:gd name="connsiteX232" fmla="*/ 683133 w 722004"/>
                <a:gd name="connsiteY232" fmla="*/ 620847 h 1018992"/>
                <a:gd name="connsiteX233" fmla="*/ 685927 w 722004"/>
                <a:gd name="connsiteY233" fmla="*/ 645993 h 1018992"/>
                <a:gd name="connsiteX234" fmla="*/ 692912 w 722004"/>
                <a:gd name="connsiteY234" fmla="*/ 701873 h 1018992"/>
                <a:gd name="connsiteX235" fmla="*/ 687324 w 722004"/>
                <a:gd name="connsiteY235" fmla="*/ 787090 h 1018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722004" h="1018992">
                  <a:moveTo>
                    <a:pt x="712470" y="641802"/>
                  </a:moveTo>
                  <a:lnTo>
                    <a:pt x="709676" y="616656"/>
                  </a:lnTo>
                  <a:lnTo>
                    <a:pt x="705485" y="598495"/>
                  </a:lnTo>
                  <a:lnTo>
                    <a:pt x="699897" y="587319"/>
                  </a:lnTo>
                  <a:lnTo>
                    <a:pt x="697103" y="574746"/>
                  </a:lnTo>
                  <a:lnTo>
                    <a:pt x="691515" y="569158"/>
                  </a:lnTo>
                  <a:cubicBezTo>
                    <a:pt x="688721" y="560776"/>
                    <a:pt x="683133" y="555188"/>
                    <a:pt x="678942" y="549600"/>
                  </a:cubicBezTo>
                  <a:lnTo>
                    <a:pt x="670560" y="538424"/>
                  </a:lnTo>
                  <a:cubicBezTo>
                    <a:pt x="669163" y="535630"/>
                    <a:pt x="667766" y="532836"/>
                    <a:pt x="662178" y="523057"/>
                  </a:cubicBezTo>
                  <a:cubicBezTo>
                    <a:pt x="648208" y="510484"/>
                    <a:pt x="635635" y="497911"/>
                    <a:pt x="620268" y="486735"/>
                  </a:cubicBezTo>
                  <a:lnTo>
                    <a:pt x="607695" y="478353"/>
                  </a:lnTo>
                  <a:lnTo>
                    <a:pt x="603504" y="469971"/>
                  </a:lnTo>
                  <a:lnTo>
                    <a:pt x="611886" y="464383"/>
                  </a:lnTo>
                  <a:cubicBezTo>
                    <a:pt x="614680" y="461589"/>
                    <a:pt x="623062" y="456001"/>
                    <a:pt x="627253" y="444825"/>
                  </a:cubicBezTo>
                  <a:lnTo>
                    <a:pt x="635635" y="437840"/>
                  </a:lnTo>
                  <a:cubicBezTo>
                    <a:pt x="673354" y="380563"/>
                    <a:pt x="683133" y="335859"/>
                    <a:pt x="678942" y="263215"/>
                  </a:cubicBezTo>
                  <a:cubicBezTo>
                    <a:pt x="687324" y="246451"/>
                    <a:pt x="662178" y="179395"/>
                    <a:pt x="648208" y="159837"/>
                  </a:cubicBezTo>
                  <a:cubicBezTo>
                    <a:pt x="635635" y="133294"/>
                    <a:pt x="610489" y="108148"/>
                    <a:pt x="589534" y="91384"/>
                  </a:cubicBezTo>
                  <a:cubicBezTo>
                    <a:pt x="585343" y="88590"/>
                    <a:pt x="581152" y="85796"/>
                    <a:pt x="576961" y="83002"/>
                  </a:cubicBezTo>
                  <a:lnTo>
                    <a:pt x="564388" y="73223"/>
                  </a:lnTo>
                  <a:cubicBezTo>
                    <a:pt x="554609" y="66238"/>
                    <a:pt x="547624" y="60650"/>
                    <a:pt x="530860" y="55062"/>
                  </a:cubicBezTo>
                  <a:lnTo>
                    <a:pt x="523875" y="52268"/>
                  </a:lnTo>
                  <a:cubicBezTo>
                    <a:pt x="515493" y="45283"/>
                    <a:pt x="504317" y="41092"/>
                    <a:pt x="493141" y="38298"/>
                  </a:cubicBezTo>
                  <a:lnTo>
                    <a:pt x="476377" y="31313"/>
                  </a:lnTo>
                  <a:cubicBezTo>
                    <a:pt x="470789" y="29916"/>
                    <a:pt x="466598" y="28519"/>
                    <a:pt x="458216" y="24328"/>
                  </a:cubicBezTo>
                  <a:cubicBezTo>
                    <a:pt x="452628" y="22931"/>
                    <a:pt x="445643" y="21534"/>
                    <a:pt x="440055" y="18740"/>
                  </a:cubicBezTo>
                  <a:lnTo>
                    <a:pt x="410718" y="10358"/>
                  </a:lnTo>
                  <a:lnTo>
                    <a:pt x="399542" y="8961"/>
                  </a:lnTo>
                  <a:cubicBezTo>
                    <a:pt x="396748" y="8961"/>
                    <a:pt x="392557" y="8961"/>
                    <a:pt x="389763" y="7564"/>
                  </a:cubicBezTo>
                  <a:lnTo>
                    <a:pt x="378587" y="6167"/>
                  </a:lnTo>
                  <a:cubicBezTo>
                    <a:pt x="371602" y="3373"/>
                    <a:pt x="364617" y="1976"/>
                    <a:pt x="356235" y="1976"/>
                  </a:cubicBezTo>
                  <a:cubicBezTo>
                    <a:pt x="332486" y="579"/>
                    <a:pt x="307340" y="-818"/>
                    <a:pt x="280797" y="579"/>
                  </a:cubicBezTo>
                  <a:cubicBezTo>
                    <a:pt x="280797" y="579"/>
                    <a:pt x="273812" y="1976"/>
                    <a:pt x="266827" y="3373"/>
                  </a:cubicBezTo>
                  <a:lnTo>
                    <a:pt x="254254" y="4770"/>
                  </a:lnTo>
                  <a:cubicBezTo>
                    <a:pt x="241681" y="7564"/>
                    <a:pt x="230505" y="17343"/>
                    <a:pt x="216535" y="20137"/>
                  </a:cubicBezTo>
                  <a:lnTo>
                    <a:pt x="210947" y="22931"/>
                  </a:lnTo>
                  <a:cubicBezTo>
                    <a:pt x="205359" y="28519"/>
                    <a:pt x="199771" y="31313"/>
                    <a:pt x="188595" y="36901"/>
                  </a:cubicBezTo>
                  <a:cubicBezTo>
                    <a:pt x="174625" y="48077"/>
                    <a:pt x="160655" y="57856"/>
                    <a:pt x="150876" y="73223"/>
                  </a:cubicBezTo>
                  <a:lnTo>
                    <a:pt x="142494" y="81605"/>
                  </a:lnTo>
                  <a:cubicBezTo>
                    <a:pt x="139700" y="85796"/>
                    <a:pt x="138303" y="89987"/>
                    <a:pt x="135509" y="94178"/>
                  </a:cubicBezTo>
                  <a:lnTo>
                    <a:pt x="125730" y="108148"/>
                  </a:lnTo>
                  <a:cubicBezTo>
                    <a:pt x="121539" y="112339"/>
                    <a:pt x="118745" y="116530"/>
                    <a:pt x="115951" y="122118"/>
                  </a:cubicBezTo>
                  <a:cubicBezTo>
                    <a:pt x="97790" y="145867"/>
                    <a:pt x="54483" y="205938"/>
                    <a:pt x="47498" y="232481"/>
                  </a:cubicBezTo>
                  <a:lnTo>
                    <a:pt x="40513" y="242260"/>
                  </a:lnTo>
                  <a:cubicBezTo>
                    <a:pt x="37719" y="246451"/>
                    <a:pt x="36322" y="249245"/>
                    <a:pt x="33528" y="253436"/>
                  </a:cubicBezTo>
                  <a:cubicBezTo>
                    <a:pt x="26543" y="266009"/>
                    <a:pt x="23749" y="309316"/>
                    <a:pt x="16764" y="327477"/>
                  </a:cubicBezTo>
                  <a:cubicBezTo>
                    <a:pt x="15367" y="331668"/>
                    <a:pt x="11176" y="344241"/>
                    <a:pt x="26543" y="351226"/>
                  </a:cubicBezTo>
                  <a:lnTo>
                    <a:pt x="33528" y="352623"/>
                  </a:lnTo>
                  <a:cubicBezTo>
                    <a:pt x="39116" y="352623"/>
                    <a:pt x="47498" y="351226"/>
                    <a:pt x="55880" y="351226"/>
                  </a:cubicBezTo>
                  <a:cubicBezTo>
                    <a:pt x="74041" y="351226"/>
                    <a:pt x="96393" y="352623"/>
                    <a:pt x="118745" y="354020"/>
                  </a:cubicBezTo>
                  <a:lnTo>
                    <a:pt x="181610" y="356814"/>
                  </a:lnTo>
                  <a:cubicBezTo>
                    <a:pt x="195580" y="358211"/>
                    <a:pt x="205359" y="358211"/>
                    <a:pt x="210947" y="358211"/>
                  </a:cubicBezTo>
                  <a:cubicBezTo>
                    <a:pt x="229108" y="358211"/>
                    <a:pt x="230505" y="316301"/>
                    <a:pt x="236093" y="303728"/>
                  </a:cubicBezTo>
                  <a:lnTo>
                    <a:pt x="244475" y="285567"/>
                  </a:lnTo>
                  <a:cubicBezTo>
                    <a:pt x="248666" y="277185"/>
                    <a:pt x="257048" y="261818"/>
                    <a:pt x="255651" y="250642"/>
                  </a:cubicBezTo>
                  <a:cubicBezTo>
                    <a:pt x="257048" y="239466"/>
                    <a:pt x="266827" y="238069"/>
                    <a:pt x="269621" y="229687"/>
                  </a:cubicBezTo>
                  <a:cubicBezTo>
                    <a:pt x="272415" y="219908"/>
                    <a:pt x="282194" y="212923"/>
                    <a:pt x="289179" y="205938"/>
                  </a:cubicBezTo>
                  <a:cubicBezTo>
                    <a:pt x="314325" y="190571"/>
                    <a:pt x="350647" y="182189"/>
                    <a:pt x="396748" y="189174"/>
                  </a:cubicBezTo>
                  <a:lnTo>
                    <a:pt x="405130" y="190571"/>
                  </a:lnTo>
                  <a:cubicBezTo>
                    <a:pt x="435864" y="197556"/>
                    <a:pt x="458216" y="212923"/>
                    <a:pt x="470789" y="240863"/>
                  </a:cubicBezTo>
                  <a:lnTo>
                    <a:pt x="477774" y="253436"/>
                  </a:lnTo>
                  <a:cubicBezTo>
                    <a:pt x="486156" y="267406"/>
                    <a:pt x="494538" y="284170"/>
                    <a:pt x="493141" y="310713"/>
                  </a:cubicBezTo>
                  <a:cubicBezTo>
                    <a:pt x="484759" y="331668"/>
                    <a:pt x="477774" y="345638"/>
                    <a:pt x="463804" y="363799"/>
                  </a:cubicBezTo>
                  <a:lnTo>
                    <a:pt x="455422" y="373578"/>
                  </a:lnTo>
                  <a:lnTo>
                    <a:pt x="449834" y="380563"/>
                  </a:lnTo>
                  <a:cubicBezTo>
                    <a:pt x="427482" y="395930"/>
                    <a:pt x="410718" y="412694"/>
                    <a:pt x="382778" y="418282"/>
                  </a:cubicBezTo>
                  <a:cubicBezTo>
                    <a:pt x="374396" y="419679"/>
                    <a:pt x="366014" y="419679"/>
                    <a:pt x="357632" y="419679"/>
                  </a:cubicBezTo>
                  <a:cubicBezTo>
                    <a:pt x="279400" y="415488"/>
                    <a:pt x="283591" y="390342"/>
                    <a:pt x="286385" y="482544"/>
                  </a:cubicBezTo>
                  <a:cubicBezTo>
                    <a:pt x="286385" y="492323"/>
                    <a:pt x="282194" y="538424"/>
                    <a:pt x="286385" y="548203"/>
                  </a:cubicBezTo>
                  <a:cubicBezTo>
                    <a:pt x="287782" y="559379"/>
                    <a:pt x="301752" y="559379"/>
                    <a:pt x="310134" y="557982"/>
                  </a:cubicBezTo>
                  <a:cubicBezTo>
                    <a:pt x="328295" y="556585"/>
                    <a:pt x="350647" y="550997"/>
                    <a:pt x="368808" y="556585"/>
                  </a:cubicBezTo>
                  <a:lnTo>
                    <a:pt x="374396" y="557982"/>
                  </a:lnTo>
                  <a:cubicBezTo>
                    <a:pt x="396748" y="553791"/>
                    <a:pt x="419100" y="564967"/>
                    <a:pt x="438658" y="574746"/>
                  </a:cubicBezTo>
                  <a:lnTo>
                    <a:pt x="461010" y="598495"/>
                  </a:lnTo>
                  <a:cubicBezTo>
                    <a:pt x="486156" y="626435"/>
                    <a:pt x="507111" y="655772"/>
                    <a:pt x="505714" y="694888"/>
                  </a:cubicBezTo>
                  <a:cubicBezTo>
                    <a:pt x="505714" y="706064"/>
                    <a:pt x="514096" y="706064"/>
                    <a:pt x="505714" y="722828"/>
                  </a:cubicBezTo>
                  <a:lnTo>
                    <a:pt x="507111" y="738195"/>
                  </a:lnTo>
                  <a:cubicBezTo>
                    <a:pt x="500126" y="753562"/>
                    <a:pt x="495935" y="770326"/>
                    <a:pt x="486156" y="785693"/>
                  </a:cubicBezTo>
                  <a:lnTo>
                    <a:pt x="474980" y="795472"/>
                  </a:lnTo>
                  <a:lnTo>
                    <a:pt x="467995" y="806648"/>
                  </a:lnTo>
                  <a:cubicBezTo>
                    <a:pt x="461010" y="817824"/>
                    <a:pt x="454025" y="826206"/>
                    <a:pt x="435864" y="827603"/>
                  </a:cubicBezTo>
                  <a:cubicBezTo>
                    <a:pt x="420497" y="833191"/>
                    <a:pt x="326898" y="856940"/>
                    <a:pt x="311531" y="838779"/>
                  </a:cubicBezTo>
                  <a:cubicBezTo>
                    <a:pt x="308737" y="835985"/>
                    <a:pt x="300355" y="834588"/>
                    <a:pt x="296164" y="830397"/>
                  </a:cubicBezTo>
                  <a:cubicBezTo>
                    <a:pt x="266827" y="816427"/>
                    <a:pt x="238887" y="801060"/>
                    <a:pt x="226314" y="768929"/>
                  </a:cubicBezTo>
                  <a:lnTo>
                    <a:pt x="220726" y="759150"/>
                  </a:lnTo>
                  <a:cubicBezTo>
                    <a:pt x="215138" y="732607"/>
                    <a:pt x="206756" y="703270"/>
                    <a:pt x="202565" y="673933"/>
                  </a:cubicBezTo>
                  <a:cubicBezTo>
                    <a:pt x="202565" y="668345"/>
                    <a:pt x="196977" y="662757"/>
                    <a:pt x="191389" y="661360"/>
                  </a:cubicBezTo>
                  <a:cubicBezTo>
                    <a:pt x="145288" y="654375"/>
                    <a:pt x="99187" y="664154"/>
                    <a:pt x="51689" y="664154"/>
                  </a:cubicBezTo>
                  <a:cubicBezTo>
                    <a:pt x="0" y="657169"/>
                    <a:pt x="2794" y="661360"/>
                    <a:pt x="0" y="718637"/>
                  </a:cubicBezTo>
                  <a:lnTo>
                    <a:pt x="2794" y="725622"/>
                  </a:lnTo>
                  <a:lnTo>
                    <a:pt x="5588" y="736798"/>
                  </a:lnTo>
                  <a:lnTo>
                    <a:pt x="8382" y="746577"/>
                  </a:lnTo>
                  <a:lnTo>
                    <a:pt x="13970" y="764738"/>
                  </a:lnTo>
                  <a:lnTo>
                    <a:pt x="16764" y="775914"/>
                  </a:lnTo>
                  <a:cubicBezTo>
                    <a:pt x="16764" y="787090"/>
                    <a:pt x="20955" y="798266"/>
                    <a:pt x="25146" y="808045"/>
                  </a:cubicBezTo>
                  <a:lnTo>
                    <a:pt x="33528" y="829000"/>
                  </a:lnTo>
                  <a:lnTo>
                    <a:pt x="41910" y="840176"/>
                  </a:lnTo>
                  <a:cubicBezTo>
                    <a:pt x="61468" y="876498"/>
                    <a:pt x="81026" y="908629"/>
                    <a:pt x="114554" y="939363"/>
                  </a:cubicBezTo>
                  <a:lnTo>
                    <a:pt x="122936" y="944951"/>
                  </a:lnTo>
                  <a:cubicBezTo>
                    <a:pt x="141097" y="954730"/>
                    <a:pt x="159258" y="967303"/>
                    <a:pt x="180213" y="979876"/>
                  </a:cubicBezTo>
                  <a:cubicBezTo>
                    <a:pt x="187198" y="981273"/>
                    <a:pt x="194183" y="986861"/>
                    <a:pt x="203962" y="989655"/>
                  </a:cubicBezTo>
                  <a:cubicBezTo>
                    <a:pt x="206756" y="989655"/>
                    <a:pt x="210947" y="991052"/>
                    <a:pt x="215138" y="992449"/>
                  </a:cubicBezTo>
                  <a:cubicBezTo>
                    <a:pt x="236093" y="998037"/>
                    <a:pt x="257048" y="1009213"/>
                    <a:pt x="279400" y="1010610"/>
                  </a:cubicBezTo>
                  <a:cubicBezTo>
                    <a:pt x="298958" y="1012007"/>
                    <a:pt x="318516" y="1018992"/>
                    <a:pt x="338074" y="1018992"/>
                  </a:cubicBezTo>
                  <a:lnTo>
                    <a:pt x="345059" y="1018992"/>
                  </a:lnTo>
                  <a:cubicBezTo>
                    <a:pt x="413512" y="1018992"/>
                    <a:pt x="481965" y="1007816"/>
                    <a:pt x="537845" y="991052"/>
                  </a:cubicBezTo>
                  <a:cubicBezTo>
                    <a:pt x="542036" y="988258"/>
                    <a:pt x="547624" y="985464"/>
                    <a:pt x="553212" y="984067"/>
                  </a:cubicBezTo>
                  <a:lnTo>
                    <a:pt x="572770" y="975685"/>
                  </a:lnTo>
                  <a:cubicBezTo>
                    <a:pt x="586740" y="970097"/>
                    <a:pt x="599313" y="964509"/>
                    <a:pt x="610489" y="953333"/>
                  </a:cubicBezTo>
                  <a:cubicBezTo>
                    <a:pt x="628650" y="944951"/>
                    <a:pt x="642620" y="933775"/>
                    <a:pt x="652399" y="914217"/>
                  </a:cubicBezTo>
                  <a:cubicBezTo>
                    <a:pt x="660781" y="908629"/>
                    <a:pt x="666369" y="900247"/>
                    <a:pt x="673354" y="891865"/>
                  </a:cubicBezTo>
                  <a:cubicBezTo>
                    <a:pt x="685927" y="875101"/>
                    <a:pt x="678942" y="883483"/>
                    <a:pt x="691515" y="866719"/>
                  </a:cubicBezTo>
                  <a:lnTo>
                    <a:pt x="694309" y="854146"/>
                  </a:lnTo>
                  <a:cubicBezTo>
                    <a:pt x="705485" y="840176"/>
                    <a:pt x="709676" y="816427"/>
                    <a:pt x="712470" y="799663"/>
                  </a:cubicBezTo>
                  <a:cubicBezTo>
                    <a:pt x="712470" y="799663"/>
                    <a:pt x="712470" y="796869"/>
                    <a:pt x="713867" y="791281"/>
                  </a:cubicBezTo>
                  <a:cubicBezTo>
                    <a:pt x="716661" y="759150"/>
                    <a:pt x="725043" y="731210"/>
                    <a:pt x="720852" y="700476"/>
                  </a:cubicBezTo>
                  <a:cubicBezTo>
                    <a:pt x="723646" y="680918"/>
                    <a:pt x="715264" y="659963"/>
                    <a:pt x="712470" y="641802"/>
                  </a:cubicBezTo>
                  <a:close/>
                  <a:moveTo>
                    <a:pt x="687324" y="787090"/>
                  </a:moveTo>
                  <a:cubicBezTo>
                    <a:pt x="685927" y="791281"/>
                    <a:pt x="685927" y="794075"/>
                    <a:pt x="685927" y="802457"/>
                  </a:cubicBezTo>
                  <a:lnTo>
                    <a:pt x="678942" y="823412"/>
                  </a:lnTo>
                  <a:cubicBezTo>
                    <a:pt x="676148" y="834588"/>
                    <a:pt x="669163" y="841573"/>
                    <a:pt x="667766" y="852749"/>
                  </a:cubicBezTo>
                  <a:cubicBezTo>
                    <a:pt x="657987" y="866719"/>
                    <a:pt x="662178" y="861131"/>
                    <a:pt x="651002" y="876498"/>
                  </a:cubicBezTo>
                  <a:cubicBezTo>
                    <a:pt x="645414" y="884880"/>
                    <a:pt x="639826" y="890468"/>
                    <a:pt x="630047" y="900247"/>
                  </a:cubicBezTo>
                  <a:cubicBezTo>
                    <a:pt x="621665" y="915614"/>
                    <a:pt x="613283" y="923996"/>
                    <a:pt x="593725" y="932378"/>
                  </a:cubicBezTo>
                  <a:cubicBezTo>
                    <a:pt x="585343" y="940760"/>
                    <a:pt x="575564" y="944951"/>
                    <a:pt x="562991" y="950539"/>
                  </a:cubicBezTo>
                  <a:lnTo>
                    <a:pt x="543433" y="958921"/>
                  </a:lnTo>
                  <a:cubicBezTo>
                    <a:pt x="537845" y="961715"/>
                    <a:pt x="530860" y="964509"/>
                    <a:pt x="525272" y="967303"/>
                  </a:cubicBezTo>
                  <a:cubicBezTo>
                    <a:pt x="474980" y="981273"/>
                    <a:pt x="410718" y="992449"/>
                    <a:pt x="345059" y="992449"/>
                  </a:cubicBezTo>
                  <a:lnTo>
                    <a:pt x="338074" y="992449"/>
                  </a:lnTo>
                  <a:cubicBezTo>
                    <a:pt x="318516" y="992449"/>
                    <a:pt x="300355" y="984067"/>
                    <a:pt x="280797" y="984067"/>
                  </a:cubicBezTo>
                  <a:cubicBezTo>
                    <a:pt x="261239" y="982670"/>
                    <a:pt x="241681" y="972891"/>
                    <a:pt x="223520" y="967303"/>
                  </a:cubicBezTo>
                  <a:cubicBezTo>
                    <a:pt x="217932" y="964509"/>
                    <a:pt x="213741" y="964509"/>
                    <a:pt x="209550" y="963112"/>
                  </a:cubicBezTo>
                  <a:lnTo>
                    <a:pt x="202565" y="960318"/>
                  </a:lnTo>
                  <a:cubicBezTo>
                    <a:pt x="199771" y="958921"/>
                    <a:pt x="195580" y="956127"/>
                    <a:pt x="188595" y="954730"/>
                  </a:cubicBezTo>
                  <a:cubicBezTo>
                    <a:pt x="171831" y="943554"/>
                    <a:pt x="155067" y="932378"/>
                    <a:pt x="129921" y="917011"/>
                  </a:cubicBezTo>
                  <a:cubicBezTo>
                    <a:pt x="101981" y="890468"/>
                    <a:pt x="83820" y="862528"/>
                    <a:pt x="64262" y="824809"/>
                  </a:cubicBezTo>
                  <a:lnTo>
                    <a:pt x="57277" y="815030"/>
                  </a:lnTo>
                  <a:lnTo>
                    <a:pt x="50292" y="798266"/>
                  </a:lnTo>
                  <a:cubicBezTo>
                    <a:pt x="46101" y="788487"/>
                    <a:pt x="43307" y="780105"/>
                    <a:pt x="41910" y="770326"/>
                  </a:cubicBezTo>
                  <a:lnTo>
                    <a:pt x="39116" y="759150"/>
                  </a:lnTo>
                  <a:lnTo>
                    <a:pt x="34925" y="739592"/>
                  </a:lnTo>
                  <a:lnTo>
                    <a:pt x="32131" y="729813"/>
                  </a:lnTo>
                  <a:lnTo>
                    <a:pt x="26543" y="711652"/>
                  </a:lnTo>
                  <a:cubicBezTo>
                    <a:pt x="26543" y="704667"/>
                    <a:pt x="26543" y="697682"/>
                    <a:pt x="27940" y="687903"/>
                  </a:cubicBezTo>
                  <a:cubicBezTo>
                    <a:pt x="36322" y="689300"/>
                    <a:pt x="44704" y="690697"/>
                    <a:pt x="51689" y="690697"/>
                  </a:cubicBezTo>
                  <a:cubicBezTo>
                    <a:pt x="93599" y="690697"/>
                    <a:pt x="135509" y="683712"/>
                    <a:pt x="178816" y="687903"/>
                  </a:cubicBezTo>
                  <a:cubicBezTo>
                    <a:pt x="183007" y="715843"/>
                    <a:pt x="189992" y="742386"/>
                    <a:pt x="196977" y="771723"/>
                  </a:cubicBezTo>
                  <a:lnTo>
                    <a:pt x="202565" y="778708"/>
                  </a:lnTo>
                  <a:cubicBezTo>
                    <a:pt x="217932" y="820618"/>
                    <a:pt x="252857" y="840176"/>
                    <a:pt x="282194" y="852749"/>
                  </a:cubicBezTo>
                  <a:cubicBezTo>
                    <a:pt x="284988" y="855543"/>
                    <a:pt x="289179" y="858337"/>
                    <a:pt x="293370" y="859734"/>
                  </a:cubicBezTo>
                  <a:cubicBezTo>
                    <a:pt x="322707" y="886277"/>
                    <a:pt x="414909" y="863925"/>
                    <a:pt x="444246" y="852749"/>
                  </a:cubicBezTo>
                  <a:cubicBezTo>
                    <a:pt x="465201" y="851352"/>
                    <a:pt x="479171" y="838779"/>
                    <a:pt x="490347" y="822015"/>
                  </a:cubicBezTo>
                  <a:lnTo>
                    <a:pt x="497332" y="810839"/>
                  </a:lnTo>
                  <a:lnTo>
                    <a:pt x="507111" y="801060"/>
                  </a:lnTo>
                  <a:cubicBezTo>
                    <a:pt x="519684" y="784296"/>
                    <a:pt x="523875" y="766135"/>
                    <a:pt x="532257" y="743783"/>
                  </a:cubicBezTo>
                  <a:cubicBezTo>
                    <a:pt x="533654" y="738195"/>
                    <a:pt x="533654" y="734004"/>
                    <a:pt x="532257" y="728416"/>
                  </a:cubicBezTo>
                  <a:cubicBezTo>
                    <a:pt x="536448" y="718637"/>
                    <a:pt x="539242" y="704667"/>
                    <a:pt x="532257" y="692094"/>
                  </a:cubicBezTo>
                  <a:cubicBezTo>
                    <a:pt x="533654" y="629229"/>
                    <a:pt x="494538" y="595701"/>
                    <a:pt x="452628" y="552394"/>
                  </a:cubicBezTo>
                  <a:cubicBezTo>
                    <a:pt x="427482" y="539821"/>
                    <a:pt x="402336" y="527248"/>
                    <a:pt x="372999" y="530042"/>
                  </a:cubicBezTo>
                  <a:cubicBezTo>
                    <a:pt x="353441" y="525851"/>
                    <a:pt x="332486" y="528645"/>
                    <a:pt x="311531" y="531439"/>
                  </a:cubicBezTo>
                  <a:cubicBezTo>
                    <a:pt x="312928" y="514675"/>
                    <a:pt x="314325" y="497911"/>
                    <a:pt x="312928" y="481147"/>
                  </a:cubicBezTo>
                  <a:lnTo>
                    <a:pt x="311531" y="440634"/>
                  </a:lnTo>
                  <a:lnTo>
                    <a:pt x="329692" y="443428"/>
                  </a:lnTo>
                  <a:cubicBezTo>
                    <a:pt x="349250" y="446222"/>
                    <a:pt x="368808" y="449016"/>
                    <a:pt x="386969" y="444825"/>
                  </a:cubicBezTo>
                  <a:cubicBezTo>
                    <a:pt x="423291" y="437840"/>
                    <a:pt x="438658" y="419679"/>
                    <a:pt x="470789" y="397327"/>
                  </a:cubicBezTo>
                  <a:cubicBezTo>
                    <a:pt x="472186" y="395930"/>
                    <a:pt x="473583" y="393136"/>
                    <a:pt x="476377" y="390342"/>
                  </a:cubicBezTo>
                  <a:lnTo>
                    <a:pt x="484759" y="380563"/>
                  </a:lnTo>
                  <a:cubicBezTo>
                    <a:pt x="500126" y="359608"/>
                    <a:pt x="507111" y="344241"/>
                    <a:pt x="516890" y="320492"/>
                  </a:cubicBezTo>
                  <a:lnTo>
                    <a:pt x="521081" y="309316"/>
                  </a:lnTo>
                  <a:cubicBezTo>
                    <a:pt x="522478" y="278582"/>
                    <a:pt x="509905" y="254833"/>
                    <a:pt x="501523" y="240863"/>
                  </a:cubicBezTo>
                  <a:lnTo>
                    <a:pt x="494538" y="228290"/>
                  </a:lnTo>
                  <a:cubicBezTo>
                    <a:pt x="477774" y="190571"/>
                    <a:pt x="447040" y="172410"/>
                    <a:pt x="406527" y="162631"/>
                  </a:cubicBezTo>
                  <a:lnTo>
                    <a:pt x="399542" y="162631"/>
                  </a:lnTo>
                  <a:cubicBezTo>
                    <a:pt x="349250" y="155646"/>
                    <a:pt x="305943" y="164028"/>
                    <a:pt x="273812" y="184983"/>
                  </a:cubicBezTo>
                  <a:lnTo>
                    <a:pt x="265430" y="191968"/>
                  </a:lnTo>
                  <a:cubicBezTo>
                    <a:pt x="257048" y="198953"/>
                    <a:pt x="250063" y="207335"/>
                    <a:pt x="245872" y="217114"/>
                  </a:cubicBezTo>
                  <a:cubicBezTo>
                    <a:pt x="237490" y="225496"/>
                    <a:pt x="230505" y="235275"/>
                    <a:pt x="229108" y="250642"/>
                  </a:cubicBezTo>
                  <a:lnTo>
                    <a:pt x="227711" y="257627"/>
                  </a:lnTo>
                  <a:cubicBezTo>
                    <a:pt x="226314" y="261818"/>
                    <a:pt x="223520" y="267406"/>
                    <a:pt x="220726" y="274391"/>
                  </a:cubicBezTo>
                  <a:lnTo>
                    <a:pt x="210947" y="292552"/>
                  </a:lnTo>
                  <a:cubicBezTo>
                    <a:pt x="205359" y="306522"/>
                    <a:pt x="203962" y="317698"/>
                    <a:pt x="201168" y="331668"/>
                  </a:cubicBezTo>
                  <a:lnTo>
                    <a:pt x="183007" y="330271"/>
                  </a:lnTo>
                  <a:lnTo>
                    <a:pt x="120142" y="327477"/>
                  </a:lnTo>
                  <a:cubicBezTo>
                    <a:pt x="99187" y="326080"/>
                    <a:pt x="78232" y="324683"/>
                    <a:pt x="55880" y="324683"/>
                  </a:cubicBezTo>
                  <a:cubicBezTo>
                    <a:pt x="51054" y="324683"/>
                    <a:pt x="48006" y="324683"/>
                    <a:pt x="46101" y="324810"/>
                  </a:cubicBezTo>
                  <a:cubicBezTo>
                    <a:pt x="45720" y="324810"/>
                    <a:pt x="45212" y="324810"/>
                    <a:pt x="44704" y="324683"/>
                  </a:cubicBezTo>
                  <a:cubicBezTo>
                    <a:pt x="47498" y="316301"/>
                    <a:pt x="46101" y="321889"/>
                    <a:pt x="46101" y="313507"/>
                  </a:cubicBezTo>
                  <a:cubicBezTo>
                    <a:pt x="53086" y="300934"/>
                    <a:pt x="54483" y="284170"/>
                    <a:pt x="57277" y="266009"/>
                  </a:cubicBezTo>
                  <a:lnTo>
                    <a:pt x="62865" y="257627"/>
                  </a:lnTo>
                  <a:cubicBezTo>
                    <a:pt x="65659" y="253436"/>
                    <a:pt x="72644" y="243657"/>
                    <a:pt x="74041" y="238069"/>
                  </a:cubicBezTo>
                  <a:cubicBezTo>
                    <a:pt x="76835" y="226893"/>
                    <a:pt x="92202" y="201747"/>
                    <a:pt x="107569" y="179395"/>
                  </a:cubicBezTo>
                  <a:cubicBezTo>
                    <a:pt x="122936" y="157043"/>
                    <a:pt x="136906" y="138882"/>
                    <a:pt x="138303" y="137485"/>
                  </a:cubicBezTo>
                  <a:cubicBezTo>
                    <a:pt x="141097" y="131897"/>
                    <a:pt x="143891" y="127706"/>
                    <a:pt x="146685" y="124912"/>
                  </a:cubicBezTo>
                  <a:cubicBezTo>
                    <a:pt x="152273" y="115133"/>
                    <a:pt x="159258" y="106751"/>
                    <a:pt x="164846" y="96972"/>
                  </a:cubicBezTo>
                  <a:lnTo>
                    <a:pt x="174625" y="87193"/>
                  </a:lnTo>
                  <a:cubicBezTo>
                    <a:pt x="178816" y="77414"/>
                    <a:pt x="195580" y="66238"/>
                    <a:pt x="203962" y="59253"/>
                  </a:cubicBezTo>
                  <a:cubicBezTo>
                    <a:pt x="212344" y="55062"/>
                    <a:pt x="219329" y="50871"/>
                    <a:pt x="226314" y="45283"/>
                  </a:cubicBezTo>
                  <a:cubicBezTo>
                    <a:pt x="237490" y="42489"/>
                    <a:pt x="247269" y="38298"/>
                    <a:pt x="261239" y="31313"/>
                  </a:cubicBezTo>
                  <a:lnTo>
                    <a:pt x="271018" y="28519"/>
                  </a:lnTo>
                  <a:lnTo>
                    <a:pt x="283591" y="27122"/>
                  </a:lnTo>
                  <a:cubicBezTo>
                    <a:pt x="308737" y="25725"/>
                    <a:pt x="332486" y="27122"/>
                    <a:pt x="354838" y="28519"/>
                  </a:cubicBezTo>
                  <a:cubicBezTo>
                    <a:pt x="359029" y="28519"/>
                    <a:pt x="364617" y="29916"/>
                    <a:pt x="372999" y="31313"/>
                  </a:cubicBezTo>
                  <a:lnTo>
                    <a:pt x="384175" y="34107"/>
                  </a:lnTo>
                  <a:cubicBezTo>
                    <a:pt x="388366" y="35504"/>
                    <a:pt x="393954" y="35504"/>
                    <a:pt x="399542" y="35504"/>
                  </a:cubicBezTo>
                  <a:lnTo>
                    <a:pt x="406527" y="36901"/>
                  </a:lnTo>
                  <a:lnTo>
                    <a:pt x="431673" y="45283"/>
                  </a:lnTo>
                  <a:cubicBezTo>
                    <a:pt x="437261" y="46680"/>
                    <a:pt x="444246" y="49474"/>
                    <a:pt x="451231" y="50871"/>
                  </a:cubicBezTo>
                  <a:cubicBezTo>
                    <a:pt x="456819" y="52268"/>
                    <a:pt x="461010" y="55062"/>
                    <a:pt x="466598" y="56459"/>
                  </a:cubicBezTo>
                  <a:lnTo>
                    <a:pt x="484759" y="63444"/>
                  </a:lnTo>
                  <a:cubicBezTo>
                    <a:pt x="495935" y="67635"/>
                    <a:pt x="504317" y="70429"/>
                    <a:pt x="512699" y="76017"/>
                  </a:cubicBezTo>
                  <a:lnTo>
                    <a:pt x="522478" y="80208"/>
                  </a:lnTo>
                  <a:cubicBezTo>
                    <a:pt x="525272" y="83002"/>
                    <a:pt x="529463" y="84399"/>
                    <a:pt x="530860" y="84399"/>
                  </a:cubicBezTo>
                  <a:cubicBezTo>
                    <a:pt x="539242" y="85796"/>
                    <a:pt x="562991" y="108148"/>
                    <a:pt x="575564" y="113736"/>
                  </a:cubicBezTo>
                  <a:cubicBezTo>
                    <a:pt x="593725" y="129103"/>
                    <a:pt x="616077" y="151455"/>
                    <a:pt x="627253" y="176601"/>
                  </a:cubicBezTo>
                  <a:cubicBezTo>
                    <a:pt x="639826" y="189174"/>
                    <a:pt x="656590" y="249245"/>
                    <a:pt x="655193" y="252039"/>
                  </a:cubicBezTo>
                  <a:cubicBezTo>
                    <a:pt x="651002" y="259024"/>
                    <a:pt x="651002" y="268803"/>
                    <a:pt x="653796" y="275788"/>
                  </a:cubicBezTo>
                  <a:cubicBezTo>
                    <a:pt x="655193" y="333065"/>
                    <a:pt x="645414" y="374975"/>
                    <a:pt x="609092" y="425267"/>
                  </a:cubicBezTo>
                  <a:cubicBezTo>
                    <a:pt x="606298" y="428061"/>
                    <a:pt x="603504" y="430855"/>
                    <a:pt x="602107" y="433649"/>
                  </a:cubicBezTo>
                  <a:lnTo>
                    <a:pt x="593725" y="443428"/>
                  </a:lnTo>
                  <a:lnTo>
                    <a:pt x="585343" y="450413"/>
                  </a:lnTo>
                  <a:cubicBezTo>
                    <a:pt x="579755" y="456001"/>
                    <a:pt x="574167" y="464383"/>
                    <a:pt x="574167" y="472765"/>
                  </a:cubicBezTo>
                  <a:cubicBezTo>
                    <a:pt x="574167" y="481147"/>
                    <a:pt x="578358" y="486735"/>
                    <a:pt x="581152" y="490926"/>
                  </a:cubicBezTo>
                  <a:cubicBezTo>
                    <a:pt x="586740" y="496514"/>
                    <a:pt x="590931" y="500705"/>
                    <a:pt x="596519" y="503499"/>
                  </a:cubicBezTo>
                  <a:lnTo>
                    <a:pt x="604901" y="509087"/>
                  </a:lnTo>
                  <a:cubicBezTo>
                    <a:pt x="618871" y="518866"/>
                    <a:pt x="630047" y="530042"/>
                    <a:pt x="641223" y="541218"/>
                  </a:cubicBezTo>
                  <a:cubicBezTo>
                    <a:pt x="644017" y="545409"/>
                    <a:pt x="646811" y="550997"/>
                    <a:pt x="648208" y="553791"/>
                  </a:cubicBezTo>
                  <a:lnTo>
                    <a:pt x="657987" y="566364"/>
                  </a:lnTo>
                  <a:cubicBezTo>
                    <a:pt x="664972" y="573349"/>
                    <a:pt x="664972" y="574746"/>
                    <a:pt x="664972" y="576143"/>
                  </a:cubicBezTo>
                  <a:lnTo>
                    <a:pt x="667766" y="583128"/>
                  </a:lnTo>
                  <a:lnTo>
                    <a:pt x="673354" y="590113"/>
                  </a:lnTo>
                  <a:lnTo>
                    <a:pt x="676148" y="597098"/>
                  </a:lnTo>
                  <a:lnTo>
                    <a:pt x="680339" y="608274"/>
                  </a:lnTo>
                  <a:lnTo>
                    <a:pt x="683133" y="620847"/>
                  </a:lnTo>
                  <a:lnTo>
                    <a:pt x="685927" y="645993"/>
                  </a:lnTo>
                  <a:cubicBezTo>
                    <a:pt x="688721" y="658566"/>
                    <a:pt x="695706" y="685109"/>
                    <a:pt x="692912" y="701873"/>
                  </a:cubicBezTo>
                  <a:cubicBezTo>
                    <a:pt x="698500" y="732607"/>
                    <a:pt x="690118" y="757753"/>
                    <a:pt x="687324" y="787090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itel 1">
            <a:extLst>
              <a:ext uri="{FF2B5EF4-FFF2-40B4-BE49-F238E27FC236}">
                <a16:creationId xmlns:a16="http://schemas.microsoft.com/office/drawing/2014/main" id="{A079393C-5C90-47E6-A1FE-76A77999A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IDEs &amp; Entwicklungsumgebungen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9912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3C882-0673-4D90-AF98-2DBEEFAE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IDEs &amp; Entwicklungsumgebungen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F451740-FEC8-4461-88EB-DDA734AD521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12609123"/>
              </p:ext>
            </p:extLst>
          </p:nvPr>
        </p:nvGraphicFramePr>
        <p:xfrm>
          <a:off x="695325" y="1159903"/>
          <a:ext cx="10253412" cy="529059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562787">
                  <a:extLst>
                    <a:ext uri="{9D8B030D-6E8A-4147-A177-3AD203B41FA5}">
                      <a16:colId xmlns:a16="http://schemas.microsoft.com/office/drawing/2014/main" val="3711825589"/>
                    </a:ext>
                  </a:extLst>
                </a:gridCol>
                <a:gridCol w="2562787">
                  <a:extLst>
                    <a:ext uri="{9D8B030D-6E8A-4147-A177-3AD203B41FA5}">
                      <a16:colId xmlns:a16="http://schemas.microsoft.com/office/drawing/2014/main" val="2963261348"/>
                    </a:ext>
                  </a:extLst>
                </a:gridCol>
                <a:gridCol w="2563919">
                  <a:extLst>
                    <a:ext uri="{9D8B030D-6E8A-4147-A177-3AD203B41FA5}">
                      <a16:colId xmlns:a16="http://schemas.microsoft.com/office/drawing/2014/main" val="2951556671"/>
                    </a:ext>
                  </a:extLst>
                </a:gridCol>
                <a:gridCol w="2563919">
                  <a:extLst>
                    <a:ext uri="{9D8B030D-6E8A-4147-A177-3AD203B41FA5}">
                      <a16:colId xmlns:a16="http://schemas.microsoft.com/office/drawing/2014/main" val="478723381"/>
                    </a:ext>
                  </a:extLst>
                </a:gridCol>
              </a:tblGrid>
              <a:tr h="351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IDE / Editor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Geeignet für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Vorteile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Nachteile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542201233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Visual Studio Code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JS, TS, Python, PowerShell, Go, etc.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Kostenlos, leichtgewichtig, viele Erweiterungen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Nicht alle Features wie große IDEs (z. B. Debugging in Java)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473119405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Visual Studio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C#, .NET, PowerShell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Vollwertige IDE, gute Integration in Windows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Ressourcenintensiv, nur Windows/macOS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4110288253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 err="1">
                          <a:effectLst/>
                        </a:rPr>
                        <a:t>IntelliJ</a:t>
                      </a:r>
                      <a:r>
                        <a:rPr lang="de-DE" sz="800" dirty="0">
                          <a:effectLst/>
                        </a:rPr>
                        <a:t> IDEA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Java, Kotlin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Sehr leistungsfähig, gute Codeanalyse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Lizenzkosten für volle Version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667392481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Eclipse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Java, C/C++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Open Source, viele Plugins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Etwas altbackene UI, langsamer als moderne IDEs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78148538"/>
                  </a:ext>
                </a:extLst>
              </a:tr>
              <a:tr h="7344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PowerShell ISE / VS Code mit PowerShell Extension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PowerShell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Speziell für PowerShell-Skripte, gute Autovervollständigung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ISE ist veraltet, VS Code braucht Einrichtung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856955910"/>
                  </a:ext>
                </a:extLst>
              </a:tr>
              <a:tr h="7344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WebStorm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JavaScript, TypeScript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Beste JS/TS-Unterstützung, Debugging &amp; Testing integriert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Kostenpflichtig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266245796"/>
                  </a:ext>
                </a:extLst>
              </a:tr>
              <a:tr h="3631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Rider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C#, .NET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Cross-Plattform, moderne UI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Kostenpflichtig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2698280041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Sublime Text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Viele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Schnell, minimalistisch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Eingeschränkte Funktionen ohne Plugins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1461299056"/>
                  </a:ext>
                </a:extLst>
              </a:tr>
              <a:tr h="548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Notepad ++ 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Viele Sprachen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>
                          <a:effectLst/>
                        </a:rPr>
                        <a:t>Kostenlos</a:t>
                      </a:r>
                      <a:endParaRPr lang="de-DE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dirty="0">
                          <a:effectLst/>
                        </a:rPr>
                        <a:t>Eingeschränkte Funktionen ohne Plugins</a:t>
                      </a:r>
                      <a:endParaRPr lang="de-DE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698" marR="52698" marT="0" marB="0" anchor="ctr"/>
                </a:tc>
                <a:extLst>
                  <a:ext uri="{0D108BD9-81ED-4DB2-BD59-A6C34878D82A}">
                    <a16:rowId xmlns:a16="http://schemas.microsoft.com/office/drawing/2014/main" val="330559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04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6AC7F369-EC70-4FF5-91F6-F3BABF3A8CDB}"/>
              </a:ext>
            </a:extLst>
          </p:cNvPr>
          <p:cNvGrpSpPr/>
          <p:nvPr/>
        </p:nvGrpSpPr>
        <p:grpSpPr>
          <a:xfrm>
            <a:off x="626707" y="1460094"/>
            <a:ext cx="1057528" cy="1010031"/>
            <a:chOff x="6969252" y="2314574"/>
            <a:chExt cx="1057528" cy="1010031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5668023C-255D-4F76-B450-70DA71547876}"/>
                </a:ext>
              </a:extLst>
            </p:cNvPr>
            <p:cNvSpPr/>
            <p:nvPr/>
          </p:nvSpPr>
          <p:spPr>
            <a:xfrm>
              <a:off x="6995795" y="2342514"/>
              <a:ext cx="697102" cy="954151"/>
            </a:xfrm>
            <a:custGeom>
              <a:avLst/>
              <a:gdLst>
                <a:gd name="connsiteX0" fmla="*/ 646811 w 697102"/>
                <a:gd name="connsiteY0" fmla="*/ 583946 h 954151"/>
                <a:gd name="connsiteX1" fmla="*/ 572770 w 697102"/>
                <a:gd name="connsiteY1" fmla="*/ 554609 h 954151"/>
                <a:gd name="connsiteX2" fmla="*/ 569976 w 697102"/>
                <a:gd name="connsiteY2" fmla="*/ 488950 h 954151"/>
                <a:gd name="connsiteX3" fmla="*/ 572770 w 697102"/>
                <a:gd name="connsiteY3" fmla="*/ 178816 h 954151"/>
                <a:gd name="connsiteX4" fmla="*/ 576961 w 697102"/>
                <a:gd name="connsiteY4" fmla="*/ 82423 h 954151"/>
                <a:gd name="connsiteX5" fmla="*/ 578358 w 697102"/>
                <a:gd name="connsiteY5" fmla="*/ 16764 h 954151"/>
                <a:gd name="connsiteX6" fmla="*/ 578358 w 697102"/>
                <a:gd name="connsiteY6" fmla="*/ 2794 h 954151"/>
                <a:gd name="connsiteX7" fmla="*/ 557403 w 697102"/>
                <a:gd name="connsiteY7" fmla="*/ 0 h 954151"/>
                <a:gd name="connsiteX8" fmla="*/ 420497 w 697102"/>
                <a:gd name="connsiteY8" fmla="*/ 2794 h 954151"/>
                <a:gd name="connsiteX9" fmla="*/ 12573 w 697102"/>
                <a:gd name="connsiteY9" fmla="*/ 565785 h 954151"/>
                <a:gd name="connsiteX10" fmla="*/ 4191 w 697102"/>
                <a:gd name="connsiteY10" fmla="*/ 575564 h 954151"/>
                <a:gd name="connsiteX11" fmla="*/ 5588 w 697102"/>
                <a:gd name="connsiteY11" fmla="*/ 606298 h 954151"/>
                <a:gd name="connsiteX12" fmla="*/ 0 w 697102"/>
                <a:gd name="connsiteY12" fmla="*/ 712470 h 954151"/>
                <a:gd name="connsiteX13" fmla="*/ 0 w 697102"/>
                <a:gd name="connsiteY13" fmla="*/ 720852 h 954151"/>
                <a:gd name="connsiteX14" fmla="*/ 23749 w 697102"/>
                <a:gd name="connsiteY14" fmla="*/ 722249 h 954151"/>
                <a:gd name="connsiteX15" fmla="*/ 121539 w 697102"/>
                <a:gd name="connsiteY15" fmla="*/ 723646 h 954151"/>
                <a:gd name="connsiteX16" fmla="*/ 273812 w 697102"/>
                <a:gd name="connsiteY16" fmla="*/ 725043 h 954151"/>
                <a:gd name="connsiteX17" fmla="*/ 402336 w 697102"/>
                <a:gd name="connsiteY17" fmla="*/ 732028 h 954151"/>
                <a:gd name="connsiteX18" fmla="*/ 421894 w 697102"/>
                <a:gd name="connsiteY18" fmla="*/ 852170 h 954151"/>
                <a:gd name="connsiteX19" fmla="*/ 414909 w 697102"/>
                <a:gd name="connsiteY19" fmla="*/ 926211 h 954151"/>
                <a:gd name="connsiteX20" fmla="*/ 416306 w 697102"/>
                <a:gd name="connsiteY20" fmla="*/ 945769 h 954151"/>
                <a:gd name="connsiteX21" fmla="*/ 416306 w 697102"/>
                <a:gd name="connsiteY21" fmla="*/ 952754 h 954151"/>
                <a:gd name="connsiteX22" fmla="*/ 449834 w 697102"/>
                <a:gd name="connsiteY22" fmla="*/ 954151 h 954151"/>
                <a:gd name="connsiteX23" fmla="*/ 467995 w 697102"/>
                <a:gd name="connsiteY23" fmla="*/ 952754 h 954151"/>
                <a:gd name="connsiteX24" fmla="*/ 508508 w 697102"/>
                <a:gd name="connsiteY24" fmla="*/ 951357 h 954151"/>
                <a:gd name="connsiteX25" fmla="*/ 572770 w 697102"/>
                <a:gd name="connsiteY25" fmla="*/ 949960 h 954151"/>
                <a:gd name="connsiteX26" fmla="*/ 574167 w 697102"/>
                <a:gd name="connsiteY26" fmla="*/ 815848 h 954151"/>
                <a:gd name="connsiteX27" fmla="*/ 578358 w 697102"/>
                <a:gd name="connsiteY27" fmla="*/ 734822 h 954151"/>
                <a:gd name="connsiteX28" fmla="*/ 687324 w 697102"/>
                <a:gd name="connsiteY28" fmla="*/ 730631 h 954151"/>
                <a:gd name="connsiteX29" fmla="*/ 685927 w 697102"/>
                <a:gd name="connsiteY29" fmla="*/ 715264 h 954151"/>
                <a:gd name="connsiteX30" fmla="*/ 685927 w 697102"/>
                <a:gd name="connsiteY30" fmla="*/ 705485 h 954151"/>
                <a:gd name="connsiteX31" fmla="*/ 687324 w 697102"/>
                <a:gd name="connsiteY31" fmla="*/ 691515 h 954151"/>
                <a:gd name="connsiteX32" fmla="*/ 692912 w 697102"/>
                <a:gd name="connsiteY32" fmla="*/ 648208 h 954151"/>
                <a:gd name="connsiteX33" fmla="*/ 697103 w 697102"/>
                <a:gd name="connsiteY33" fmla="*/ 604901 h 954151"/>
                <a:gd name="connsiteX34" fmla="*/ 697103 w 697102"/>
                <a:gd name="connsiteY34" fmla="*/ 588137 h 954151"/>
                <a:gd name="connsiteX35" fmla="*/ 695706 w 697102"/>
                <a:gd name="connsiteY35" fmla="*/ 581152 h 954151"/>
                <a:gd name="connsiteX36" fmla="*/ 646811 w 697102"/>
                <a:gd name="connsiteY36" fmla="*/ 583946 h 954151"/>
                <a:gd name="connsiteX37" fmla="*/ 407924 w 697102"/>
                <a:gd name="connsiteY37" fmla="*/ 481965 h 954151"/>
                <a:gd name="connsiteX38" fmla="*/ 406527 w 697102"/>
                <a:gd name="connsiteY38" fmla="*/ 501523 h 954151"/>
                <a:gd name="connsiteX39" fmla="*/ 405130 w 697102"/>
                <a:gd name="connsiteY39" fmla="*/ 508508 h 954151"/>
                <a:gd name="connsiteX40" fmla="*/ 374396 w 697102"/>
                <a:gd name="connsiteY40" fmla="*/ 590931 h 954151"/>
                <a:gd name="connsiteX41" fmla="*/ 340868 w 697102"/>
                <a:gd name="connsiteY41" fmla="*/ 592328 h 954151"/>
                <a:gd name="connsiteX42" fmla="*/ 324104 w 697102"/>
                <a:gd name="connsiteY42" fmla="*/ 593725 h 954151"/>
                <a:gd name="connsiteX43" fmla="*/ 275209 w 697102"/>
                <a:gd name="connsiteY43" fmla="*/ 593725 h 954151"/>
                <a:gd name="connsiteX44" fmla="*/ 170434 w 697102"/>
                <a:gd name="connsiteY44" fmla="*/ 595122 h 954151"/>
                <a:gd name="connsiteX45" fmla="*/ 146685 w 697102"/>
                <a:gd name="connsiteY45" fmla="*/ 560197 h 954151"/>
                <a:gd name="connsiteX46" fmla="*/ 213741 w 697102"/>
                <a:gd name="connsiteY46" fmla="*/ 463804 h 954151"/>
                <a:gd name="connsiteX47" fmla="*/ 217932 w 697102"/>
                <a:gd name="connsiteY47" fmla="*/ 455422 h 954151"/>
                <a:gd name="connsiteX48" fmla="*/ 229108 w 697102"/>
                <a:gd name="connsiteY48" fmla="*/ 444246 h 954151"/>
                <a:gd name="connsiteX49" fmla="*/ 238887 w 697102"/>
                <a:gd name="connsiteY49" fmla="*/ 433070 h 954151"/>
                <a:gd name="connsiteX50" fmla="*/ 264033 w 697102"/>
                <a:gd name="connsiteY50" fmla="*/ 393954 h 954151"/>
                <a:gd name="connsiteX51" fmla="*/ 273812 w 697102"/>
                <a:gd name="connsiteY51" fmla="*/ 381381 h 954151"/>
                <a:gd name="connsiteX52" fmla="*/ 278003 w 697102"/>
                <a:gd name="connsiteY52" fmla="*/ 371602 h 954151"/>
                <a:gd name="connsiteX53" fmla="*/ 289179 w 697102"/>
                <a:gd name="connsiteY53" fmla="*/ 356235 h 954151"/>
                <a:gd name="connsiteX54" fmla="*/ 307340 w 697102"/>
                <a:gd name="connsiteY54" fmla="*/ 333883 h 954151"/>
                <a:gd name="connsiteX55" fmla="*/ 367411 w 697102"/>
                <a:gd name="connsiteY55" fmla="*/ 259842 h 954151"/>
                <a:gd name="connsiteX56" fmla="*/ 407924 w 697102"/>
                <a:gd name="connsiteY56" fmla="*/ 279400 h 954151"/>
                <a:gd name="connsiteX57" fmla="*/ 407924 w 697102"/>
                <a:gd name="connsiteY57" fmla="*/ 481965 h 95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97102" h="954151">
                  <a:moveTo>
                    <a:pt x="646811" y="583946"/>
                  </a:moveTo>
                  <a:cubicBezTo>
                    <a:pt x="628650" y="583946"/>
                    <a:pt x="562991" y="596519"/>
                    <a:pt x="572770" y="554609"/>
                  </a:cubicBezTo>
                  <a:cubicBezTo>
                    <a:pt x="576961" y="536448"/>
                    <a:pt x="569976" y="508508"/>
                    <a:pt x="569976" y="488950"/>
                  </a:cubicBezTo>
                  <a:cubicBezTo>
                    <a:pt x="569976" y="462407"/>
                    <a:pt x="572770" y="178816"/>
                    <a:pt x="572770" y="178816"/>
                  </a:cubicBezTo>
                  <a:cubicBezTo>
                    <a:pt x="572770" y="178816"/>
                    <a:pt x="574167" y="129921"/>
                    <a:pt x="576961" y="82423"/>
                  </a:cubicBezTo>
                  <a:cubicBezTo>
                    <a:pt x="576961" y="58674"/>
                    <a:pt x="578358" y="34925"/>
                    <a:pt x="578358" y="16764"/>
                  </a:cubicBezTo>
                  <a:lnTo>
                    <a:pt x="578358" y="2794"/>
                  </a:lnTo>
                  <a:cubicBezTo>
                    <a:pt x="572770" y="1397"/>
                    <a:pt x="565785" y="1397"/>
                    <a:pt x="557403" y="0"/>
                  </a:cubicBezTo>
                  <a:cubicBezTo>
                    <a:pt x="543433" y="0"/>
                    <a:pt x="449834" y="1397"/>
                    <a:pt x="420497" y="2794"/>
                  </a:cubicBezTo>
                  <a:cubicBezTo>
                    <a:pt x="283591" y="188595"/>
                    <a:pt x="152273" y="381381"/>
                    <a:pt x="12573" y="565785"/>
                  </a:cubicBezTo>
                  <a:cubicBezTo>
                    <a:pt x="9779" y="568579"/>
                    <a:pt x="8382" y="572770"/>
                    <a:pt x="4191" y="575564"/>
                  </a:cubicBezTo>
                  <a:cubicBezTo>
                    <a:pt x="5588" y="589534"/>
                    <a:pt x="5588" y="597916"/>
                    <a:pt x="5588" y="606298"/>
                  </a:cubicBezTo>
                  <a:cubicBezTo>
                    <a:pt x="5588" y="641223"/>
                    <a:pt x="1397" y="677545"/>
                    <a:pt x="0" y="712470"/>
                  </a:cubicBezTo>
                  <a:lnTo>
                    <a:pt x="0" y="720852"/>
                  </a:lnTo>
                  <a:lnTo>
                    <a:pt x="23749" y="722249"/>
                  </a:lnTo>
                  <a:lnTo>
                    <a:pt x="121539" y="723646"/>
                  </a:lnTo>
                  <a:cubicBezTo>
                    <a:pt x="198374" y="723646"/>
                    <a:pt x="271018" y="725043"/>
                    <a:pt x="273812" y="725043"/>
                  </a:cubicBezTo>
                  <a:cubicBezTo>
                    <a:pt x="301752" y="725043"/>
                    <a:pt x="385572" y="720852"/>
                    <a:pt x="402336" y="732028"/>
                  </a:cubicBezTo>
                  <a:cubicBezTo>
                    <a:pt x="427482" y="748792"/>
                    <a:pt x="423291" y="825627"/>
                    <a:pt x="421894" y="852170"/>
                  </a:cubicBezTo>
                  <a:cubicBezTo>
                    <a:pt x="421894" y="877316"/>
                    <a:pt x="423291" y="902462"/>
                    <a:pt x="414909" y="926211"/>
                  </a:cubicBezTo>
                  <a:cubicBezTo>
                    <a:pt x="417703" y="934593"/>
                    <a:pt x="417703" y="940181"/>
                    <a:pt x="416306" y="945769"/>
                  </a:cubicBezTo>
                  <a:lnTo>
                    <a:pt x="416306" y="952754"/>
                  </a:lnTo>
                  <a:cubicBezTo>
                    <a:pt x="428879" y="952754"/>
                    <a:pt x="441452" y="954151"/>
                    <a:pt x="449834" y="954151"/>
                  </a:cubicBezTo>
                  <a:lnTo>
                    <a:pt x="467995" y="952754"/>
                  </a:lnTo>
                  <a:lnTo>
                    <a:pt x="508508" y="951357"/>
                  </a:lnTo>
                  <a:lnTo>
                    <a:pt x="572770" y="949960"/>
                  </a:lnTo>
                  <a:cubicBezTo>
                    <a:pt x="572770" y="915035"/>
                    <a:pt x="575564" y="834009"/>
                    <a:pt x="574167" y="815848"/>
                  </a:cubicBezTo>
                  <a:cubicBezTo>
                    <a:pt x="572770" y="796290"/>
                    <a:pt x="564388" y="751586"/>
                    <a:pt x="578358" y="734822"/>
                  </a:cubicBezTo>
                  <a:cubicBezTo>
                    <a:pt x="597916" y="712470"/>
                    <a:pt x="660781" y="726440"/>
                    <a:pt x="687324" y="730631"/>
                  </a:cubicBezTo>
                  <a:lnTo>
                    <a:pt x="685927" y="715264"/>
                  </a:lnTo>
                  <a:lnTo>
                    <a:pt x="685927" y="705485"/>
                  </a:lnTo>
                  <a:lnTo>
                    <a:pt x="687324" y="691515"/>
                  </a:lnTo>
                  <a:lnTo>
                    <a:pt x="692912" y="648208"/>
                  </a:lnTo>
                  <a:cubicBezTo>
                    <a:pt x="694309" y="632841"/>
                    <a:pt x="695706" y="617474"/>
                    <a:pt x="697103" y="604901"/>
                  </a:cubicBezTo>
                  <a:lnTo>
                    <a:pt x="697103" y="588137"/>
                  </a:lnTo>
                  <a:lnTo>
                    <a:pt x="695706" y="581152"/>
                  </a:lnTo>
                  <a:lnTo>
                    <a:pt x="646811" y="583946"/>
                  </a:lnTo>
                  <a:close/>
                  <a:moveTo>
                    <a:pt x="407924" y="481965"/>
                  </a:moveTo>
                  <a:cubicBezTo>
                    <a:pt x="407924" y="490347"/>
                    <a:pt x="407924" y="495935"/>
                    <a:pt x="406527" y="501523"/>
                  </a:cubicBezTo>
                  <a:lnTo>
                    <a:pt x="405130" y="508508"/>
                  </a:lnTo>
                  <a:cubicBezTo>
                    <a:pt x="407924" y="536448"/>
                    <a:pt x="414909" y="590931"/>
                    <a:pt x="374396" y="590931"/>
                  </a:cubicBezTo>
                  <a:cubicBezTo>
                    <a:pt x="364617" y="595122"/>
                    <a:pt x="352044" y="595122"/>
                    <a:pt x="340868" y="592328"/>
                  </a:cubicBezTo>
                  <a:lnTo>
                    <a:pt x="324104" y="593725"/>
                  </a:lnTo>
                  <a:cubicBezTo>
                    <a:pt x="310134" y="595122"/>
                    <a:pt x="291973" y="596519"/>
                    <a:pt x="275209" y="593725"/>
                  </a:cubicBezTo>
                  <a:cubicBezTo>
                    <a:pt x="240284" y="599313"/>
                    <a:pt x="205359" y="595122"/>
                    <a:pt x="170434" y="595122"/>
                  </a:cubicBezTo>
                  <a:cubicBezTo>
                    <a:pt x="150876" y="595122"/>
                    <a:pt x="139700" y="576961"/>
                    <a:pt x="146685" y="560197"/>
                  </a:cubicBezTo>
                  <a:cubicBezTo>
                    <a:pt x="163449" y="523875"/>
                    <a:pt x="205359" y="497332"/>
                    <a:pt x="213741" y="463804"/>
                  </a:cubicBezTo>
                  <a:cubicBezTo>
                    <a:pt x="213741" y="462407"/>
                    <a:pt x="216535" y="458216"/>
                    <a:pt x="217932" y="455422"/>
                  </a:cubicBezTo>
                  <a:lnTo>
                    <a:pt x="229108" y="444246"/>
                  </a:lnTo>
                  <a:cubicBezTo>
                    <a:pt x="230505" y="441452"/>
                    <a:pt x="234696" y="437261"/>
                    <a:pt x="238887" y="433070"/>
                  </a:cubicBezTo>
                  <a:cubicBezTo>
                    <a:pt x="245872" y="419100"/>
                    <a:pt x="255651" y="406527"/>
                    <a:pt x="264033" y="393954"/>
                  </a:cubicBezTo>
                  <a:lnTo>
                    <a:pt x="273812" y="381381"/>
                  </a:lnTo>
                  <a:lnTo>
                    <a:pt x="278003" y="371602"/>
                  </a:lnTo>
                  <a:cubicBezTo>
                    <a:pt x="283591" y="363220"/>
                    <a:pt x="286385" y="359029"/>
                    <a:pt x="289179" y="356235"/>
                  </a:cubicBezTo>
                  <a:cubicBezTo>
                    <a:pt x="297561" y="347853"/>
                    <a:pt x="301752" y="343662"/>
                    <a:pt x="307340" y="333883"/>
                  </a:cubicBezTo>
                  <a:cubicBezTo>
                    <a:pt x="333883" y="310134"/>
                    <a:pt x="343662" y="279400"/>
                    <a:pt x="367411" y="259842"/>
                  </a:cubicBezTo>
                  <a:cubicBezTo>
                    <a:pt x="385572" y="244475"/>
                    <a:pt x="407924" y="255651"/>
                    <a:pt x="407924" y="279400"/>
                  </a:cubicBezTo>
                  <a:cubicBezTo>
                    <a:pt x="407924" y="346456"/>
                    <a:pt x="409321" y="414909"/>
                    <a:pt x="407924" y="48196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722C3E8-117C-4AA8-B62D-3E456F68268F}"/>
                </a:ext>
              </a:extLst>
            </p:cNvPr>
            <p:cNvSpPr/>
            <p:nvPr/>
          </p:nvSpPr>
          <p:spPr>
            <a:xfrm>
              <a:off x="7169022" y="2626105"/>
              <a:ext cx="210216" cy="285804"/>
            </a:xfrm>
            <a:custGeom>
              <a:avLst/>
              <a:gdLst>
                <a:gd name="connsiteX0" fmla="*/ 206756 w 210216"/>
                <a:gd name="connsiteY0" fmla="*/ 50292 h 285804"/>
                <a:gd name="connsiteX1" fmla="*/ 208153 w 210216"/>
                <a:gd name="connsiteY1" fmla="*/ 0 h 285804"/>
                <a:gd name="connsiteX2" fmla="*/ 156464 w 210216"/>
                <a:gd name="connsiteY2" fmla="*/ 64262 h 285804"/>
                <a:gd name="connsiteX3" fmla="*/ 135509 w 210216"/>
                <a:gd name="connsiteY3" fmla="*/ 90805 h 285804"/>
                <a:gd name="connsiteX4" fmla="*/ 129921 w 210216"/>
                <a:gd name="connsiteY4" fmla="*/ 97790 h 285804"/>
                <a:gd name="connsiteX5" fmla="*/ 122936 w 210216"/>
                <a:gd name="connsiteY5" fmla="*/ 111760 h 285804"/>
                <a:gd name="connsiteX6" fmla="*/ 118745 w 210216"/>
                <a:gd name="connsiteY6" fmla="*/ 120142 h 285804"/>
                <a:gd name="connsiteX7" fmla="*/ 113157 w 210216"/>
                <a:gd name="connsiteY7" fmla="*/ 127127 h 285804"/>
                <a:gd name="connsiteX8" fmla="*/ 89408 w 210216"/>
                <a:gd name="connsiteY8" fmla="*/ 163449 h 285804"/>
                <a:gd name="connsiteX9" fmla="*/ 75438 w 210216"/>
                <a:gd name="connsiteY9" fmla="*/ 177419 h 285804"/>
                <a:gd name="connsiteX10" fmla="*/ 68453 w 210216"/>
                <a:gd name="connsiteY10" fmla="*/ 185801 h 285804"/>
                <a:gd name="connsiteX11" fmla="*/ 0 w 210216"/>
                <a:gd name="connsiteY11" fmla="*/ 283591 h 285804"/>
                <a:gd name="connsiteX12" fmla="*/ 100584 w 210216"/>
                <a:gd name="connsiteY12" fmla="*/ 283591 h 285804"/>
                <a:gd name="connsiteX13" fmla="*/ 148082 w 210216"/>
                <a:gd name="connsiteY13" fmla="*/ 283591 h 285804"/>
                <a:gd name="connsiteX14" fmla="*/ 167640 w 210216"/>
                <a:gd name="connsiteY14" fmla="*/ 282194 h 285804"/>
                <a:gd name="connsiteX15" fmla="*/ 205359 w 210216"/>
                <a:gd name="connsiteY15" fmla="*/ 279400 h 285804"/>
                <a:gd name="connsiteX16" fmla="*/ 205359 w 210216"/>
                <a:gd name="connsiteY16" fmla="*/ 226314 h 285804"/>
                <a:gd name="connsiteX17" fmla="*/ 209550 w 210216"/>
                <a:gd name="connsiteY17" fmla="*/ 216535 h 285804"/>
                <a:gd name="connsiteX18" fmla="*/ 206756 w 210216"/>
                <a:gd name="connsiteY18" fmla="*/ 50292 h 28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0216" h="285804">
                  <a:moveTo>
                    <a:pt x="206756" y="50292"/>
                  </a:moveTo>
                  <a:cubicBezTo>
                    <a:pt x="208153" y="32131"/>
                    <a:pt x="208153" y="13970"/>
                    <a:pt x="208153" y="0"/>
                  </a:cubicBezTo>
                  <a:cubicBezTo>
                    <a:pt x="187198" y="18161"/>
                    <a:pt x="177419" y="46101"/>
                    <a:pt x="156464" y="64262"/>
                  </a:cubicBezTo>
                  <a:cubicBezTo>
                    <a:pt x="150876" y="75438"/>
                    <a:pt x="143891" y="82423"/>
                    <a:pt x="135509" y="90805"/>
                  </a:cubicBezTo>
                  <a:cubicBezTo>
                    <a:pt x="134112" y="93599"/>
                    <a:pt x="131318" y="94996"/>
                    <a:pt x="129921" y="97790"/>
                  </a:cubicBezTo>
                  <a:cubicBezTo>
                    <a:pt x="128524" y="104775"/>
                    <a:pt x="127127" y="107569"/>
                    <a:pt x="122936" y="111760"/>
                  </a:cubicBezTo>
                  <a:lnTo>
                    <a:pt x="118745" y="120142"/>
                  </a:lnTo>
                  <a:lnTo>
                    <a:pt x="113157" y="127127"/>
                  </a:lnTo>
                  <a:cubicBezTo>
                    <a:pt x="104775" y="138303"/>
                    <a:pt x="94996" y="150876"/>
                    <a:pt x="89408" y="163449"/>
                  </a:cubicBezTo>
                  <a:lnTo>
                    <a:pt x="75438" y="177419"/>
                  </a:lnTo>
                  <a:lnTo>
                    <a:pt x="68453" y="185801"/>
                  </a:lnTo>
                  <a:cubicBezTo>
                    <a:pt x="55880" y="231902"/>
                    <a:pt x="18161" y="245872"/>
                    <a:pt x="0" y="283591"/>
                  </a:cubicBezTo>
                  <a:cubicBezTo>
                    <a:pt x="33528" y="284988"/>
                    <a:pt x="67056" y="287782"/>
                    <a:pt x="100584" y="283591"/>
                  </a:cubicBezTo>
                  <a:cubicBezTo>
                    <a:pt x="118745" y="284988"/>
                    <a:pt x="135509" y="284988"/>
                    <a:pt x="148082" y="283591"/>
                  </a:cubicBezTo>
                  <a:lnTo>
                    <a:pt x="167640" y="282194"/>
                  </a:lnTo>
                  <a:cubicBezTo>
                    <a:pt x="180213" y="283591"/>
                    <a:pt x="195580" y="283591"/>
                    <a:pt x="205359" y="279400"/>
                  </a:cubicBezTo>
                  <a:cubicBezTo>
                    <a:pt x="209550" y="266827"/>
                    <a:pt x="206756" y="240284"/>
                    <a:pt x="205359" y="226314"/>
                  </a:cubicBezTo>
                  <a:lnTo>
                    <a:pt x="209550" y="216535"/>
                  </a:lnTo>
                  <a:cubicBezTo>
                    <a:pt x="212344" y="160655"/>
                    <a:pt x="205359" y="104775"/>
                    <a:pt x="206756" y="5029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4EE5BC3-57F2-4B1D-94C4-7D72DFE91B33}"/>
                </a:ext>
              </a:extLst>
            </p:cNvPr>
            <p:cNvSpPr/>
            <p:nvPr/>
          </p:nvSpPr>
          <p:spPr>
            <a:xfrm>
              <a:off x="7818628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D82EDAEC-A511-45E1-ACAE-28345F56EF4D}"/>
                </a:ext>
              </a:extLst>
            </p:cNvPr>
            <p:cNvSpPr/>
            <p:nvPr/>
          </p:nvSpPr>
          <p:spPr>
            <a:xfrm>
              <a:off x="7792084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6F7DBE-B55D-4D9E-8CF9-59D58E9DEAAD}"/>
                </a:ext>
              </a:extLst>
            </p:cNvPr>
            <p:cNvSpPr/>
            <p:nvPr/>
          </p:nvSpPr>
          <p:spPr>
            <a:xfrm>
              <a:off x="6969252" y="2314574"/>
              <a:ext cx="750188" cy="1008923"/>
            </a:xfrm>
            <a:custGeom>
              <a:avLst/>
              <a:gdLst>
                <a:gd name="connsiteX0" fmla="*/ 734822 w 750188"/>
                <a:gd name="connsiteY0" fmla="*/ 583946 h 1008923"/>
                <a:gd name="connsiteX1" fmla="*/ 722249 w 750188"/>
                <a:gd name="connsiteY1" fmla="*/ 582549 h 1008923"/>
                <a:gd name="connsiteX2" fmla="*/ 671957 w 750188"/>
                <a:gd name="connsiteY2" fmla="*/ 585343 h 1008923"/>
                <a:gd name="connsiteX3" fmla="*/ 625856 w 750188"/>
                <a:gd name="connsiteY3" fmla="*/ 586740 h 1008923"/>
                <a:gd name="connsiteX4" fmla="*/ 623062 w 750188"/>
                <a:gd name="connsiteY4" fmla="*/ 516890 h 1008923"/>
                <a:gd name="connsiteX5" fmla="*/ 625856 w 750188"/>
                <a:gd name="connsiteY5" fmla="*/ 208153 h 1008923"/>
                <a:gd name="connsiteX6" fmla="*/ 631444 w 750188"/>
                <a:gd name="connsiteY6" fmla="*/ 46101 h 1008923"/>
                <a:gd name="connsiteX7" fmla="*/ 631444 w 750188"/>
                <a:gd name="connsiteY7" fmla="*/ 23749 h 1008923"/>
                <a:gd name="connsiteX8" fmla="*/ 611886 w 750188"/>
                <a:gd name="connsiteY8" fmla="*/ 6985 h 1008923"/>
                <a:gd name="connsiteX9" fmla="*/ 618871 w 750188"/>
                <a:gd name="connsiteY9" fmla="*/ 5588 h 1008923"/>
                <a:gd name="connsiteX10" fmla="*/ 585343 w 750188"/>
                <a:gd name="connsiteY10" fmla="*/ 0 h 1008923"/>
                <a:gd name="connsiteX11" fmla="*/ 441452 w 750188"/>
                <a:gd name="connsiteY11" fmla="*/ 2794 h 1008923"/>
                <a:gd name="connsiteX12" fmla="*/ 412115 w 750188"/>
                <a:gd name="connsiteY12" fmla="*/ 34925 h 1008923"/>
                <a:gd name="connsiteX13" fmla="*/ 11176 w 750188"/>
                <a:gd name="connsiteY13" fmla="*/ 583946 h 1008923"/>
                <a:gd name="connsiteX14" fmla="*/ 5588 w 750188"/>
                <a:gd name="connsiteY14" fmla="*/ 634238 h 1008923"/>
                <a:gd name="connsiteX15" fmla="*/ 0 w 750188"/>
                <a:gd name="connsiteY15" fmla="*/ 739013 h 1008923"/>
                <a:gd name="connsiteX16" fmla="*/ 0 w 750188"/>
                <a:gd name="connsiteY16" fmla="*/ 759968 h 1008923"/>
                <a:gd name="connsiteX17" fmla="*/ 18161 w 750188"/>
                <a:gd name="connsiteY17" fmla="*/ 773938 h 1008923"/>
                <a:gd name="connsiteX18" fmla="*/ 25146 w 750188"/>
                <a:gd name="connsiteY18" fmla="*/ 776732 h 1008923"/>
                <a:gd name="connsiteX19" fmla="*/ 50292 w 750188"/>
                <a:gd name="connsiteY19" fmla="*/ 776732 h 1008923"/>
                <a:gd name="connsiteX20" fmla="*/ 146685 w 750188"/>
                <a:gd name="connsiteY20" fmla="*/ 778129 h 1008923"/>
                <a:gd name="connsiteX21" fmla="*/ 301752 w 750188"/>
                <a:gd name="connsiteY21" fmla="*/ 779526 h 1008923"/>
                <a:gd name="connsiteX22" fmla="*/ 413512 w 750188"/>
                <a:gd name="connsiteY22" fmla="*/ 782320 h 1008923"/>
                <a:gd name="connsiteX23" fmla="*/ 421894 w 750188"/>
                <a:gd name="connsiteY23" fmla="*/ 880110 h 1008923"/>
                <a:gd name="connsiteX24" fmla="*/ 414909 w 750188"/>
                <a:gd name="connsiteY24" fmla="*/ 951357 h 1008923"/>
                <a:gd name="connsiteX25" fmla="*/ 417703 w 750188"/>
                <a:gd name="connsiteY25" fmla="*/ 965327 h 1008923"/>
                <a:gd name="connsiteX26" fmla="*/ 416306 w 750188"/>
                <a:gd name="connsiteY26" fmla="*/ 972312 h 1008923"/>
                <a:gd name="connsiteX27" fmla="*/ 416306 w 750188"/>
                <a:gd name="connsiteY27" fmla="*/ 982091 h 1008923"/>
                <a:gd name="connsiteX28" fmla="*/ 420497 w 750188"/>
                <a:gd name="connsiteY28" fmla="*/ 998855 h 1008923"/>
                <a:gd name="connsiteX29" fmla="*/ 483362 w 750188"/>
                <a:gd name="connsiteY29" fmla="*/ 1007237 h 1008923"/>
                <a:gd name="connsiteX30" fmla="*/ 495935 w 750188"/>
                <a:gd name="connsiteY30" fmla="*/ 1007237 h 1008923"/>
                <a:gd name="connsiteX31" fmla="*/ 536448 w 750188"/>
                <a:gd name="connsiteY31" fmla="*/ 1005840 h 1008923"/>
                <a:gd name="connsiteX32" fmla="*/ 613283 w 750188"/>
                <a:gd name="connsiteY32" fmla="*/ 1004443 h 1008923"/>
                <a:gd name="connsiteX33" fmla="*/ 625856 w 750188"/>
                <a:gd name="connsiteY33" fmla="*/ 990473 h 1008923"/>
                <a:gd name="connsiteX34" fmla="*/ 627253 w 750188"/>
                <a:gd name="connsiteY34" fmla="*/ 842391 h 1008923"/>
                <a:gd name="connsiteX35" fmla="*/ 625856 w 750188"/>
                <a:gd name="connsiteY35" fmla="*/ 779526 h 1008923"/>
                <a:gd name="connsiteX36" fmla="*/ 678942 w 750188"/>
                <a:gd name="connsiteY36" fmla="*/ 779526 h 1008923"/>
                <a:gd name="connsiteX37" fmla="*/ 740410 w 750188"/>
                <a:gd name="connsiteY37" fmla="*/ 757174 h 1008923"/>
                <a:gd name="connsiteX38" fmla="*/ 739013 w 750188"/>
                <a:gd name="connsiteY38" fmla="*/ 736219 h 1008923"/>
                <a:gd name="connsiteX39" fmla="*/ 740410 w 750188"/>
                <a:gd name="connsiteY39" fmla="*/ 722249 h 1008923"/>
                <a:gd name="connsiteX40" fmla="*/ 745998 w 750188"/>
                <a:gd name="connsiteY40" fmla="*/ 678942 h 1008923"/>
                <a:gd name="connsiteX41" fmla="*/ 750189 w 750188"/>
                <a:gd name="connsiteY41" fmla="*/ 634238 h 1008923"/>
                <a:gd name="connsiteX42" fmla="*/ 750189 w 750188"/>
                <a:gd name="connsiteY42" fmla="*/ 616077 h 1008923"/>
                <a:gd name="connsiteX43" fmla="*/ 748792 w 750188"/>
                <a:gd name="connsiteY43" fmla="*/ 600710 h 1008923"/>
                <a:gd name="connsiteX44" fmla="*/ 734822 w 750188"/>
                <a:gd name="connsiteY44" fmla="*/ 583946 h 1008923"/>
                <a:gd name="connsiteX45" fmla="*/ 723646 w 750188"/>
                <a:gd name="connsiteY45" fmla="*/ 632841 h 1008923"/>
                <a:gd name="connsiteX46" fmla="*/ 719455 w 750188"/>
                <a:gd name="connsiteY46" fmla="*/ 676148 h 1008923"/>
                <a:gd name="connsiteX47" fmla="*/ 713867 w 750188"/>
                <a:gd name="connsiteY47" fmla="*/ 719455 h 1008923"/>
                <a:gd name="connsiteX48" fmla="*/ 712470 w 750188"/>
                <a:gd name="connsiteY48" fmla="*/ 733425 h 1008923"/>
                <a:gd name="connsiteX49" fmla="*/ 712470 w 750188"/>
                <a:gd name="connsiteY49" fmla="*/ 743204 h 1008923"/>
                <a:gd name="connsiteX50" fmla="*/ 713867 w 750188"/>
                <a:gd name="connsiteY50" fmla="*/ 758571 h 1008923"/>
                <a:gd name="connsiteX51" fmla="*/ 604901 w 750188"/>
                <a:gd name="connsiteY51" fmla="*/ 762762 h 1008923"/>
                <a:gd name="connsiteX52" fmla="*/ 600710 w 750188"/>
                <a:gd name="connsiteY52" fmla="*/ 843788 h 1008923"/>
                <a:gd name="connsiteX53" fmla="*/ 599313 w 750188"/>
                <a:gd name="connsiteY53" fmla="*/ 977900 h 1008923"/>
                <a:gd name="connsiteX54" fmla="*/ 535051 w 750188"/>
                <a:gd name="connsiteY54" fmla="*/ 979297 h 1008923"/>
                <a:gd name="connsiteX55" fmla="*/ 494538 w 750188"/>
                <a:gd name="connsiteY55" fmla="*/ 980694 h 1008923"/>
                <a:gd name="connsiteX56" fmla="*/ 476377 w 750188"/>
                <a:gd name="connsiteY56" fmla="*/ 982091 h 1008923"/>
                <a:gd name="connsiteX57" fmla="*/ 442849 w 750188"/>
                <a:gd name="connsiteY57" fmla="*/ 980694 h 1008923"/>
                <a:gd name="connsiteX58" fmla="*/ 442849 w 750188"/>
                <a:gd name="connsiteY58" fmla="*/ 973709 h 1008923"/>
                <a:gd name="connsiteX59" fmla="*/ 441452 w 750188"/>
                <a:gd name="connsiteY59" fmla="*/ 954151 h 1008923"/>
                <a:gd name="connsiteX60" fmla="*/ 448437 w 750188"/>
                <a:gd name="connsiteY60" fmla="*/ 880110 h 1008923"/>
                <a:gd name="connsiteX61" fmla="*/ 428879 w 750188"/>
                <a:gd name="connsiteY61" fmla="*/ 759968 h 1008923"/>
                <a:gd name="connsiteX62" fmla="*/ 300355 w 750188"/>
                <a:gd name="connsiteY62" fmla="*/ 752983 h 1008923"/>
                <a:gd name="connsiteX63" fmla="*/ 148082 w 750188"/>
                <a:gd name="connsiteY63" fmla="*/ 751586 h 1008923"/>
                <a:gd name="connsiteX64" fmla="*/ 50292 w 750188"/>
                <a:gd name="connsiteY64" fmla="*/ 750189 h 1008923"/>
                <a:gd name="connsiteX65" fmla="*/ 26543 w 750188"/>
                <a:gd name="connsiteY65" fmla="*/ 748792 h 1008923"/>
                <a:gd name="connsiteX66" fmla="*/ 26543 w 750188"/>
                <a:gd name="connsiteY66" fmla="*/ 740410 h 1008923"/>
                <a:gd name="connsiteX67" fmla="*/ 32131 w 750188"/>
                <a:gd name="connsiteY67" fmla="*/ 634238 h 1008923"/>
                <a:gd name="connsiteX68" fmla="*/ 30734 w 750188"/>
                <a:gd name="connsiteY68" fmla="*/ 603504 h 1008923"/>
                <a:gd name="connsiteX69" fmla="*/ 39116 w 750188"/>
                <a:gd name="connsiteY69" fmla="*/ 593725 h 1008923"/>
                <a:gd name="connsiteX70" fmla="*/ 447040 w 750188"/>
                <a:gd name="connsiteY70" fmla="*/ 30734 h 1008923"/>
                <a:gd name="connsiteX71" fmla="*/ 583946 w 750188"/>
                <a:gd name="connsiteY71" fmla="*/ 27940 h 1008923"/>
                <a:gd name="connsiteX72" fmla="*/ 604901 w 750188"/>
                <a:gd name="connsiteY72" fmla="*/ 30734 h 1008923"/>
                <a:gd name="connsiteX73" fmla="*/ 604901 w 750188"/>
                <a:gd name="connsiteY73" fmla="*/ 44704 h 1008923"/>
                <a:gd name="connsiteX74" fmla="*/ 603504 w 750188"/>
                <a:gd name="connsiteY74" fmla="*/ 110363 h 1008923"/>
                <a:gd name="connsiteX75" fmla="*/ 599313 w 750188"/>
                <a:gd name="connsiteY75" fmla="*/ 206756 h 1008923"/>
                <a:gd name="connsiteX76" fmla="*/ 596519 w 750188"/>
                <a:gd name="connsiteY76" fmla="*/ 516890 h 1008923"/>
                <a:gd name="connsiteX77" fmla="*/ 599313 w 750188"/>
                <a:gd name="connsiteY77" fmla="*/ 582549 h 1008923"/>
                <a:gd name="connsiteX78" fmla="*/ 673354 w 750188"/>
                <a:gd name="connsiteY78" fmla="*/ 611886 h 1008923"/>
                <a:gd name="connsiteX79" fmla="*/ 722249 w 750188"/>
                <a:gd name="connsiteY79" fmla="*/ 609092 h 1008923"/>
                <a:gd name="connsiteX80" fmla="*/ 723646 w 750188"/>
                <a:gd name="connsiteY80" fmla="*/ 616077 h 1008923"/>
                <a:gd name="connsiteX81" fmla="*/ 723646 w 750188"/>
                <a:gd name="connsiteY81" fmla="*/ 632841 h 10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750188" h="1008923">
                  <a:moveTo>
                    <a:pt x="734822" y="583946"/>
                  </a:moveTo>
                  <a:cubicBezTo>
                    <a:pt x="730631" y="582549"/>
                    <a:pt x="726440" y="582549"/>
                    <a:pt x="722249" y="582549"/>
                  </a:cubicBezTo>
                  <a:lnTo>
                    <a:pt x="671957" y="585343"/>
                  </a:lnTo>
                  <a:cubicBezTo>
                    <a:pt x="649605" y="585343"/>
                    <a:pt x="630047" y="586740"/>
                    <a:pt x="625856" y="586740"/>
                  </a:cubicBezTo>
                  <a:cubicBezTo>
                    <a:pt x="630047" y="562991"/>
                    <a:pt x="623062" y="540639"/>
                    <a:pt x="623062" y="516890"/>
                  </a:cubicBezTo>
                  <a:cubicBezTo>
                    <a:pt x="623062" y="490347"/>
                    <a:pt x="625856" y="208153"/>
                    <a:pt x="625856" y="208153"/>
                  </a:cubicBezTo>
                  <a:cubicBezTo>
                    <a:pt x="628650" y="153670"/>
                    <a:pt x="631444" y="99187"/>
                    <a:pt x="631444" y="46101"/>
                  </a:cubicBezTo>
                  <a:lnTo>
                    <a:pt x="631444" y="23749"/>
                  </a:lnTo>
                  <a:cubicBezTo>
                    <a:pt x="631444" y="8382"/>
                    <a:pt x="618871" y="6985"/>
                    <a:pt x="611886" y="6985"/>
                  </a:cubicBezTo>
                  <a:lnTo>
                    <a:pt x="618871" y="5588"/>
                  </a:lnTo>
                  <a:cubicBezTo>
                    <a:pt x="611886" y="4191"/>
                    <a:pt x="602107" y="4191"/>
                    <a:pt x="585343" y="0"/>
                  </a:cubicBezTo>
                  <a:cubicBezTo>
                    <a:pt x="585343" y="0"/>
                    <a:pt x="454025" y="4191"/>
                    <a:pt x="441452" y="2794"/>
                  </a:cubicBezTo>
                  <a:cubicBezTo>
                    <a:pt x="430276" y="2794"/>
                    <a:pt x="417703" y="26543"/>
                    <a:pt x="412115" y="34925"/>
                  </a:cubicBezTo>
                  <a:cubicBezTo>
                    <a:pt x="405130" y="46101"/>
                    <a:pt x="61468" y="519684"/>
                    <a:pt x="11176" y="583946"/>
                  </a:cubicBezTo>
                  <a:cubicBezTo>
                    <a:pt x="-1397" y="590931"/>
                    <a:pt x="5588" y="621665"/>
                    <a:pt x="5588" y="634238"/>
                  </a:cubicBezTo>
                  <a:cubicBezTo>
                    <a:pt x="5588" y="669163"/>
                    <a:pt x="0" y="704088"/>
                    <a:pt x="0" y="739013"/>
                  </a:cubicBezTo>
                  <a:lnTo>
                    <a:pt x="0" y="759968"/>
                  </a:lnTo>
                  <a:cubicBezTo>
                    <a:pt x="0" y="761365"/>
                    <a:pt x="0" y="764159"/>
                    <a:pt x="18161" y="773938"/>
                  </a:cubicBezTo>
                  <a:lnTo>
                    <a:pt x="25146" y="776732"/>
                  </a:lnTo>
                  <a:lnTo>
                    <a:pt x="50292" y="776732"/>
                  </a:lnTo>
                  <a:lnTo>
                    <a:pt x="146685" y="778129"/>
                  </a:lnTo>
                  <a:cubicBezTo>
                    <a:pt x="216535" y="779526"/>
                    <a:pt x="287782" y="779526"/>
                    <a:pt x="301752" y="779526"/>
                  </a:cubicBezTo>
                  <a:cubicBezTo>
                    <a:pt x="340868" y="780923"/>
                    <a:pt x="366014" y="779526"/>
                    <a:pt x="413512" y="782320"/>
                  </a:cubicBezTo>
                  <a:cubicBezTo>
                    <a:pt x="424688" y="810260"/>
                    <a:pt x="421894" y="850773"/>
                    <a:pt x="421894" y="880110"/>
                  </a:cubicBezTo>
                  <a:cubicBezTo>
                    <a:pt x="421894" y="901065"/>
                    <a:pt x="423291" y="926211"/>
                    <a:pt x="414909" y="951357"/>
                  </a:cubicBezTo>
                  <a:cubicBezTo>
                    <a:pt x="414909" y="951357"/>
                    <a:pt x="414909" y="958342"/>
                    <a:pt x="417703" y="965327"/>
                  </a:cubicBezTo>
                  <a:lnTo>
                    <a:pt x="416306" y="972312"/>
                  </a:lnTo>
                  <a:lnTo>
                    <a:pt x="416306" y="982091"/>
                  </a:lnTo>
                  <a:cubicBezTo>
                    <a:pt x="416306" y="986282"/>
                    <a:pt x="417703" y="990473"/>
                    <a:pt x="420497" y="998855"/>
                  </a:cubicBezTo>
                  <a:cubicBezTo>
                    <a:pt x="427482" y="1012825"/>
                    <a:pt x="472186" y="1008634"/>
                    <a:pt x="483362" y="1007237"/>
                  </a:cubicBezTo>
                  <a:lnTo>
                    <a:pt x="495935" y="1007237"/>
                  </a:lnTo>
                  <a:lnTo>
                    <a:pt x="536448" y="1005840"/>
                  </a:lnTo>
                  <a:lnTo>
                    <a:pt x="613283" y="1004443"/>
                  </a:lnTo>
                  <a:cubicBezTo>
                    <a:pt x="621665" y="1004443"/>
                    <a:pt x="627253" y="997458"/>
                    <a:pt x="625856" y="990473"/>
                  </a:cubicBezTo>
                  <a:cubicBezTo>
                    <a:pt x="624459" y="975106"/>
                    <a:pt x="628650" y="864743"/>
                    <a:pt x="627253" y="842391"/>
                  </a:cubicBezTo>
                  <a:cubicBezTo>
                    <a:pt x="625856" y="820039"/>
                    <a:pt x="624459" y="797687"/>
                    <a:pt x="625856" y="779526"/>
                  </a:cubicBezTo>
                  <a:cubicBezTo>
                    <a:pt x="642620" y="775335"/>
                    <a:pt x="660781" y="776732"/>
                    <a:pt x="678942" y="779526"/>
                  </a:cubicBezTo>
                  <a:cubicBezTo>
                    <a:pt x="712470" y="785114"/>
                    <a:pt x="744601" y="806069"/>
                    <a:pt x="740410" y="757174"/>
                  </a:cubicBezTo>
                  <a:lnTo>
                    <a:pt x="739013" y="736219"/>
                  </a:lnTo>
                  <a:lnTo>
                    <a:pt x="740410" y="722249"/>
                  </a:lnTo>
                  <a:lnTo>
                    <a:pt x="745998" y="678942"/>
                  </a:lnTo>
                  <a:cubicBezTo>
                    <a:pt x="747395" y="663575"/>
                    <a:pt x="748792" y="648208"/>
                    <a:pt x="750189" y="634238"/>
                  </a:cubicBezTo>
                  <a:lnTo>
                    <a:pt x="750189" y="616077"/>
                  </a:lnTo>
                  <a:cubicBezTo>
                    <a:pt x="750189" y="611886"/>
                    <a:pt x="750189" y="607695"/>
                    <a:pt x="748792" y="600710"/>
                  </a:cubicBezTo>
                  <a:cubicBezTo>
                    <a:pt x="747395" y="596519"/>
                    <a:pt x="744601" y="592328"/>
                    <a:pt x="734822" y="583946"/>
                  </a:cubicBezTo>
                  <a:close/>
                  <a:moveTo>
                    <a:pt x="723646" y="632841"/>
                  </a:moveTo>
                  <a:cubicBezTo>
                    <a:pt x="722249" y="645414"/>
                    <a:pt x="720852" y="660781"/>
                    <a:pt x="719455" y="676148"/>
                  </a:cubicBezTo>
                  <a:lnTo>
                    <a:pt x="713867" y="719455"/>
                  </a:lnTo>
                  <a:lnTo>
                    <a:pt x="712470" y="733425"/>
                  </a:lnTo>
                  <a:lnTo>
                    <a:pt x="712470" y="743204"/>
                  </a:lnTo>
                  <a:lnTo>
                    <a:pt x="713867" y="758571"/>
                  </a:lnTo>
                  <a:cubicBezTo>
                    <a:pt x="687324" y="754380"/>
                    <a:pt x="624459" y="740410"/>
                    <a:pt x="604901" y="762762"/>
                  </a:cubicBezTo>
                  <a:cubicBezTo>
                    <a:pt x="590931" y="779526"/>
                    <a:pt x="599313" y="824230"/>
                    <a:pt x="600710" y="843788"/>
                  </a:cubicBezTo>
                  <a:cubicBezTo>
                    <a:pt x="602107" y="861949"/>
                    <a:pt x="599313" y="942975"/>
                    <a:pt x="599313" y="977900"/>
                  </a:cubicBezTo>
                  <a:lnTo>
                    <a:pt x="535051" y="979297"/>
                  </a:lnTo>
                  <a:lnTo>
                    <a:pt x="494538" y="980694"/>
                  </a:lnTo>
                  <a:lnTo>
                    <a:pt x="476377" y="982091"/>
                  </a:lnTo>
                  <a:cubicBezTo>
                    <a:pt x="467995" y="982091"/>
                    <a:pt x="455422" y="980694"/>
                    <a:pt x="442849" y="980694"/>
                  </a:cubicBezTo>
                  <a:lnTo>
                    <a:pt x="442849" y="973709"/>
                  </a:lnTo>
                  <a:cubicBezTo>
                    <a:pt x="444246" y="968121"/>
                    <a:pt x="444246" y="962533"/>
                    <a:pt x="441452" y="954151"/>
                  </a:cubicBezTo>
                  <a:cubicBezTo>
                    <a:pt x="449834" y="930402"/>
                    <a:pt x="448437" y="905256"/>
                    <a:pt x="448437" y="880110"/>
                  </a:cubicBezTo>
                  <a:cubicBezTo>
                    <a:pt x="449834" y="853567"/>
                    <a:pt x="454025" y="776732"/>
                    <a:pt x="428879" y="759968"/>
                  </a:cubicBezTo>
                  <a:cubicBezTo>
                    <a:pt x="412115" y="748792"/>
                    <a:pt x="328295" y="752983"/>
                    <a:pt x="300355" y="752983"/>
                  </a:cubicBezTo>
                  <a:cubicBezTo>
                    <a:pt x="297561" y="752983"/>
                    <a:pt x="224917" y="751586"/>
                    <a:pt x="148082" y="751586"/>
                  </a:cubicBezTo>
                  <a:lnTo>
                    <a:pt x="50292" y="750189"/>
                  </a:lnTo>
                  <a:lnTo>
                    <a:pt x="26543" y="748792"/>
                  </a:lnTo>
                  <a:lnTo>
                    <a:pt x="26543" y="740410"/>
                  </a:lnTo>
                  <a:cubicBezTo>
                    <a:pt x="27940" y="705485"/>
                    <a:pt x="32131" y="669163"/>
                    <a:pt x="32131" y="634238"/>
                  </a:cubicBezTo>
                  <a:cubicBezTo>
                    <a:pt x="32131" y="625856"/>
                    <a:pt x="32131" y="617474"/>
                    <a:pt x="30734" y="603504"/>
                  </a:cubicBezTo>
                  <a:cubicBezTo>
                    <a:pt x="34925" y="600710"/>
                    <a:pt x="36322" y="596519"/>
                    <a:pt x="39116" y="593725"/>
                  </a:cubicBezTo>
                  <a:cubicBezTo>
                    <a:pt x="178816" y="409321"/>
                    <a:pt x="310134" y="216535"/>
                    <a:pt x="447040" y="30734"/>
                  </a:cubicBezTo>
                  <a:cubicBezTo>
                    <a:pt x="476377" y="29337"/>
                    <a:pt x="569976" y="27940"/>
                    <a:pt x="583946" y="27940"/>
                  </a:cubicBezTo>
                  <a:cubicBezTo>
                    <a:pt x="592328" y="29337"/>
                    <a:pt x="599313" y="29337"/>
                    <a:pt x="604901" y="30734"/>
                  </a:cubicBezTo>
                  <a:lnTo>
                    <a:pt x="604901" y="44704"/>
                  </a:lnTo>
                  <a:cubicBezTo>
                    <a:pt x="604901" y="62865"/>
                    <a:pt x="603504" y="86614"/>
                    <a:pt x="603504" y="110363"/>
                  </a:cubicBezTo>
                  <a:cubicBezTo>
                    <a:pt x="600710" y="157861"/>
                    <a:pt x="599313" y="206756"/>
                    <a:pt x="599313" y="206756"/>
                  </a:cubicBezTo>
                  <a:cubicBezTo>
                    <a:pt x="599313" y="206756"/>
                    <a:pt x="596519" y="490347"/>
                    <a:pt x="596519" y="516890"/>
                  </a:cubicBezTo>
                  <a:cubicBezTo>
                    <a:pt x="596519" y="536448"/>
                    <a:pt x="603504" y="564388"/>
                    <a:pt x="599313" y="582549"/>
                  </a:cubicBezTo>
                  <a:cubicBezTo>
                    <a:pt x="589534" y="624459"/>
                    <a:pt x="655193" y="611886"/>
                    <a:pt x="673354" y="611886"/>
                  </a:cubicBezTo>
                  <a:lnTo>
                    <a:pt x="722249" y="609092"/>
                  </a:lnTo>
                  <a:lnTo>
                    <a:pt x="723646" y="616077"/>
                  </a:lnTo>
                  <a:lnTo>
                    <a:pt x="723646" y="632841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17D79FF4-D3BB-4630-8A70-C0682331B38C}"/>
                </a:ext>
              </a:extLst>
            </p:cNvPr>
            <p:cNvSpPr/>
            <p:nvPr/>
          </p:nvSpPr>
          <p:spPr>
            <a:xfrm>
              <a:off x="7140389" y="2595298"/>
              <a:ext cx="263950" cy="343846"/>
            </a:xfrm>
            <a:custGeom>
              <a:avLst/>
              <a:gdLst>
                <a:gd name="connsiteX0" fmla="*/ 222816 w 263950"/>
                <a:gd name="connsiteY0" fmla="*/ 7057 h 343846"/>
                <a:gd name="connsiteX1" fmla="*/ 162745 w 263950"/>
                <a:gd name="connsiteY1" fmla="*/ 81098 h 343846"/>
                <a:gd name="connsiteX2" fmla="*/ 144584 w 263950"/>
                <a:gd name="connsiteY2" fmla="*/ 103450 h 343846"/>
                <a:gd name="connsiteX3" fmla="*/ 133408 w 263950"/>
                <a:gd name="connsiteY3" fmla="*/ 118817 h 343846"/>
                <a:gd name="connsiteX4" fmla="*/ 129218 w 263950"/>
                <a:gd name="connsiteY4" fmla="*/ 128596 h 343846"/>
                <a:gd name="connsiteX5" fmla="*/ 119439 w 263950"/>
                <a:gd name="connsiteY5" fmla="*/ 141169 h 343846"/>
                <a:gd name="connsiteX6" fmla="*/ 94293 w 263950"/>
                <a:gd name="connsiteY6" fmla="*/ 180285 h 343846"/>
                <a:gd name="connsiteX7" fmla="*/ 84514 w 263950"/>
                <a:gd name="connsiteY7" fmla="*/ 191461 h 343846"/>
                <a:gd name="connsiteX8" fmla="*/ 73338 w 263950"/>
                <a:gd name="connsiteY8" fmla="*/ 202637 h 343846"/>
                <a:gd name="connsiteX9" fmla="*/ 69146 w 263950"/>
                <a:gd name="connsiteY9" fmla="*/ 211019 h 343846"/>
                <a:gd name="connsiteX10" fmla="*/ 2090 w 263950"/>
                <a:gd name="connsiteY10" fmla="*/ 307412 h 343846"/>
                <a:gd name="connsiteX11" fmla="*/ 25839 w 263950"/>
                <a:gd name="connsiteY11" fmla="*/ 342337 h 343846"/>
                <a:gd name="connsiteX12" fmla="*/ 130614 w 263950"/>
                <a:gd name="connsiteY12" fmla="*/ 340940 h 343846"/>
                <a:gd name="connsiteX13" fmla="*/ 179509 w 263950"/>
                <a:gd name="connsiteY13" fmla="*/ 340940 h 343846"/>
                <a:gd name="connsiteX14" fmla="*/ 196274 w 263950"/>
                <a:gd name="connsiteY14" fmla="*/ 339543 h 343846"/>
                <a:gd name="connsiteX15" fmla="*/ 229801 w 263950"/>
                <a:gd name="connsiteY15" fmla="*/ 338146 h 343846"/>
                <a:gd name="connsiteX16" fmla="*/ 260535 w 263950"/>
                <a:gd name="connsiteY16" fmla="*/ 255723 h 343846"/>
                <a:gd name="connsiteX17" fmla="*/ 261932 w 263950"/>
                <a:gd name="connsiteY17" fmla="*/ 248738 h 343846"/>
                <a:gd name="connsiteX18" fmla="*/ 263330 w 263950"/>
                <a:gd name="connsiteY18" fmla="*/ 229180 h 343846"/>
                <a:gd name="connsiteX19" fmla="*/ 263330 w 263950"/>
                <a:gd name="connsiteY19" fmla="*/ 26615 h 343846"/>
                <a:gd name="connsiteX20" fmla="*/ 222816 w 263950"/>
                <a:gd name="connsiteY20" fmla="*/ 7057 h 343846"/>
                <a:gd name="connsiteX21" fmla="*/ 238183 w 263950"/>
                <a:gd name="connsiteY21" fmla="*/ 247341 h 343846"/>
                <a:gd name="connsiteX22" fmla="*/ 233993 w 263950"/>
                <a:gd name="connsiteY22" fmla="*/ 257120 h 343846"/>
                <a:gd name="connsiteX23" fmla="*/ 233993 w 263950"/>
                <a:gd name="connsiteY23" fmla="*/ 310206 h 343846"/>
                <a:gd name="connsiteX24" fmla="*/ 196274 w 263950"/>
                <a:gd name="connsiteY24" fmla="*/ 313000 h 343846"/>
                <a:gd name="connsiteX25" fmla="*/ 176715 w 263950"/>
                <a:gd name="connsiteY25" fmla="*/ 314397 h 343846"/>
                <a:gd name="connsiteX26" fmla="*/ 129218 w 263950"/>
                <a:gd name="connsiteY26" fmla="*/ 314397 h 343846"/>
                <a:gd name="connsiteX27" fmla="*/ 28633 w 263950"/>
                <a:gd name="connsiteY27" fmla="*/ 314397 h 343846"/>
                <a:gd name="connsiteX28" fmla="*/ 97087 w 263950"/>
                <a:gd name="connsiteY28" fmla="*/ 216607 h 343846"/>
                <a:gd name="connsiteX29" fmla="*/ 104071 w 263950"/>
                <a:gd name="connsiteY29" fmla="*/ 208225 h 343846"/>
                <a:gd name="connsiteX30" fmla="*/ 118041 w 263950"/>
                <a:gd name="connsiteY30" fmla="*/ 194255 h 343846"/>
                <a:gd name="connsiteX31" fmla="*/ 141790 w 263950"/>
                <a:gd name="connsiteY31" fmla="*/ 157933 h 343846"/>
                <a:gd name="connsiteX32" fmla="*/ 147378 w 263950"/>
                <a:gd name="connsiteY32" fmla="*/ 150948 h 343846"/>
                <a:gd name="connsiteX33" fmla="*/ 151570 w 263950"/>
                <a:gd name="connsiteY33" fmla="*/ 142566 h 343846"/>
                <a:gd name="connsiteX34" fmla="*/ 158555 w 263950"/>
                <a:gd name="connsiteY34" fmla="*/ 128596 h 343846"/>
                <a:gd name="connsiteX35" fmla="*/ 164143 w 263950"/>
                <a:gd name="connsiteY35" fmla="*/ 121611 h 343846"/>
                <a:gd name="connsiteX36" fmla="*/ 185097 w 263950"/>
                <a:gd name="connsiteY36" fmla="*/ 95068 h 343846"/>
                <a:gd name="connsiteX37" fmla="*/ 236787 w 263950"/>
                <a:gd name="connsiteY37" fmla="*/ 30806 h 343846"/>
                <a:gd name="connsiteX38" fmla="*/ 235389 w 263950"/>
                <a:gd name="connsiteY38" fmla="*/ 81098 h 343846"/>
                <a:gd name="connsiteX39" fmla="*/ 238183 w 263950"/>
                <a:gd name="connsiteY39" fmla="*/ 247341 h 343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3950" h="343846">
                  <a:moveTo>
                    <a:pt x="222816" y="7057"/>
                  </a:moveTo>
                  <a:cubicBezTo>
                    <a:pt x="199068" y="26615"/>
                    <a:pt x="189289" y="57349"/>
                    <a:pt x="162745" y="81098"/>
                  </a:cubicBezTo>
                  <a:cubicBezTo>
                    <a:pt x="157157" y="90877"/>
                    <a:pt x="152966" y="95068"/>
                    <a:pt x="144584" y="103450"/>
                  </a:cubicBezTo>
                  <a:cubicBezTo>
                    <a:pt x="141790" y="106244"/>
                    <a:pt x="138996" y="110435"/>
                    <a:pt x="133408" y="118817"/>
                  </a:cubicBezTo>
                  <a:lnTo>
                    <a:pt x="129218" y="128596"/>
                  </a:lnTo>
                  <a:lnTo>
                    <a:pt x="119439" y="141169"/>
                  </a:lnTo>
                  <a:cubicBezTo>
                    <a:pt x="111057" y="153742"/>
                    <a:pt x="101277" y="166315"/>
                    <a:pt x="94293" y="180285"/>
                  </a:cubicBezTo>
                  <a:cubicBezTo>
                    <a:pt x="90101" y="184476"/>
                    <a:pt x="85910" y="188667"/>
                    <a:pt x="84514" y="191461"/>
                  </a:cubicBezTo>
                  <a:lnTo>
                    <a:pt x="73338" y="202637"/>
                  </a:lnTo>
                  <a:cubicBezTo>
                    <a:pt x="71940" y="205431"/>
                    <a:pt x="69146" y="209622"/>
                    <a:pt x="69146" y="211019"/>
                  </a:cubicBezTo>
                  <a:cubicBezTo>
                    <a:pt x="60764" y="244547"/>
                    <a:pt x="18855" y="271090"/>
                    <a:pt x="2090" y="307412"/>
                  </a:cubicBezTo>
                  <a:cubicBezTo>
                    <a:pt x="-4894" y="324176"/>
                    <a:pt x="6282" y="342337"/>
                    <a:pt x="25839" y="342337"/>
                  </a:cubicBezTo>
                  <a:cubicBezTo>
                    <a:pt x="60764" y="342337"/>
                    <a:pt x="95689" y="346528"/>
                    <a:pt x="130614" y="340940"/>
                  </a:cubicBezTo>
                  <a:cubicBezTo>
                    <a:pt x="147378" y="343734"/>
                    <a:pt x="165539" y="342337"/>
                    <a:pt x="179509" y="340940"/>
                  </a:cubicBezTo>
                  <a:lnTo>
                    <a:pt x="196274" y="339543"/>
                  </a:lnTo>
                  <a:cubicBezTo>
                    <a:pt x="207450" y="342337"/>
                    <a:pt x="220022" y="342337"/>
                    <a:pt x="229801" y="338146"/>
                  </a:cubicBezTo>
                  <a:cubicBezTo>
                    <a:pt x="270314" y="338146"/>
                    <a:pt x="263330" y="283663"/>
                    <a:pt x="260535" y="255723"/>
                  </a:cubicBezTo>
                  <a:lnTo>
                    <a:pt x="261932" y="248738"/>
                  </a:lnTo>
                  <a:cubicBezTo>
                    <a:pt x="263330" y="243150"/>
                    <a:pt x="263330" y="237562"/>
                    <a:pt x="263330" y="229180"/>
                  </a:cubicBezTo>
                  <a:cubicBezTo>
                    <a:pt x="264726" y="162124"/>
                    <a:pt x="263330" y="93671"/>
                    <a:pt x="263330" y="26615"/>
                  </a:cubicBezTo>
                  <a:cubicBezTo>
                    <a:pt x="263330" y="2866"/>
                    <a:pt x="240977" y="-8310"/>
                    <a:pt x="222816" y="7057"/>
                  </a:cubicBezTo>
                  <a:close/>
                  <a:moveTo>
                    <a:pt x="238183" y="247341"/>
                  </a:moveTo>
                  <a:lnTo>
                    <a:pt x="233993" y="257120"/>
                  </a:lnTo>
                  <a:cubicBezTo>
                    <a:pt x="235389" y="271090"/>
                    <a:pt x="238183" y="297633"/>
                    <a:pt x="233993" y="310206"/>
                  </a:cubicBezTo>
                  <a:cubicBezTo>
                    <a:pt x="224214" y="314397"/>
                    <a:pt x="208846" y="314397"/>
                    <a:pt x="196274" y="313000"/>
                  </a:cubicBezTo>
                  <a:lnTo>
                    <a:pt x="176715" y="314397"/>
                  </a:lnTo>
                  <a:cubicBezTo>
                    <a:pt x="164143" y="315794"/>
                    <a:pt x="147378" y="315794"/>
                    <a:pt x="129218" y="314397"/>
                  </a:cubicBezTo>
                  <a:cubicBezTo>
                    <a:pt x="95689" y="318588"/>
                    <a:pt x="62162" y="315794"/>
                    <a:pt x="28633" y="314397"/>
                  </a:cubicBezTo>
                  <a:cubicBezTo>
                    <a:pt x="46795" y="276678"/>
                    <a:pt x="84514" y="262708"/>
                    <a:pt x="97087" y="216607"/>
                  </a:cubicBezTo>
                  <a:lnTo>
                    <a:pt x="104071" y="208225"/>
                  </a:lnTo>
                  <a:lnTo>
                    <a:pt x="118041" y="194255"/>
                  </a:lnTo>
                  <a:cubicBezTo>
                    <a:pt x="123630" y="181682"/>
                    <a:pt x="133408" y="169109"/>
                    <a:pt x="141790" y="157933"/>
                  </a:cubicBezTo>
                  <a:lnTo>
                    <a:pt x="147378" y="150948"/>
                  </a:lnTo>
                  <a:lnTo>
                    <a:pt x="151570" y="142566"/>
                  </a:lnTo>
                  <a:cubicBezTo>
                    <a:pt x="155760" y="138375"/>
                    <a:pt x="157157" y="135581"/>
                    <a:pt x="158555" y="128596"/>
                  </a:cubicBezTo>
                  <a:cubicBezTo>
                    <a:pt x="159951" y="125802"/>
                    <a:pt x="162745" y="124405"/>
                    <a:pt x="164143" y="121611"/>
                  </a:cubicBezTo>
                  <a:cubicBezTo>
                    <a:pt x="172525" y="113229"/>
                    <a:pt x="179509" y="106244"/>
                    <a:pt x="185097" y="95068"/>
                  </a:cubicBezTo>
                  <a:cubicBezTo>
                    <a:pt x="206052" y="76907"/>
                    <a:pt x="215832" y="48967"/>
                    <a:pt x="236787" y="30806"/>
                  </a:cubicBezTo>
                  <a:cubicBezTo>
                    <a:pt x="236787" y="44776"/>
                    <a:pt x="236787" y="62937"/>
                    <a:pt x="235389" y="81098"/>
                  </a:cubicBezTo>
                  <a:cubicBezTo>
                    <a:pt x="233993" y="135581"/>
                    <a:pt x="240977" y="191461"/>
                    <a:pt x="238183" y="247341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EF9AE0FD-A8D8-4E34-A2F0-28920D54C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Hello World in verschiedenen Programmiersprachen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57710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575EE-7EF3-412F-BE2B-4BEC369C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PowerShell 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BB51BEB-5E40-6CA6-4F57-09404AD06C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  <a:ea typeface="Noto Sans Mono" panose="020B0509040504020204" pitchFamily="50" charset="0"/>
              <a:cs typeface="Noto Sans Mono" panose="020B0509040504020204" pitchFamily="50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Noto Sans Mono" panose="020B0509040504020204" pitchFamily="50" charset="0"/>
                <a:cs typeface="Noto Sans Mono" panose="020B0509040504020204" pitchFamily="50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4583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70FC7-D5E0-4EE9-B452-30462BC6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B3A9EE3-4EB7-41DC-AF2A-820ADCF43B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//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de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23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C2787-5417-4F6A-BA23-CE40E48A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0331225-4E6E-2AB5-C89D-5027AD0AF5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2. Hello World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-------------------------------------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6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afik 3">
            <a:extLst>
              <a:ext uri="{FF2B5EF4-FFF2-40B4-BE49-F238E27FC236}">
                <a16:creationId xmlns:a16="http://schemas.microsoft.com/office/drawing/2014/main" id="{BACEC2C3-D967-462B-8F77-9E1268564533}"/>
              </a:ext>
            </a:extLst>
          </p:cNvPr>
          <p:cNvGrpSpPr/>
          <p:nvPr/>
        </p:nvGrpSpPr>
        <p:grpSpPr>
          <a:xfrm>
            <a:off x="610558" y="1478546"/>
            <a:ext cx="1073677" cy="1007434"/>
            <a:chOff x="8493993" y="2332024"/>
            <a:chExt cx="1073677" cy="1007434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7286353C-F0AE-4E73-9A42-C72F5CF1D165}"/>
                </a:ext>
              </a:extLst>
            </p:cNvPr>
            <p:cNvSpPr/>
            <p:nvPr/>
          </p:nvSpPr>
          <p:spPr>
            <a:xfrm>
              <a:off x="9359518" y="3122040"/>
              <a:ext cx="180213" cy="176022"/>
            </a:xfrm>
            <a:custGeom>
              <a:avLst/>
              <a:gdLst>
                <a:gd name="connsiteX0" fmla="*/ 176023 w 180213"/>
                <a:gd name="connsiteY0" fmla="*/ 8382 h 176022"/>
                <a:gd name="connsiteX1" fmla="*/ 65660 w 180213"/>
                <a:gd name="connsiteY1" fmla="*/ 1397 h 176022"/>
                <a:gd name="connsiteX2" fmla="*/ 18162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5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3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3" y="8382"/>
                  </a:moveTo>
                  <a:cubicBezTo>
                    <a:pt x="163450" y="2794"/>
                    <a:pt x="75438" y="2794"/>
                    <a:pt x="65660" y="1397"/>
                  </a:cubicBezTo>
                  <a:lnTo>
                    <a:pt x="18162" y="0"/>
                  </a:lnTo>
                  <a:lnTo>
                    <a:pt x="4191" y="0"/>
                  </a:lnTo>
                  <a:cubicBezTo>
                    <a:pt x="2794" y="5588"/>
                    <a:pt x="1398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6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4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7" y="176022"/>
                    <a:pt x="170435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3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A5332049-B8D1-4B9F-B934-618A17136C77}"/>
                </a:ext>
              </a:extLst>
            </p:cNvPr>
            <p:cNvSpPr/>
            <p:nvPr/>
          </p:nvSpPr>
          <p:spPr>
            <a:xfrm>
              <a:off x="8524113" y="2359278"/>
              <a:ext cx="685927" cy="954579"/>
            </a:xfrm>
            <a:custGeom>
              <a:avLst/>
              <a:gdLst>
                <a:gd name="connsiteX0" fmla="*/ 680339 w 685927"/>
                <a:gd name="connsiteY0" fmla="*/ 585343 h 954579"/>
                <a:gd name="connsiteX1" fmla="*/ 674751 w 685927"/>
                <a:gd name="connsiteY1" fmla="*/ 565785 h 954579"/>
                <a:gd name="connsiteX2" fmla="*/ 632841 w 685927"/>
                <a:gd name="connsiteY2" fmla="*/ 424688 h 954579"/>
                <a:gd name="connsiteX3" fmla="*/ 628650 w 685927"/>
                <a:gd name="connsiteY3" fmla="*/ 417703 h 954579"/>
                <a:gd name="connsiteX4" fmla="*/ 621665 w 685927"/>
                <a:gd name="connsiteY4" fmla="*/ 409321 h 954579"/>
                <a:gd name="connsiteX5" fmla="*/ 613283 w 685927"/>
                <a:gd name="connsiteY5" fmla="*/ 400939 h 954579"/>
                <a:gd name="connsiteX6" fmla="*/ 604901 w 685927"/>
                <a:gd name="connsiteY6" fmla="*/ 395351 h 954579"/>
                <a:gd name="connsiteX7" fmla="*/ 595122 w 685927"/>
                <a:gd name="connsiteY7" fmla="*/ 385572 h 954579"/>
                <a:gd name="connsiteX8" fmla="*/ 583946 w 685927"/>
                <a:gd name="connsiteY8" fmla="*/ 377190 h 954579"/>
                <a:gd name="connsiteX9" fmla="*/ 574167 w 685927"/>
                <a:gd name="connsiteY9" fmla="*/ 368808 h 954579"/>
                <a:gd name="connsiteX10" fmla="*/ 568579 w 685927"/>
                <a:gd name="connsiteY10" fmla="*/ 364617 h 954579"/>
                <a:gd name="connsiteX11" fmla="*/ 557403 w 685927"/>
                <a:gd name="connsiteY11" fmla="*/ 354838 h 954579"/>
                <a:gd name="connsiteX12" fmla="*/ 389763 w 685927"/>
                <a:gd name="connsiteY12" fmla="*/ 307340 h 954579"/>
                <a:gd name="connsiteX13" fmla="*/ 359029 w 685927"/>
                <a:gd name="connsiteY13" fmla="*/ 308737 h 954579"/>
                <a:gd name="connsiteX14" fmla="*/ 346456 w 685927"/>
                <a:gd name="connsiteY14" fmla="*/ 312928 h 954579"/>
                <a:gd name="connsiteX15" fmla="*/ 324104 w 685927"/>
                <a:gd name="connsiteY15" fmla="*/ 319913 h 954579"/>
                <a:gd name="connsiteX16" fmla="*/ 312928 w 685927"/>
                <a:gd name="connsiteY16" fmla="*/ 322707 h 954579"/>
                <a:gd name="connsiteX17" fmla="*/ 241681 w 685927"/>
                <a:gd name="connsiteY17" fmla="*/ 354838 h 954579"/>
                <a:gd name="connsiteX18" fmla="*/ 206756 w 685927"/>
                <a:gd name="connsiteY18" fmla="*/ 325501 h 954579"/>
                <a:gd name="connsiteX19" fmla="*/ 238887 w 685927"/>
                <a:gd name="connsiteY19" fmla="*/ 170434 h 954579"/>
                <a:gd name="connsiteX20" fmla="*/ 240284 w 685927"/>
                <a:gd name="connsiteY20" fmla="*/ 152273 h 954579"/>
                <a:gd name="connsiteX21" fmla="*/ 271018 w 685927"/>
                <a:gd name="connsiteY21" fmla="*/ 129921 h 954579"/>
                <a:gd name="connsiteX22" fmla="*/ 284988 w 685927"/>
                <a:gd name="connsiteY22" fmla="*/ 128524 h 954579"/>
                <a:gd name="connsiteX23" fmla="*/ 294767 w 685927"/>
                <a:gd name="connsiteY23" fmla="*/ 127127 h 954579"/>
                <a:gd name="connsiteX24" fmla="*/ 305943 w 685927"/>
                <a:gd name="connsiteY24" fmla="*/ 125730 h 954579"/>
                <a:gd name="connsiteX25" fmla="*/ 463804 w 685927"/>
                <a:gd name="connsiteY25" fmla="*/ 124333 h 954579"/>
                <a:gd name="connsiteX26" fmla="*/ 606298 w 685927"/>
                <a:gd name="connsiteY26" fmla="*/ 128524 h 954579"/>
                <a:gd name="connsiteX27" fmla="*/ 634238 w 685927"/>
                <a:gd name="connsiteY27" fmla="*/ 128524 h 954579"/>
                <a:gd name="connsiteX28" fmla="*/ 632841 w 685927"/>
                <a:gd name="connsiteY28" fmla="*/ 110363 h 954579"/>
                <a:gd name="connsiteX29" fmla="*/ 628650 w 685927"/>
                <a:gd name="connsiteY29" fmla="*/ 92202 h 954579"/>
                <a:gd name="connsiteX30" fmla="*/ 625856 w 685927"/>
                <a:gd name="connsiteY30" fmla="*/ 69850 h 954579"/>
                <a:gd name="connsiteX31" fmla="*/ 623062 w 685927"/>
                <a:gd name="connsiteY31" fmla="*/ 64262 h 954579"/>
                <a:gd name="connsiteX32" fmla="*/ 624459 w 685927"/>
                <a:gd name="connsiteY32" fmla="*/ 33528 h 954579"/>
                <a:gd name="connsiteX33" fmla="*/ 624459 w 685927"/>
                <a:gd name="connsiteY33" fmla="*/ 23749 h 954579"/>
                <a:gd name="connsiteX34" fmla="*/ 623062 w 685927"/>
                <a:gd name="connsiteY34" fmla="*/ 12573 h 954579"/>
                <a:gd name="connsiteX35" fmla="*/ 624459 w 685927"/>
                <a:gd name="connsiteY35" fmla="*/ 2794 h 954579"/>
                <a:gd name="connsiteX36" fmla="*/ 606298 w 685927"/>
                <a:gd name="connsiteY36" fmla="*/ 0 h 954579"/>
                <a:gd name="connsiteX37" fmla="*/ 597916 w 685927"/>
                <a:gd name="connsiteY37" fmla="*/ 0 h 954579"/>
                <a:gd name="connsiteX38" fmla="*/ 410718 w 685927"/>
                <a:gd name="connsiteY38" fmla="*/ 5588 h 954579"/>
                <a:gd name="connsiteX39" fmla="*/ 378587 w 685927"/>
                <a:gd name="connsiteY39" fmla="*/ 2794 h 954579"/>
                <a:gd name="connsiteX40" fmla="*/ 131318 w 685927"/>
                <a:gd name="connsiteY40" fmla="*/ 0 h 954579"/>
                <a:gd name="connsiteX41" fmla="*/ 113157 w 685927"/>
                <a:gd name="connsiteY41" fmla="*/ 132715 h 954579"/>
                <a:gd name="connsiteX42" fmla="*/ 100584 w 685927"/>
                <a:gd name="connsiteY42" fmla="*/ 201168 h 954579"/>
                <a:gd name="connsiteX43" fmla="*/ 100584 w 685927"/>
                <a:gd name="connsiteY43" fmla="*/ 210947 h 954579"/>
                <a:gd name="connsiteX44" fmla="*/ 99187 w 685927"/>
                <a:gd name="connsiteY44" fmla="*/ 219329 h 954579"/>
                <a:gd name="connsiteX45" fmla="*/ 46101 w 685927"/>
                <a:gd name="connsiteY45" fmla="*/ 441452 h 954579"/>
                <a:gd name="connsiteX46" fmla="*/ 32131 w 685927"/>
                <a:gd name="connsiteY46" fmla="*/ 484759 h 954579"/>
                <a:gd name="connsiteX47" fmla="*/ 29337 w 685927"/>
                <a:gd name="connsiteY47" fmla="*/ 495935 h 954579"/>
                <a:gd name="connsiteX48" fmla="*/ 183007 w 685927"/>
                <a:gd name="connsiteY48" fmla="*/ 500126 h 954579"/>
                <a:gd name="connsiteX49" fmla="*/ 205359 w 685927"/>
                <a:gd name="connsiteY49" fmla="*/ 477774 h 954579"/>
                <a:gd name="connsiteX50" fmla="*/ 213741 w 685927"/>
                <a:gd name="connsiteY50" fmla="*/ 470789 h 954579"/>
                <a:gd name="connsiteX51" fmla="*/ 243078 w 685927"/>
                <a:gd name="connsiteY51" fmla="*/ 454025 h 954579"/>
                <a:gd name="connsiteX52" fmla="*/ 319913 w 685927"/>
                <a:gd name="connsiteY52" fmla="*/ 423291 h 954579"/>
                <a:gd name="connsiteX53" fmla="*/ 331089 w 685927"/>
                <a:gd name="connsiteY53" fmla="*/ 420497 h 954579"/>
                <a:gd name="connsiteX54" fmla="*/ 382778 w 685927"/>
                <a:gd name="connsiteY54" fmla="*/ 423291 h 954579"/>
                <a:gd name="connsiteX55" fmla="*/ 481965 w 685927"/>
                <a:gd name="connsiteY55" fmla="*/ 488950 h 954579"/>
                <a:gd name="connsiteX56" fmla="*/ 508508 w 685927"/>
                <a:gd name="connsiteY56" fmla="*/ 550418 h 954579"/>
                <a:gd name="connsiteX57" fmla="*/ 512699 w 685927"/>
                <a:gd name="connsiteY57" fmla="*/ 574167 h 954579"/>
                <a:gd name="connsiteX58" fmla="*/ 518287 w 685927"/>
                <a:gd name="connsiteY58" fmla="*/ 606298 h 954579"/>
                <a:gd name="connsiteX59" fmla="*/ 518287 w 685927"/>
                <a:gd name="connsiteY59" fmla="*/ 634238 h 954579"/>
                <a:gd name="connsiteX60" fmla="*/ 396748 w 685927"/>
                <a:gd name="connsiteY60" fmla="*/ 806069 h 954579"/>
                <a:gd name="connsiteX61" fmla="*/ 378587 w 685927"/>
                <a:gd name="connsiteY61" fmla="*/ 808863 h 954579"/>
                <a:gd name="connsiteX62" fmla="*/ 338074 w 685927"/>
                <a:gd name="connsiteY62" fmla="*/ 818642 h 954579"/>
                <a:gd name="connsiteX63" fmla="*/ 262636 w 685927"/>
                <a:gd name="connsiteY63" fmla="*/ 806069 h 954579"/>
                <a:gd name="connsiteX64" fmla="*/ 254254 w 685927"/>
                <a:gd name="connsiteY64" fmla="*/ 800481 h 954579"/>
                <a:gd name="connsiteX65" fmla="*/ 244475 w 685927"/>
                <a:gd name="connsiteY65" fmla="*/ 799084 h 954579"/>
                <a:gd name="connsiteX66" fmla="*/ 217932 w 685927"/>
                <a:gd name="connsiteY66" fmla="*/ 775335 h 954579"/>
                <a:gd name="connsiteX67" fmla="*/ 208153 w 685927"/>
                <a:gd name="connsiteY67" fmla="*/ 761365 h 954579"/>
                <a:gd name="connsiteX68" fmla="*/ 202565 w 685927"/>
                <a:gd name="connsiteY68" fmla="*/ 752983 h 954579"/>
                <a:gd name="connsiteX69" fmla="*/ 196977 w 685927"/>
                <a:gd name="connsiteY69" fmla="*/ 744601 h 954579"/>
                <a:gd name="connsiteX70" fmla="*/ 192786 w 685927"/>
                <a:gd name="connsiteY70" fmla="*/ 734822 h 954579"/>
                <a:gd name="connsiteX71" fmla="*/ 188595 w 685927"/>
                <a:gd name="connsiteY71" fmla="*/ 727837 h 954579"/>
                <a:gd name="connsiteX72" fmla="*/ 181610 w 685927"/>
                <a:gd name="connsiteY72" fmla="*/ 715264 h 954579"/>
                <a:gd name="connsiteX73" fmla="*/ 180213 w 685927"/>
                <a:gd name="connsiteY73" fmla="*/ 706882 h 954579"/>
                <a:gd name="connsiteX74" fmla="*/ 170434 w 685927"/>
                <a:gd name="connsiteY74" fmla="*/ 683133 h 954579"/>
                <a:gd name="connsiteX75" fmla="*/ 157861 w 685927"/>
                <a:gd name="connsiteY75" fmla="*/ 681736 h 954579"/>
                <a:gd name="connsiteX76" fmla="*/ 27940 w 685927"/>
                <a:gd name="connsiteY76" fmla="*/ 688721 h 954579"/>
                <a:gd name="connsiteX77" fmla="*/ 0 w 685927"/>
                <a:gd name="connsiteY77" fmla="*/ 687324 h 954579"/>
                <a:gd name="connsiteX78" fmla="*/ 18161 w 685927"/>
                <a:gd name="connsiteY78" fmla="*/ 737616 h 954579"/>
                <a:gd name="connsiteX79" fmla="*/ 22352 w 685927"/>
                <a:gd name="connsiteY79" fmla="*/ 744601 h 954579"/>
                <a:gd name="connsiteX80" fmla="*/ 27940 w 685927"/>
                <a:gd name="connsiteY80" fmla="*/ 766953 h 954579"/>
                <a:gd name="connsiteX81" fmla="*/ 33528 w 685927"/>
                <a:gd name="connsiteY81" fmla="*/ 775335 h 954579"/>
                <a:gd name="connsiteX82" fmla="*/ 177419 w 685927"/>
                <a:gd name="connsiteY82" fmla="*/ 916432 h 954579"/>
                <a:gd name="connsiteX83" fmla="*/ 199771 w 685927"/>
                <a:gd name="connsiteY83" fmla="*/ 929005 h 954579"/>
                <a:gd name="connsiteX84" fmla="*/ 345059 w 685927"/>
                <a:gd name="connsiteY84" fmla="*/ 954151 h 954579"/>
                <a:gd name="connsiteX85" fmla="*/ 354838 w 685927"/>
                <a:gd name="connsiteY85" fmla="*/ 951357 h 954579"/>
                <a:gd name="connsiteX86" fmla="*/ 377190 w 685927"/>
                <a:gd name="connsiteY86" fmla="*/ 948563 h 954579"/>
                <a:gd name="connsiteX87" fmla="*/ 413512 w 685927"/>
                <a:gd name="connsiteY87" fmla="*/ 944372 h 954579"/>
                <a:gd name="connsiteX88" fmla="*/ 481965 w 685927"/>
                <a:gd name="connsiteY88" fmla="*/ 923417 h 954579"/>
                <a:gd name="connsiteX89" fmla="*/ 490347 w 685927"/>
                <a:gd name="connsiteY89" fmla="*/ 922020 h 954579"/>
                <a:gd name="connsiteX90" fmla="*/ 498729 w 685927"/>
                <a:gd name="connsiteY90" fmla="*/ 915035 h 954579"/>
                <a:gd name="connsiteX91" fmla="*/ 526669 w 685927"/>
                <a:gd name="connsiteY91" fmla="*/ 902462 h 954579"/>
                <a:gd name="connsiteX92" fmla="*/ 543433 w 685927"/>
                <a:gd name="connsiteY92" fmla="*/ 892683 h 954579"/>
                <a:gd name="connsiteX93" fmla="*/ 561594 w 685927"/>
                <a:gd name="connsiteY93" fmla="*/ 884301 h 954579"/>
                <a:gd name="connsiteX94" fmla="*/ 572770 w 685927"/>
                <a:gd name="connsiteY94" fmla="*/ 878713 h 954579"/>
                <a:gd name="connsiteX95" fmla="*/ 582549 w 685927"/>
                <a:gd name="connsiteY95" fmla="*/ 868934 h 954579"/>
                <a:gd name="connsiteX96" fmla="*/ 597916 w 685927"/>
                <a:gd name="connsiteY96" fmla="*/ 853567 h 954579"/>
                <a:gd name="connsiteX97" fmla="*/ 604901 w 685927"/>
                <a:gd name="connsiteY97" fmla="*/ 843788 h 954579"/>
                <a:gd name="connsiteX98" fmla="*/ 610489 w 685927"/>
                <a:gd name="connsiteY98" fmla="*/ 838200 h 954579"/>
                <a:gd name="connsiteX99" fmla="*/ 639826 w 685927"/>
                <a:gd name="connsiteY99" fmla="*/ 794893 h 954579"/>
                <a:gd name="connsiteX100" fmla="*/ 645414 w 685927"/>
                <a:gd name="connsiteY100" fmla="*/ 783717 h 954579"/>
                <a:gd name="connsiteX101" fmla="*/ 664972 w 685927"/>
                <a:gd name="connsiteY101" fmla="*/ 737616 h 954579"/>
                <a:gd name="connsiteX102" fmla="*/ 677545 w 685927"/>
                <a:gd name="connsiteY102" fmla="*/ 699897 h 954579"/>
                <a:gd name="connsiteX103" fmla="*/ 681736 w 685927"/>
                <a:gd name="connsiteY103" fmla="*/ 685927 h 954579"/>
                <a:gd name="connsiteX104" fmla="*/ 685927 w 685927"/>
                <a:gd name="connsiteY104" fmla="*/ 652399 h 954579"/>
                <a:gd name="connsiteX105" fmla="*/ 685927 w 685927"/>
                <a:gd name="connsiteY105" fmla="*/ 644017 h 954579"/>
                <a:gd name="connsiteX106" fmla="*/ 684530 w 685927"/>
                <a:gd name="connsiteY106" fmla="*/ 637032 h 954579"/>
                <a:gd name="connsiteX107" fmla="*/ 685927 w 685927"/>
                <a:gd name="connsiteY107" fmla="*/ 627253 h 954579"/>
                <a:gd name="connsiteX108" fmla="*/ 685927 w 685927"/>
                <a:gd name="connsiteY108" fmla="*/ 616077 h 954579"/>
                <a:gd name="connsiteX109" fmla="*/ 681736 w 685927"/>
                <a:gd name="connsiteY109" fmla="*/ 592328 h 954579"/>
                <a:gd name="connsiteX110" fmla="*/ 680339 w 685927"/>
                <a:gd name="connsiteY110" fmla="*/ 585343 h 95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685927" h="954579">
                  <a:moveTo>
                    <a:pt x="680339" y="585343"/>
                  </a:moveTo>
                  <a:cubicBezTo>
                    <a:pt x="678942" y="578358"/>
                    <a:pt x="677545" y="572770"/>
                    <a:pt x="674751" y="565785"/>
                  </a:cubicBezTo>
                  <a:cubicBezTo>
                    <a:pt x="664972" y="515493"/>
                    <a:pt x="652399" y="467995"/>
                    <a:pt x="632841" y="424688"/>
                  </a:cubicBezTo>
                  <a:lnTo>
                    <a:pt x="628650" y="417703"/>
                  </a:lnTo>
                  <a:lnTo>
                    <a:pt x="621665" y="409321"/>
                  </a:lnTo>
                  <a:cubicBezTo>
                    <a:pt x="618871" y="407924"/>
                    <a:pt x="616077" y="403733"/>
                    <a:pt x="613283" y="400939"/>
                  </a:cubicBezTo>
                  <a:lnTo>
                    <a:pt x="604901" y="395351"/>
                  </a:lnTo>
                  <a:cubicBezTo>
                    <a:pt x="602107" y="392557"/>
                    <a:pt x="597916" y="388366"/>
                    <a:pt x="595122" y="385572"/>
                  </a:cubicBezTo>
                  <a:lnTo>
                    <a:pt x="583946" y="377190"/>
                  </a:lnTo>
                  <a:lnTo>
                    <a:pt x="574167" y="368808"/>
                  </a:lnTo>
                  <a:lnTo>
                    <a:pt x="568579" y="364617"/>
                  </a:lnTo>
                  <a:lnTo>
                    <a:pt x="557403" y="354838"/>
                  </a:lnTo>
                  <a:cubicBezTo>
                    <a:pt x="494538" y="324104"/>
                    <a:pt x="461010" y="304546"/>
                    <a:pt x="389763" y="307340"/>
                  </a:cubicBezTo>
                  <a:cubicBezTo>
                    <a:pt x="374396" y="307340"/>
                    <a:pt x="361823" y="308737"/>
                    <a:pt x="359029" y="308737"/>
                  </a:cubicBezTo>
                  <a:lnTo>
                    <a:pt x="346456" y="312928"/>
                  </a:lnTo>
                  <a:cubicBezTo>
                    <a:pt x="338074" y="315722"/>
                    <a:pt x="328295" y="318516"/>
                    <a:pt x="324104" y="319913"/>
                  </a:cubicBezTo>
                  <a:lnTo>
                    <a:pt x="312928" y="322707"/>
                  </a:lnTo>
                  <a:cubicBezTo>
                    <a:pt x="289179" y="329692"/>
                    <a:pt x="264033" y="343662"/>
                    <a:pt x="241681" y="354838"/>
                  </a:cubicBezTo>
                  <a:cubicBezTo>
                    <a:pt x="219329" y="366014"/>
                    <a:pt x="198374" y="347853"/>
                    <a:pt x="206756" y="325501"/>
                  </a:cubicBezTo>
                  <a:cubicBezTo>
                    <a:pt x="223520" y="275209"/>
                    <a:pt x="226314" y="220726"/>
                    <a:pt x="238887" y="170434"/>
                  </a:cubicBezTo>
                  <a:cubicBezTo>
                    <a:pt x="238887" y="166243"/>
                    <a:pt x="238887" y="162052"/>
                    <a:pt x="240284" y="152273"/>
                  </a:cubicBezTo>
                  <a:cubicBezTo>
                    <a:pt x="243078" y="138303"/>
                    <a:pt x="257048" y="127127"/>
                    <a:pt x="271018" y="129921"/>
                  </a:cubicBezTo>
                  <a:cubicBezTo>
                    <a:pt x="275209" y="129921"/>
                    <a:pt x="279400" y="129921"/>
                    <a:pt x="284988" y="128524"/>
                  </a:cubicBezTo>
                  <a:lnTo>
                    <a:pt x="294767" y="127127"/>
                  </a:lnTo>
                  <a:cubicBezTo>
                    <a:pt x="298958" y="125730"/>
                    <a:pt x="301752" y="125730"/>
                    <a:pt x="305943" y="125730"/>
                  </a:cubicBezTo>
                  <a:cubicBezTo>
                    <a:pt x="324104" y="122936"/>
                    <a:pt x="398145" y="122936"/>
                    <a:pt x="463804" y="124333"/>
                  </a:cubicBezTo>
                  <a:cubicBezTo>
                    <a:pt x="536448" y="125730"/>
                    <a:pt x="606298" y="128524"/>
                    <a:pt x="606298" y="128524"/>
                  </a:cubicBezTo>
                  <a:lnTo>
                    <a:pt x="634238" y="128524"/>
                  </a:lnTo>
                  <a:cubicBezTo>
                    <a:pt x="634238" y="121539"/>
                    <a:pt x="632841" y="115951"/>
                    <a:pt x="632841" y="110363"/>
                  </a:cubicBezTo>
                  <a:lnTo>
                    <a:pt x="628650" y="92202"/>
                  </a:lnTo>
                  <a:cubicBezTo>
                    <a:pt x="627253" y="85217"/>
                    <a:pt x="627253" y="78232"/>
                    <a:pt x="625856" y="69850"/>
                  </a:cubicBezTo>
                  <a:lnTo>
                    <a:pt x="623062" y="64262"/>
                  </a:lnTo>
                  <a:cubicBezTo>
                    <a:pt x="623062" y="51689"/>
                    <a:pt x="624459" y="41910"/>
                    <a:pt x="624459" y="33528"/>
                  </a:cubicBezTo>
                  <a:lnTo>
                    <a:pt x="624459" y="23749"/>
                  </a:lnTo>
                  <a:cubicBezTo>
                    <a:pt x="623062" y="18161"/>
                    <a:pt x="623062" y="15367"/>
                    <a:pt x="623062" y="12573"/>
                  </a:cubicBezTo>
                  <a:cubicBezTo>
                    <a:pt x="623062" y="9779"/>
                    <a:pt x="623062" y="6985"/>
                    <a:pt x="624459" y="2794"/>
                  </a:cubicBezTo>
                  <a:cubicBezTo>
                    <a:pt x="618871" y="1397"/>
                    <a:pt x="613283" y="0"/>
                    <a:pt x="606298" y="0"/>
                  </a:cubicBezTo>
                  <a:lnTo>
                    <a:pt x="597916" y="0"/>
                  </a:lnTo>
                  <a:lnTo>
                    <a:pt x="410718" y="5588"/>
                  </a:lnTo>
                  <a:cubicBezTo>
                    <a:pt x="400939" y="5588"/>
                    <a:pt x="389763" y="5588"/>
                    <a:pt x="378587" y="2794"/>
                  </a:cubicBezTo>
                  <a:cubicBezTo>
                    <a:pt x="296164" y="2794"/>
                    <a:pt x="212344" y="4191"/>
                    <a:pt x="131318" y="0"/>
                  </a:cubicBezTo>
                  <a:cubicBezTo>
                    <a:pt x="118745" y="43307"/>
                    <a:pt x="120142" y="89408"/>
                    <a:pt x="113157" y="132715"/>
                  </a:cubicBezTo>
                  <a:cubicBezTo>
                    <a:pt x="110363" y="155067"/>
                    <a:pt x="103378" y="176022"/>
                    <a:pt x="100584" y="201168"/>
                  </a:cubicBezTo>
                  <a:lnTo>
                    <a:pt x="100584" y="210947"/>
                  </a:lnTo>
                  <a:lnTo>
                    <a:pt x="99187" y="219329"/>
                  </a:lnTo>
                  <a:cubicBezTo>
                    <a:pt x="86614" y="287782"/>
                    <a:pt x="67056" y="372999"/>
                    <a:pt x="46101" y="441452"/>
                  </a:cubicBezTo>
                  <a:cubicBezTo>
                    <a:pt x="41910" y="452628"/>
                    <a:pt x="37719" y="469392"/>
                    <a:pt x="32131" y="484759"/>
                  </a:cubicBezTo>
                  <a:lnTo>
                    <a:pt x="29337" y="495935"/>
                  </a:lnTo>
                  <a:cubicBezTo>
                    <a:pt x="64262" y="505714"/>
                    <a:pt x="149479" y="501523"/>
                    <a:pt x="183007" y="500126"/>
                  </a:cubicBezTo>
                  <a:lnTo>
                    <a:pt x="205359" y="477774"/>
                  </a:lnTo>
                  <a:cubicBezTo>
                    <a:pt x="206756" y="474980"/>
                    <a:pt x="209550" y="473583"/>
                    <a:pt x="213741" y="470789"/>
                  </a:cubicBezTo>
                  <a:cubicBezTo>
                    <a:pt x="222123" y="462407"/>
                    <a:pt x="233299" y="459613"/>
                    <a:pt x="243078" y="454025"/>
                  </a:cubicBezTo>
                  <a:cubicBezTo>
                    <a:pt x="261239" y="441452"/>
                    <a:pt x="289179" y="427482"/>
                    <a:pt x="319913" y="423291"/>
                  </a:cubicBezTo>
                  <a:lnTo>
                    <a:pt x="331089" y="420497"/>
                  </a:lnTo>
                  <a:cubicBezTo>
                    <a:pt x="346456" y="419100"/>
                    <a:pt x="367411" y="419100"/>
                    <a:pt x="382778" y="423291"/>
                  </a:cubicBezTo>
                  <a:cubicBezTo>
                    <a:pt x="417703" y="431673"/>
                    <a:pt x="463804" y="463804"/>
                    <a:pt x="481965" y="488950"/>
                  </a:cubicBezTo>
                  <a:cubicBezTo>
                    <a:pt x="495935" y="505714"/>
                    <a:pt x="502920" y="528066"/>
                    <a:pt x="508508" y="550418"/>
                  </a:cubicBezTo>
                  <a:cubicBezTo>
                    <a:pt x="511302" y="557403"/>
                    <a:pt x="511302" y="565785"/>
                    <a:pt x="512699" y="574167"/>
                  </a:cubicBezTo>
                  <a:cubicBezTo>
                    <a:pt x="518287" y="585343"/>
                    <a:pt x="515493" y="595122"/>
                    <a:pt x="518287" y="606298"/>
                  </a:cubicBezTo>
                  <a:lnTo>
                    <a:pt x="518287" y="634238"/>
                  </a:lnTo>
                  <a:cubicBezTo>
                    <a:pt x="504317" y="706882"/>
                    <a:pt x="477774" y="780923"/>
                    <a:pt x="396748" y="806069"/>
                  </a:cubicBezTo>
                  <a:cubicBezTo>
                    <a:pt x="393954" y="807466"/>
                    <a:pt x="386969" y="810260"/>
                    <a:pt x="378587" y="808863"/>
                  </a:cubicBezTo>
                  <a:cubicBezTo>
                    <a:pt x="366014" y="814451"/>
                    <a:pt x="350647" y="817245"/>
                    <a:pt x="338074" y="818642"/>
                  </a:cubicBezTo>
                  <a:cubicBezTo>
                    <a:pt x="305943" y="824230"/>
                    <a:pt x="280797" y="815848"/>
                    <a:pt x="262636" y="806069"/>
                  </a:cubicBezTo>
                  <a:lnTo>
                    <a:pt x="254254" y="800481"/>
                  </a:lnTo>
                  <a:lnTo>
                    <a:pt x="244475" y="799084"/>
                  </a:lnTo>
                  <a:cubicBezTo>
                    <a:pt x="231902" y="792099"/>
                    <a:pt x="223520" y="782320"/>
                    <a:pt x="217932" y="775335"/>
                  </a:cubicBezTo>
                  <a:lnTo>
                    <a:pt x="208153" y="761365"/>
                  </a:lnTo>
                  <a:cubicBezTo>
                    <a:pt x="206756" y="758571"/>
                    <a:pt x="203962" y="755777"/>
                    <a:pt x="202565" y="752983"/>
                  </a:cubicBezTo>
                  <a:lnTo>
                    <a:pt x="196977" y="744601"/>
                  </a:lnTo>
                  <a:cubicBezTo>
                    <a:pt x="195580" y="741807"/>
                    <a:pt x="194183" y="737616"/>
                    <a:pt x="192786" y="734822"/>
                  </a:cubicBezTo>
                  <a:lnTo>
                    <a:pt x="188595" y="727837"/>
                  </a:lnTo>
                  <a:lnTo>
                    <a:pt x="181610" y="715264"/>
                  </a:lnTo>
                  <a:cubicBezTo>
                    <a:pt x="181610" y="713867"/>
                    <a:pt x="180213" y="709676"/>
                    <a:pt x="180213" y="706882"/>
                  </a:cubicBezTo>
                  <a:cubicBezTo>
                    <a:pt x="174625" y="699897"/>
                    <a:pt x="171831" y="691515"/>
                    <a:pt x="170434" y="683133"/>
                  </a:cubicBezTo>
                  <a:cubicBezTo>
                    <a:pt x="163449" y="683133"/>
                    <a:pt x="159258" y="683133"/>
                    <a:pt x="157861" y="681736"/>
                  </a:cubicBezTo>
                  <a:lnTo>
                    <a:pt x="27940" y="688721"/>
                  </a:lnTo>
                  <a:cubicBezTo>
                    <a:pt x="15367" y="690118"/>
                    <a:pt x="6985" y="688721"/>
                    <a:pt x="0" y="687324"/>
                  </a:cubicBezTo>
                  <a:cubicBezTo>
                    <a:pt x="5588" y="704088"/>
                    <a:pt x="12573" y="720852"/>
                    <a:pt x="18161" y="737616"/>
                  </a:cubicBezTo>
                  <a:lnTo>
                    <a:pt x="22352" y="744601"/>
                  </a:lnTo>
                  <a:cubicBezTo>
                    <a:pt x="26543" y="751586"/>
                    <a:pt x="27940" y="758571"/>
                    <a:pt x="27940" y="766953"/>
                  </a:cubicBezTo>
                  <a:lnTo>
                    <a:pt x="33528" y="775335"/>
                  </a:lnTo>
                  <a:cubicBezTo>
                    <a:pt x="68453" y="834009"/>
                    <a:pt x="115951" y="887095"/>
                    <a:pt x="177419" y="916432"/>
                  </a:cubicBezTo>
                  <a:cubicBezTo>
                    <a:pt x="184404" y="920623"/>
                    <a:pt x="191389" y="926211"/>
                    <a:pt x="199771" y="929005"/>
                  </a:cubicBezTo>
                  <a:cubicBezTo>
                    <a:pt x="255651" y="945769"/>
                    <a:pt x="284988" y="956945"/>
                    <a:pt x="345059" y="954151"/>
                  </a:cubicBezTo>
                  <a:lnTo>
                    <a:pt x="354838" y="951357"/>
                  </a:lnTo>
                  <a:lnTo>
                    <a:pt x="377190" y="948563"/>
                  </a:lnTo>
                  <a:cubicBezTo>
                    <a:pt x="392557" y="947166"/>
                    <a:pt x="407924" y="945769"/>
                    <a:pt x="413512" y="944372"/>
                  </a:cubicBezTo>
                  <a:cubicBezTo>
                    <a:pt x="437261" y="942975"/>
                    <a:pt x="458216" y="929005"/>
                    <a:pt x="481965" y="923417"/>
                  </a:cubicBezTo>
                  <a:lnTo>
                    <a:pt x="490347" y="922020"/>
                  </a:lnTo>
                  <a:lnTo>
                    <a:pt x="498729" y="915035"/>
                  </a:lnTo>
                  <a:cubicBezTo>
                    <a:pt x="502920" y="913638"/>
                    <a:pt x="519684" y="905256"/>
                    <a:pt x="526669" y="902462"/>
                  </a:cubicBezTo>
                  <a:cubicBezTo>
                    <a:pt x="530860" y="899668"/>
                    <a:pt x="535051" y="895477"/>
                    <a:pt x="543433" y="892683"/>
                  </a:cubicBezTo>
                  <a:cubicBezTo>
                    <a:pt x="551815" y="889889"/>
                    <a:pt x="556006" y="887095"/>
                    <a:pt x="561594" y="884301"/>
                  </a:cubicBezTo>
                  <a:lnTo>
                    <a:pt x="572770" y="878713"/>
                  </a:lnTo>
                  <a:cubicBezTo>
                    <a:pt x="575564" y="874522"/>
                    <a:pt x="579755" y="870331"/>
                    <a:pt x="582549" y="868934"/>
                  </a:cubicBezTo>
                  <a:lnTo>
                    <a:pt x="597916" y="853567"/>
                  </a:lnTo>
                  <a:cubicBezTo>
                    <a:pt x="599313" y="850773"/>
                    <a:pt x="602107" y="846582"/>
                    <a:pt x="604901" y="843788"/>
                  </a:cubicBezTo>
                  <a:lnTo>
                    <a:pt x="610489" y="838200"/>
                  </a:lnTo>
                  <a:cubicBezTo>
                    <a:pt x="620268" y="824230"/>
                    <a:pt x="630047" y="808863"/>
                    <a:pt x="639826" y="794893"/>
                  </a:cubicBezTo>
                  <a:lnTo>
                    <a:pt x="645414" y="783717"/>
                  </a:lnTo>
                  <a:cubicBezTo>
                    <a:pt x="655193" y="765556"/>
                    <a:pt x="662178" y="751586"/>
                    <a:pt x="664972" y="737616"/>
                  </a:cubicBezTo>
                  <a:lnTo>
                    <a:pt x="677545" y="699897"/>
                  </a:lnTo>
                  <a:lnTo>
                    <a:pt x="681736" y="685927"/>
                  </a:lnTo>
                  <a:cubicBezTo>
                    <a:pt x="681736" y="674751"/>
                    <a:pt x="684530" y="663575"/>
                    <a:pt x="685927" y="652399"/>
                  </a:cubicBezTo>
                  <a:lnTo>
                    <a:pt x="685927" y="644017"/>
                  </a:lnTo>
                  <a:lnTo>
                    <a:pt x="684530" y="637032"/>
                  </a:lnTo>
                  <a:cubicBezTo>
                    <a:pt x="684530" y="634238"/>
                    <a:pt x="684530" y="630047"/>
                    <a:pt x="685927" y="627253"/>
                  </a:cubicBezTo>
                  <a:lnTo>
                    <a:pt x="685927" y="616077"/>
                  </a:lnTo>
                  <a:cubicBezTo>
                    <a:pt x="681736" y="606298"/>
                    <a:pt x="681736" y="599313"/>
                    <a:pt x="681736" y="592328"/>
                  </a:cubicBezTo>
                  <a:lnTo>
                    <a:pt x="680339" y="585343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5EECF7-1B28-4092-B49A-A2B61DEDBB09}"/>
                </a:ext>
              </a:extLst>
            </p:cNvPr>
            <p:cNvSpPr/>
            <p:nvPr/>
          </p:nvSpPr>
          <p:spPr>
            <a:xfrm>
              <a:off x="9332976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2C602AC-62C2-4C63-8B1D-420A40A24BC0}"/>
                </a:ext>
              </a:extLst>
            </p:cNvPr>
            <p:cNvSpPr/>
            <p:nvPr/>
          </p:nvSpPr>
          <p:spPr>
            <a:xfrm>
              <a:off x="8493993" y="2332024"/>
              <a:ext cx="742588" cy="1007434"/>
            </a:xfrm>
            <a:custGeom>
              <a:avLst/>
              <a:gdLst>
                <a:gd name="connsiteX0" fmla="*/ 738398 w 742588"/>
                <a:gd name="connsiteY0" fmla="*/ 618185 h 1007434"/>
                <a:gd name="connsiteX1" fmla="*/ 730016 w 742588"/>
                <a:gd name="connsiteY1" fmla="*/ 583260 h 1007434"/>
                <a:gd name="connsiteX2" fmla="*/ 686709 w 742588"/>
                <a:gd name="connsiteY2" fmla="*/ 439369 h 1007434"/>
                <a:gd name="connsiteX3" fmla="*/ 679724 w 742588"/>
                <a:gd name="connsiteY3" fmla="*/ 428193 h 1007434"/>
                <a:gd name="connsiteX4" fmla="*/ 671342 w 742588"/>
                <a:gd name="connsiteY4" fmla="*/ 418414 h 1007434"/>
                <a:gd name="connsiteX5" fmla="*/ 658769 w 742588"/>
                <a:gd name="connsiteY5" fmla="*/ 405841 h 1007434"/>
                <a:gd name="connsiteX6" fmla="*/ 630829 w 742588"/>
                <a:gd name="connsiteY6" fmla="*/ 383489 h 1007434"/>
                <a:gd name="connsiteX7" fmla="*/ 619653 w 742588"/>
                <a:gd name="connsiteY7" fmla="*/ 373710 h 1007434"/>
                <a:gd name="connsiteX8" fmla="*/ 612668 w 742588"/>
                <a:gd name="connsiteY8" fmla="*/ 369519 h 1007434"/>
                <a:gd name="connsiteX9" fmla="*/ 600095 w 742588"/>
                <a:gd name="connsiteY9" fmla="*/ 359740 h 1007434"/>
                <a:gd name="connsiteX10" fmla="*/ 465983 w 742588"/>
                <a:gd name="connsiteY10" fmla="*/ 309448 h 1007434"/>
                <a:gd name="connsiteX11" fmla="*/ 379369 w 742588"/>
                <a:gd name="connsiteY11" fmla="*/ 310845 h 1007434"/>
                <a:gd name="connsiteX12" fmla="*/ 368193 w 742588"/>
                <a:gd name="connsiteY12" fmla="*/ 315036 h 1007434"/>
                <a:gd name="connsiteX13" fmla="*/ 348635 w 742588"/>
                <a:gd name="connsiteY13" fmla="*/ 320624 h 1007434"/>
                <a:gd name="connsiteX14" fmla="*/ 263418 w 742588"/>
                <a:gd name="connsiteY14" fmla="*/ 356946 h 1007434"/>
                <a:gd name="connsiteX15" fmla="*/ 296946 w 742588"/>
                <a:gd name="connsiteY15" fmla="*/ 199084 h 1007434"/>
                <a:gd name="connsiteX16" fmla="*/ 299740 w 742588"/>
                <a:gd name="connsiteY16" fmla="*/ 183717 h 1007434"/>
                <a:gd name="connsiteX17" fmla="*/ 319298 w 742588"/>
                <a:gd name="connsiteY17" fmla="*/ 182320 h 1007434"/>
                <a:gd name="connsiteX18" fmla="*/ 329077 w 742588"/>
                <a:gd name="connsiteY18" fmla="*/ 180923 h 1007434"/>
                <a:gd name="connsiteX19" fmla="*/ 341650 w 742588"/>
                <a:gd name="connsiteY19" fmla="*/ 179526 h 1007434"/>
                <a:gd name="connsiteX20" fmla="*/ 635020 w 742588"/>
                <a:gd name="connsiteY20" fmla="*/ 182320 h 1007434"/>
                <a:gd name="connsiteX21" fmla="*/ 672739 w 742588"/>
                <a:gd name="connsiteY21" fmla="*/ 180923 h 1007434"/>
                <a:gd name="connsiteX22" fmla="*/ 689503 w 742588"/>
                <a:gd name="connsiteY22" fmla="*/ 133425 h 1007434"/>
                <a:gd name="connsiteX23" fmla="*/ 685312 w 742588"/>
                <a:gd name="connsiteY23" fmla="*/ 113867 h 1007434"/>
                <a:gd name="connsiteX24" fmla="*/ 682518 w 742588"/>
                <a:gd name="connsiteY24" fmla="*/ 90118 h 1007434"/>
                <a:gd name="connsiteX25" fmla="*/ 679724 w 742588"/>
                <a:gd name="connsiteY25" fmla="*/ 83133 h 1007434"/>
                <a:gd name="connsiteX26" fmla="*/ 681121 w 742588"/>
                <a:gd name="connsiteY26" fmla="*/ 34238 h 1007434"/>
                <a:gd name="connsiteX27" fmla="*/ 639211 w 742588"/>
                <a:gd name="connsiteY27" fmla="*/ 710 h 1007434"/>
                <a:gd name="connsiteX28" fmla="*/ 626638 w 742588"/>
                <a:gd name="connsiteY28" fmla="*/ 710 h 1007434"/>
                <a:gd name="connsiteX29" fmla="*/ 440837 w 742588"/>
                <a:gd name="connsiteY29" fmla="*/ 4901 h 1007434"/>
                <a:gd name="connsiteX30" fmla="*/ 410103 w 742588"/>
                <a:gd name="connsiteY30" fmla="*/ 3504 h 1007434"/>
                <a:gd name="connsiteX31" fmla="*/ 157246 w 742588"/>
                <a:gd name="connsiteY31" fmla="*/ 710 h 1007434"/>
                <a:gd name="connsiteX32" fmla="*/ 134894 w 742588"/>
                <a:gd name="connsiteY32" fmla="*/ 20268 h 1007434"/>
                <a:gd name="connsiteX33" fmla="*/ 116733 w 742588"/>
                <a:gd name="connsiteY33" fmla="*/ 157174 h 1007434"/>
                <a:gd name="connsiteX34" fmla="*/ 104160 w 742588"/>
                <a:gd name="connsiteY34" fmla="*/ 227024 h 1007434"/>
                <a:gd name="connsiteX35" fmla="*/ 102763 w 742588"/>
                <a:gd name="connsiteY35" fmla="*/ 240994 h 1007434"/>
                <a:gd name="connsiteX36" fmla="*/ 49677 w 742588"/>
                <a:gd name="connsiteY36" fmla="*/ 460324 h 1007434"/>
                <a:gd name="connsiteX37" fmla="*/ 37104 w 742588"/>
                <a:gd name="connsiteY37" fmla="*/ 505028 h 1007434"/>
                <a:gd name="connsiteX38" fmla="*/ 53868 w 742588"/>
                <a:gd name="connsiteY38" fmla="*/ 549732 h 1007434"/>
                <a:gd name="connsiteX39" fmla="*/ 220111 w 742588"/>
                <a:gd name="connsiteY39" fmla="*/ 555320 h 1007434"/>
                <a:gd name="connsiteX40" fmla="*/ 235478 w 742588"/>
                <a:gd name="connsiteY40" fmla="*/ 542747 h 1007434"/>
                <a:gd name="connsiteX41" fmla="*/ 259227 w 742588"/>
                <a:gd name="connsiteY41" fmla="*/ 518998 h 1007434"/>
                <a:gd name="connsiteX42" fmla="*/ 287167 w 742588"/>
                <a:gd name="connsiteY42" fmla="*/ 503631 h 1007434"/>
                <a:gd name="connsiteX43" fmla="*/ 355620 w 742588"/>
                <a:gd name="connsiteY43" fmla="*/ 477088 h 1007434"/>
                <a:gd name="connsiteX44" fmla="*/ 365399 w 742588"/>
                <a:gd name="connsiteY44" fmla="*/ 474294 h 1007434"/>
                <a:gd name="connsiteX45" fmla="*/ 405912 w 742588"/>
                <a:gd name="connsiteY45" fmla="*/ 475691 h 1007434"/>
                <a:gd name="connsiteX46" fmla="*/ 491129 w 742588"/>
                <a:gd name="connsiteY46" fmla="*/ 532968 h 1007434"/>
                <a:gd name="connsiteX47" fmla="*/ 513481 w 742588"/>
                <a:gd name="connsiteY47" fmla="*/ 584657 h 1007434"/>
                <a:gd name="connsiteX48" fmla="*/ 520466 w 742588"/>
                <a:gd name="connsiteY48" fmla="*/ 615391 h 1007434"/>
                <a:gd name="connsiteX49" fmla="*/ 521863 w 742588"/>
                <a:gd name="connsiteY49" fmla="*/ 637743 h 1007434"/>
                <a:gd name="connsiteX50" fmla="*/ 521863 w 742588"/>
                <a:gd name="connsiteY50" fmla="*/ 660095 h 1007434"/>
                <a:gd name="connsiteX51" fmla="*/ 414294 w 742588"/>
                <a:gd name="connsiteY51" fmla="*/ 809574 h 1007434"/>
                <a:gd name="connsiteX52" fmla="*/ 394736 w 742588"/>
                <a:gd name="connsiteY52" fmla="*/ 813765 h 1007434"/>
                <a:gd name="connsiteX53" fmla="*/ 364002 w 742588"/>
                <a:gd name="connsiteY53" fmla="*/ 819353 h 1007434"/>
                <a:gd name="connsiteX54" fmla="*/ 299740 w 742588"/>
                <a:gd name="connsiteY54" fmla="*/ 806780 h 1007434"/>
                <a:gd name="connsiteX55" fmla="*/ 284373 w 742588"/>
                <a:gd name="connsiteY55" fmla="*/ 801192 h 1007434"/>
                <a:gd name="connsiteX56" fmla="*/ 270403 w 742588"/>
                <a:gd name="connsiteY56" fmla="*/ 785825 h 1007434"/>
                <a:gd name="connsiteX57" fmla="*/ 256433 w 742588"/>
                <a:gd name="connsiteY57" fmla="*/ 769061 h 1007434"/>
                <a:gd name="connsiteX58" fmla="*/ 250845 w 742588"/>
                <a:gd name="connsiteY58" fmla="*/ 757885 h 1007434"/>
                <a:gd name="connsiteX59" fmla="*/ 241066 w 742588"/>
                <a:gd name="connsiteY59" fmla="*/ 741121 h 1007434"/>
                <a:gd name="connsiteX60" fmla="*/ 236875 w 742588"/>
                <a:gd name="connsiteY60" fmla="*/ 728548 h 1007434"/>
                <a:gd name="connsiteX61" fmla="*/ 228493 w 742588"/>
                <a:gd name="connsiteY61" fmla="*/ 707593 h 1007434"/>
                <a:gd name="connsiteX62" fmla="*/ 196362 w 742588"/>
                <a:gd name="connsiteY62" fmla="*/ 683844 h 1007434"/>
                <a:gd name="connsiteX63" fmla="*/ 189377 w 742588"/>
                <a:gd name="connsiteY63" fmla="*/ 682447 h 1007434"/>
                <a:gd name="connsiteX64" fmla="*/ 56662 w 742588"/>
                <a:gd name="connsiteY64" fmla="*/ 689432 h 1007434"/>
                <a:gd name="connsiteX65" fmla="*/ 34310 w 742588"/>
                <a:gd name="connsiteY65" fmla="*/ 688035 h 1007434"/>
                <a:gd name="connsiteX66" fmla="*/ 24531 w 742588"/>
                <a:gd name="connsiteY66" fmla="*/ 686638 h 1007434"/>
                <a:gd name="connsiteX67" fmla="*/ 11958 w 742588"/>
                <a:gd name="connsiteY67" fmla="*/ 685241 h 1007434"/>
                <a:gd name="connsiteX68" fmla="*/ 23134 w 742588"/>
                <a:gd name="connsiteY68" fmla="*/ 776046 h 1007434"/>
                <a:gd name="connsiteX69" fmla="*/ 30119 w 742588"/>
                <a:gd name="connsiteY69" fmla="*/ 787222 h 1007434"/>
                <a:gd name="connsiteX70" fmla="*/ 41295 w 742588"/>
                <a:gd name="connsiteY70" fmla="*/ 817956 h 1007434"/>
                <a:gd name="connsiteX71" fmla="*/ 194965 w 742588"/>
                <a:gd name="connsiteY71" fmla="*/ 968832 h 1007434"/>
                <a:gd name="connsiteX72" fmla="*/ 221508 w 742588"/>
                <a:gd name="connsiteY72" fmla="*/ 982802 h 1007434"/>
                <a:gd name="connsiteX73" fmla="*/ 383560 w 742588"/>
                <a:gd name="connsiteY73" fmla="*/ 1006551 h 1007434"/>
                <a:gd name="connsiteX74" fmla="*/ 389148 w 742588"/>
                <a:gd name="connsiteY74" fmla="*/ 1005154 h 1007434"/>
                <a:gd name="connsiteX75" fmla="*/ 410103 w 742588"/>
                <a:gd name="connsiteY75" fmla="*/ 1002360 h 1007434"/>
                <a:gd name="connsiteX76" fmla="*/ 445028 w 742588"/>
                <a:gd name="connsiteY76" fmla="*/ 999566 h 1007434"/>
                <a:gd name="connsiteX77" fmla="*/ 519069 w 742588"/>
                <a:gd name="connsiteY77" fmla="*/ 977214 h 1007434"/>
                <a:gd name="connsiteX78" fmla="*/ 533039 w 742588"/>
                <a:gd name="connsiteY78" fmla="*/ 971626 h 1007434"/>
                <a:gd name="connsiteX79" fmla="*/ 542818 w 742588"/>
                <a:gd name="connsiteY79" fmla="*/ 966038 h 1007434"/>
                <a:gd name="connsiteX80" fmla="*/ 573552 w 742588"/>
                <a:gd name="connsiteY80" fmla="*/ 950671 h 1007434"/>
                <a:gd name="connsiteX81" fmla="*/ 583331 w 742588"/>
                <a:gd name="connsiteY81" fmla="*/ 943686 h 1007434"/>
                <a:gd name="connsiteX82" fmla="*/ 604286 w 742588"/>
                <a:gd name="connsiteY82" fmla="*/ 935304 h 1007434"/>
                <a:gd name="connsiteX83" fmla="*/ 628035 w 742588"/>
                <a:gd name="connsiteY83" fmla="*/ 917143 h 1007434"/>
                <a:gd name="connsiteX84" fmla="*/ 637814 w 742588"/>
                <a:gd name="connsiteY84" fmla="*/ 908761 h 1007434"/>
                <a:gd name="connsiteX85" fmla="*/ 648990 w 742588"/>
                <a:gd name="connsiteY85" fmla="*/ 897585 h 1007434"/>
                <a:gd name="connsiteX86" fmla="*/ 655975 w 742588"/>
                <a:gd name="connsiteY86" fmla="*/ 889203 h 1007434"/>
                <a:gd name="connsiteX87" fmla="*/ 661563 w 742588"/>
                <a:gd name="connsiteY87" fmla="*/ 882218 h 1007434"/>
                <a:gd name="connsiteX88" fmla="*/ 689503 w 742588"/>
                <a:gd name="connsiteY88" fmla="*/ 837514 h 1007434"/>
                <a:gd name="connsiteX89" fmla="*/ 713252 w 742588"/>
                <a:gd name="connsiteY89" fmla="*/ 794207 h 1007434"/>
                <a:gd name="connsiteX90" fmla="*/ 721634 w 742588"/>
                <a:gd name="connsiteY90" fmla="*/ 771855 h 1007434"/>
                <a:gd name="connsiteX91" fmla="*/ 734207 w 742588"/>
                <a:gd name="connsiteY91" fmla="*/ 734136 h 1007434"/>
                <a:gd name="connsiteX92" fmla="*/ 738398 w 742588"/>
                <a:gd name="connsiteY92" fmla="*/ 714578 h 1007434"/>
                <a:gd name="connsiteX93" fmla="*/ 742589 w 742588"/>
                <a:gd name="connsiteY93" fmla="*/ 681050 h 1007434"/>
                <a:gd name="connsiteX94" fmla="*/ 742589 w 742588"/>
                <a:gd name="connsiteY94" fmla="*/ 640537 h 1007434"/>
                <a:gd name="connsiteX95" fmla="*/ 738398 w 742588"/>
                <a:gd name="connsiteY95" fmla="*/ 627964 h 1007434"/>
                <a:gd name="connsiteX96" fmla="*/ 738398 w 742588"/>
                <a:gd name="connsiteY96" fmla="*/ 618185 h 1007434"/>
                <a:gd name="connsiteX97" fmla="*/ 716046 w 742588"/>
                <a:gd name="connsiteY97" fmla="*/ 654507 h 1007434"/>
                <a:gd name="connsiteX98" fmla="*/ 714649 w 742588"/>
                <a:gd name="connsiteY98" fmla="*/ 664286 h 1007434"/>
                <a:gd name="connsiteX99" fmla="*/ 716046 w 742588"/>
                <a:gd name="connsiteY99" fmla="*/ 671271 h 1007434"/>
                <a:gd name="connsiteX100" fmla="*/ 716046 w 742588"/>
                <a:gd name="connsiteY100" fmla="*/ 679653 h 1007434"/>
                <a:gd name="connsiteX101" fmla="*/ 711855 w 742588"/>
                <a:gd name="connsiteY101" fmla="*/ 713181 h 1007434"/>
                <a:gd name="connsiteX102" fmla="*/ 707664 w 742588"/>
                <a:gd name="connsiteY102" fmla="*/ 727151 h 1007434"/>
                <a:gd name="connsiteX103" fmla="*/ 695091 w 742588"/>
                <a:gd name="connsiteY103" fmla="*/ 764870 h 1007434"/>
                <a:gd name="connsiteX104" fmla="*/ 675533 w 742588"/>
                <a:gd name="connsiteY104" fmla="*/ 810971 h 1007434"/>
                <a:gd name="connsiteX105" fmla="*/ 669945 w 742588"/>
                <a:gd name="connsiteY105" fmla="*/ 822147 h 1007434"/>
                <a:gd name="connsiteX106" fmla="*/ 640608 w 742588"/>
                <a:gd name="connsiteY106" fmla="*/ 865454 h 1007434"/>
                <a:gd name="connsiteX107" fmla="*/ 635020 w 742588"/>
                <a:gd name="connsiteY107" fmla="*/ 871042 h 1007434"/>
                <a:gd name="connsiteX108" fmla="*/ 628035 w 742588"/>
                <a:gd name="connsiteY108" fmla="*/ 880821 h 1007434"/>
                <a:gd name="connsiteX109" fmla="*/ 612668 w 742588"/>
                <a:gd name="connsiteY109" fmla="*/ 896188 h 1007434"/>
                <a:gd name="connsiteX110" fmla="*/ 602889 w 742588"/>
                <a:gd name="connsiteY110" fmla="*/ 905967 h 1007434"/>
                <a:gd name="connsiteX111" fmla="*/ 591713 w 742588"/>
                <a:gd name="connsiteY111" fmla="*/ 911555 h 1007434"/>
                <a:gd name="connsiteX112" fmla="*/ 573552 w 742588"/>
                <a:gd name="connsiteY112" fmla="*/ 919937 h 1007434"/>
                <a:gd name="connsiteX113" fmla="*/ 556788 w 742588"/>
                <a:gd name="connsiteY113" fmla="*/ 929716 h 1007434"/>
                <a:gd name="connsiteX114" fmla="*/ 528848 w 742588"/>
                <a:gd name="connsiteY114" fmla="*/ 942289 h 1007434"/>
                <a:gd name="connsiteX115" fmla="*/ 520466 w 742588"/>
                <a:gd name="connsiteY115" fmla="*/ 949274 h 1007434"/>
                <a:gd name="connsiteX116" fmla="*/ 512084 w 742588"/>
                <a:gd name="connsiteY116" fmla="*/ 950671 h 1007434"/>
                <a:gd name="connsiteX117" fmla="*/ 443631 w 742588"/>
                <a:gd name="connsiteY117" fmla="*/ 971626 h 1007434"/>
                <a:gd name="connsiteX118" fmla="*/ 407309 w 742588"/>
                <a:gd name="connsiteY118" fmla="*/ 975817 h 1007434"/>
                <a:gd name="connsiteX119" fmla="*/ 384957 w 742588"/>
                <a:gd name="connsiteY119" fmla="*/ 978611 h 1007434"/>
                <a:gd name="connsiteX120" fmla="*/ 375178 w 742588"/>
                <a:gd name="connsiteY120" fmla="*/ 981405 h 1007434"/>
                <a:gd name="connsiteX121" fmla="*/ 229890 w 742588"/>
                <a:gd name="connsiteY121" fmla="*/ 956259 h 1007434"/>
                <a:gd name="connsiteX122" fmla="*/ 207538 w 742588"/>
                <a:gd name="connsiteY122" fmla="*/ 943686 h 1007434"/>
                <a:gd name="connsiteX123" fmla="*/ 63647 w 742588"/>
                <a:gd name="connsiteY123" fmla="*/ 802589 h 1007434"/>
                <a:gd name="connsiteX124" fmla="*/ 58059 w 742588"/>
                <a:gd name="connsiteY124" fmla="*/ 794207 h 1007434"/>
                <a:gd name="connsiteX125" fmla="*/ 52471 w 742588"/>
                <a:gd name="connsiteY125" fmla="*/ 771855 h 1007434"/>
                <a:gd name="connsiteX126" fmla="*/ 48280 w 742588"/>
                <a:gd name="connsiteY126" fmla="*/ 764870 h 1007434"/>
                <a:gd name="connsiteX127" fmla="*/ 30119 w 742588"/>
                <a:gd name="connsiteY127" fmla="*/ 714578 h 1007434"/>
                <a:gd name="connsiteX128" fmla="*/ 58059 w 742588"/>
                <a:gd name="connsiteY128" fmla="*/ 715975 h 1007434"/>
                <a:gd name="connsiteX129" fmla="*/ 187980 w 742588"/>
                <a:gd name="connsiteY129" fmla="*/ 708990 h 1007434"/>
                <a:gd name="connsiteX130" fmla="*/ 200553 w 742588"/>
                <a:gd name="connsiteY130" fmla="*/ 710387 h 1007434"/>
                <a:gd name="connsiteX131" fmla="*/ 210332 w 742588"/>
                <a:gd name="connsiteY131" fmla="*/ 734136 h 1007434"/>
                <a:gd name="connsiteX132" fmla="*/ 211729 w 742588"/>
                <a:gd name="connsiteY132" fmla="*/ 742518 h 1007434"/>
                <a:gd name="connsiteX133" fmla="*/ 218714 w 742588"/>
                <a:gd name="connsiteY133" fmla="*/ 755091 h 1007434"/>
                <a:gd name="connsiteX134" fmla="*/ 222905 w 742588"/>
                <a:gd name="connsiteY134" fmla="*/ 762076 h 1007434"/>
                <a:gd name="connsiteX135" fmla="*/ 227096 w 742588"/>
                <a:gd name="connsiteY135" fmla="*/ 771855 h 1007434"/>
                <a:gd name="connsiteX136" fmla="*/ 232684 w 742588"/>
                <a:gd name="connsiteY136" fmla="*/ 780237 h 1007434"/>
                <a:gd name="connsiteX137" fmla="*/ 238272 w 742588"/>
                <a:gd name="connsiteY137" fmla="*/ 788619 h 1007434"/>
                <a:gd name="connsiteX138" fmla="*/ 248051 w 742588"/>
                <a:gd name="connsiteY138" fmla="*/ 802589 h 1007434"/>
                <a:gd name="connsiteX139" fmla="*/ 274594 w 742588"/>
                <a:gd name="connsiteY139" fmla="*/ 826338 h 1007434"/>
                <a:gd name="connsiteX140" fmla="*/ 284373 w 742588"/>
                <a:gd name="connsiteY140" fmla="*/ 827735 h 1007434"/>
                <a:gd name="connsiteX141" fmla="*/ 292755 w 742588"/>
                <a:gd name="connsiteY141" fmla="*/ 833323 h 1007434"/>
                <a:gd name="connsiteX142" fmla="*/ 368193 w 742588"/>
                <a:gd name="connsiteY142" fmla="*/ 845896 h 1007434"/>
                <a:gd name="connsiteX143" fmla="*/ 408706 w 742588"/>
                <a:gd name="connsiteY143" fmla="*/ 836117 h 1007434"/>
                <a:gd name="connsiteX144" fmla="*/ 426867 w 742588"/>
                <a:gd name="connsiteY144" fmla="*/ 833323 h 1007434"/>
                <a:gd name="connsiteX145" fmla="*/ 548406 w 742588"/>
                <a:gd name="connsiteY145" fmla="*/ 661492 h 1007434"/>
                <a:gd name="connsiteX146" fmla="*/ 548406 w 742588"/>
                <a:gd name="connsiteY146" fmla="*/ 633552 h 1007434"/>
                <a:gd name="connsiteX147" fmla="*/ 542818 w 742588"/>
                <a:gd name="connsiteY147" fmla="*/ 601421 h 1007434"/>
                <a:gd name="connsiteX148" fmla="*/ 538627 w 742588"/>
                <a:gd name="connsiteY148" fmla="*/ 577672 h 1007434"/>
                <a:gd name="connsiteX149" fmla="*/ 512084 w 742588"/>
                <a:gd name="connsiteY149" fmla="*/ 516204 h 1007434"/>
                <a:gd name="connsiteX150" fmla="*/ 412897 w 742588"/>
                <a:gd name="connsiteY150" fmla="*/ 450545 h 1007434"/>
                <a:gd name="connsiteX151" fmla="*/ 361208 w 742588"/>
                <a:gd name="connsiteY151" fmla="*/ 447751 h 1007434"/>
                <a:gd name="connsiteX152" fmla="*/ 350032 w 742588"/>
                <a:gd name="connsiteY152" fmla="*/ 450545 h 1007434"/>
                <a:gd name="connsiteX153" fmla="*/ 273197 w 742588"/>
                <a:gd name="connsiteY153" fmla="*/ 481279 h 1007434"/>
                <a:gd name="connsiteX154" fmla="*/ 243860 w 742588"/>
                <a:gd name="connsiteY154" fmla="*/ 498043 h 1007434"/>
                <a:gd name="connsiteX155" fmla="*/ 235478 w 742588"/>
                <a:gd name="connsiteY155" fmla="*/ 505028 h 1007434"/>
                <a:gd name="connsiteX156" fmla="*/ 213126 w 742588"/>
                <a:gd name="connsiteY156" fmla="*/ 527380 h 1007434"/>
                <a:gd name="connsiteX157" fmla="*/ 59456 w 742588"/>
                <a:gd name="connsiteY157" fmla="*/ 523189 h 1007434"/>
                <a:gd name="connsiteX158" fmla="*/ 62250 w 742588"/>
                <a:gd name="connsiteY158" fmla="*/ 512013 h 1007434"/>
                <a:gd name="connsiteX159" fmla="*/ 76220 w 742588"/>
                <a:gd name="connsiteY159" fmla="*/ 468706 h 1007434"/>
                <a:gd name="connsiteX160" fmla="*/ 129306 w 742588"/>
                <a:gd name="connsiteY160" fmla="*/ 246582 h 1007434"/>
                <a:gd name="connsiteX161" fmla="*/ 130703 w 742588"/>
                <a:gd name="connsiteY161" fmla="*/ 238200 h 1007434"/>
                <a:gd name="connsiteX162" fmla="*/ 130703 w 742588"/>
                <a:gd name="connsiteY162" fmla="*/ 228421 h 1007434"/>
                <a:gd name="connsiteX163" fmla="*/ 143276 w 742588"/>
                <a:gd name="connsiteY163" fmla="*/ 159968 h 1007434"/>
                <a:gd name="connsiteX164" fmla="*/ 161437 w 742588"/>
                <a:gd name="connsiteY164" fmla="*/ 27253 h 1007434"/>
                <a:gd name="connsiteX165" fmla="*/ 408706 w 742588"/>
                <a:gd name="connsiteY165" fmla="*/ 30047 h 1007434"/>
                <a:gd name="connsiteX166" fmla="*/ 440837 w 742588"/>
                <a:gd name="connsiteY166" fmla="*/ 32841 h 1007434"/>
                <a:gd name="connsiteX167" fmla="*/ 628035 w 742588"/>
                <a:gd name="connsiteY167" fmla="*/ 27253 h 1007434"/>
                <a:gd name="connsiteX168" fmla="*/ 636417 w 742588"/>
                <a:gd name="connsiteY168" fmla="*/ 27253 h 1007434"/>
                <a:gd name="connsiteX169" fmla="*/ 654578 w 742588"/>
                <a:gd name="connsiteY169" fmla="*/ 30047 h 1007434"/>
                <a:gd name="connsiteX170" fmla="*/ 653181 w 742588"/>
                <a:gd name="connsiteY170" fmla="*/ 39826 h 1007434"/>
                <a:gd name="connsiteX171" fmla="*/ 654578 w 742588"/>
                <a:gd name="connsiteY171" fmla="*/ 51002 h 1007434"/>
                <a:gd name="connsiteX172" fmla="*/ 654578 w 742588"/>
                <a:gd name="connsiteY172" fmla="*/ 60781 h 1007434"/>
                <a:gd name="connsiteX173" fmla="*/ 653181 w 742588"/>
                <a:gd name="connsiteY173" fmla="*/ 91515 h 1007434"/>
                <a:gd name="connsiteX174" fmla="*/ 655975 w 742588"/>
                <a:gd name="connsiteY174" fmla="*/ 97103 h 1007434"/>
                <a:gd name="connsiteX175" fmla="*/ 658769 w 742588"/>
                <a:gd name="connsiteY175" fmla="*/ 119455 h 1007434"/>
                <a:gd name="connsiteX176" fmla="*/ 662960 w 742588"/>
                <a:gd name="connsiteY176" fmla="*/ 137616 h 1007434"/>
                <a:gd name="connsiteX177" fmla="*/ 664357 w 742588"/>
                <a:gd name="connsiteY177" fmla="*/ 155777 h 1007434"/>
                <a:gd name="connsiteX178" fmla="*/ 636417 w 742588"/>
                <a:gd name="connsiteY178" fmla="*/ 155777 h 1007434"/>
                <a:gd name="connsiteX179" fmla="*/ 493923 w 742588"/>
                <a:gd name="connsiteY179" fmla="*/ 151586 h 1007434"/>
                <a:gd name="connsiteX180" fmla="*/ 336062 w 742588"/>
                <a:gd name="connsiteY180" fmla="*/ 152983 h 1007434"/>
                <a:gd name="connsiteX181" fmla="*/ 324886 w 742588"/>
                <a:gd name="connsiteY181" fmla="*/ 154380 h 1007434"/>
                <a:gd name="connsiteX182" fmla="*/ 315107 w 742588"/>
                <a:gd name="connsiteY182" fmla="*/ 155777 h 1007434"/>
                <a:gd name="connsiteX183" fmla="*/ 301137 w 742588"/>
                <a:gd name="connsiteY183" fmla="*/ 157174 h 1007434"/>
                <a:gd name="connsiteX184" fmla="*/ 270403 w 742588"/>
                <a:gd name="connsiteY184" fmla="*/ 179526 h 1007434"/>
                <a:gd name="connsiteX185" fmla="*/ 269006 w 742588"/>
                <a:gd name="connsiteY185" fmla="*/ 197687 h 1007434"/>
                <a:gd name="connsiteX186" fmla="*/ 236875 w 742588"/>
                <a:gd name="connsiteY186" fmla="*/ 352755 h 1007434"/>
                <a:gd name="connsiteX187" fmla="*/ 271800 w 742588"/>
                <a:gd name="connsiteY187" fmla="*/ 382092 h 1007434"/>
                <a:gd name="connsiteX188" fmla="*/ 343047 w 742588"/>
                <a:gd name="connsiteY188" fmla="*/ 349961 h 1007434"/>
                <a:gd name="connsiteX189" fmla="*/ 354223 w 742588"/>
                <a:gd name="connsiteY189" fmla="*/ 347167 h 1007434"/>
                <a:gd name="connsiteX190" fmla="*/ 376575 w 742588"/>
                <a:gd name="connsiteY190" fmla="*/ 340182 h 1007434"/>
                <a:gd name="connsiteX191" fmla="*/ 389148 w 742588"/>
                <a:gd name="connsiteY191" fmla="*/ 335991 h 1007434"/>
                <a:gd name="connsiteX192" fmla="*/ 419882 w 742588"/>
                <a:gd name="connsiteY192" fmla="*/ 334594 h 1007434"/>
                <a:gd name="connsiteX193" fmla="*/ 587522 w 742588"/>
                <a:gd name="connsiteY193" fmla="*/ 382092 h 1007434"/>
                <a:gd name="connsiteX194" fmla="*/ 598698 w 742588"/>
                <a:gd name="connsiteY194" fmla="*/ 391871 h 1007434"/>
                <a:gd name="connsiteX195" fmla="*/ 604286 w 742588"/>
                <a:gd name="connsiteY195" fmla="*/ 396062 h 1007434"/>
                <a:gd name="connsiteX196" fmla="*/ 614065 w 742588"/>
                <a:gd name="connsiteY196" fmla="*/ 404444 h 1007434"/>
                <a:gd name="connsiteX197" fmla="*/ 625241 w 742588"/>
                <a:gd name="connsiteY197" fmla="*/ 412826 h 1007434"/>
                <a:gd name="connsiteX198" fmla="*/ 635020 w 742588"/>
                <a:gd name="connsiteY198" fmla="*/ 422605 h 1007434"/>
                <a:gd name="connsiteX199" fmla="*/ 643402 w 742588"/>
                <a:gd name="connsiteY199" fmla="*/ 428193 h 1007434"/>
                <a:gd name="connsiteX200" fmla="*/ 651784 w 742588"/>
                <a:gd name="connsiteY200" fmla="*/ 436575 h 1007434"/>
                <a:gd name="connsiteX201" fmla="*/ 658769 w 742588"/>
                <a:gd name="connsiteY201" fmla="*/ 444957 h 1007434"/>
                <a:gd name="connsiteX202" fmla="*/ 662960 w 742588"/>
                <a:gd name="connsiteY202" fmla="*/ 451942 h 1007434"/>
                <a:gd name="connsiteX203" fmla="*/ 704870 w 742588"/>
                <a:gd name="connsiteY203" fmla="*/ 593039 h 1007434"/>
                <a:gd name="connsiteX204" fmla="*/ 710458 w 742588"/>
                <a:gd name="connsiteY204" fmla="*/ 612597 h 1007434"/>
                <a:gd name="connsiteX205" fmla="*/ 711855 w 742588"/>
                <a:gd name="connsiteY205" fmla="*/ 619582 h 1007434"/>
                <a:gd name="connsiteX206" fmla="*/ 716046 w 742588"/>
                <a:gd name="connsiteY206" fmla="*/ 643331 h 1007434"/>
                <a:gd name="connsiteX207" fmla="*/ 716046 w 742588"/>
                <a:gd name="connsiteY207" fmla="*/ 654507 h 100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742588" h="1007434">
                  <a:moveTo>
                    <a:pt x="738398" y="618185"/>
                  </a:moveTo>
                  <a:cubicBezTo>
                    <a:pt x="738398" y="607009"/>
                    <a:pt x="734207" y="594436"/>
                    <a:pt x="730016" y="583260"/>
                  </a:cubicBezTo>
                  <a:cubicBezTo>
                    <a:pt x="721634" y="535762"/>
                    <a:pt x="709061" y="486867"/>
                    <a:pt x="686709" y="439369"/>
                  </a:cubicBezTo>
                  <a:lnTo>
                    <a:pt x="679724" y="428193"/>
                  </a:lnTo>
                  <a:lnTo>
                    <a:pt x="671342" y="418414"/>
                  </a:lnTo>
                  <a:cubicBezTo>
                    <a:pt x="668548" y="415620"/>
                    <a:pt x="665754" y="412826"/>
                    <a:pt x="658769" y="405841"/>
                  </a:cubicBezTo>
                  <a:cubicBezTo>
                    <a:pt x="650387" y="400253"/>
                    <a:pt x="643402" y="391871"/>
                    <a:pt x="630829" y="383489"/>
                  </a:cubicBezTo>
                  <a:lnTo>
                    <a:pt x="619653" y="373710"/>
                  </a:lnTo>
                  <a:lnTo>
                    <a:pt x="612668" y="369519"/>
                  </a:lnTo>
                  <a:lnTo>
                    <a:pt x="600095" y="359740"/>
                  </a:lnTo>
                  <a:cubicBezTo>
                    <a:pt x="553994" y="335991"/>
                    <a:pt x="519069" y="315036"/>
                    <a:pt x="465983" y="309448"/>
                  </a:cubicBezTo>
                  <a:cubicBezTo>
                    <a:pt x="449219" y="306654"/>
                    <a:pt x="397530" y="306654"/>
                    <a:pt x="379369" y="310845"/>
                  </a:cubicBezTo>
                  <a:lnTo>
                    <a:pt x="368193" y="315036"/>
                  </a:lnTo>
                  <a:cubicBezTo>
                    <a:pt x="361208" y="316433"/>
                    <a:pt x="352826" y="319227"/>
                    <a:pt x="348635" y="320624"/>
                  </a:cubicBezTo>
                  <a:cubicBezTo>
                    <a:pt x="319298" y="327609"/>
                    <a:pt x="291358" y="342976"/>
                    <a:pt x="263418" y="356946"/>
                  </a:cubicBezTo>
                  <a:cubicBezTo>
                    <a:pt x="280182" y="306654"/>
                    <a:pt x="282976" y="253567"/>
                    <a:pt x="296946" y="199084"/>
                  </a:cubicBezTo>
                  <a:cubicBezTo>
                    <a:pt x="296946" y="196290"/>
                    <a:pt x="295549" y="192099"/>
                    <a:pt x="299740" y="183717"/>
                  </a:cubicBezTo>
                  <a:cubicBezTo>
                    <a:pt x="306725" y="185114"/>
                    <a:pt x="313710" y="183717"/>
                    <a:pt x="319298" y="182320"/>
                  </a:cubicBezTo>
                  <a:lnTo>
                    <a:pt x="329077" y="180923"/>
                  </a:lnTo>
                  <a:lnTo>
                    <a:pt x="341650" y="179526"/>
                  </a:lnTo>
                  <a:cubicBezTo>
                    <a:pt x="357017" y="173938"/>
                    <a:pt x="632226" y="182320"/>
                    <a:pt x="635020" y="182320"/>
                  </a:cubicBezTo>
                  <a:cubicBezTo>
                    <a:pt x="647593" y="182320"/>
                    <a:pt x="660166" y="182320"/>
                    <a:pt x="672739" y="180923"/>
                  </a:cubicBezTo>
                  <a:cubicBezTo>
                    <a:pt x="697885" y="173938"/>
                    <a:pt x="693694" y="155777"/>
                    <a:pt x="689503" y="133425"/>
                  </a:cubicBezTo>
                  <a:lnTo>
                    <a:pt x="685312" y="113867"/>
                  </a:lnTo>
                  <a:cubicBezTo>
                    <a:pt x="683915" y="108279"/>
                    <a:pt x="683915" y="102691"/>
                    <a:pt x="682518" y="90118"/>
                  </a:cubicBezTo>
                  <a:lnTo>
                    <a:pt x="679724" y="83133"/>
                  </a:lnTo>
                  <a:cubicBezTo>
                    <a:pt x="679724" y="67766"/>
                    <a:pt x="682518" y="55193"/>
                    <a:pt x="681121" y="34238"/>
                  </a:cubicBezTo>
                  <a:cubicBezTo>
                    <a:pt x="685312" y="3504"/>
                    <a:pt x="665754" y="3504"/>
                    <a:pt x="639211" y="710"/>
                  </a:cubicBezTo>
                  <a:lnTo>
                    <a:pt x="626638" y="710"/>
                  </a:lnTo>
                  <a:lnTo>
                    <a:pt x="440837" y="4901"/>
                  </a:lnTo>
                  <a:cubicBezTo>
                    <a:pt x="432455" y="6298"/>
                    <a:pt x="422676" y="6298"/>
                    <a:pt x="410103" y="3504"/>
                  </a:cubicBezTo>
                  <a:cubicBezTo>
                    <a:pt x="382163" y="3504"/>
                    <a:pt x="165628" y="3504"/>
                    <a:pt x="157246" y="710"/>
                  </a:cubicBezTo>
                  <a:cubicBezTo>
                    <a:pt x="144673" y="-3481"/>
                    <a:pt x="136291" y="11886"/>
                    <a:pt x="134894" y="20268"/>
                  </a:cubicBezTo>
                  <a:cubicBezTo>
                    <a:pt x="122321" y="64972"/>
                    <a:pt x="123718" y="111073"/>
                    <a:pt x="116733" y="157174"/>
                  </a:cubicBezTo>
                  <a:cubicBezTo>
                    <a:pt x="113939" y="179526"/>
                    <a:pt x="106954" y="200481"/>
                    <a:pt x="104160" y="227024"/>
                  </a:cubicBezTo>
                  <a:lnTo>
                    <a:pt x="102763" y="240994"/>
                  </a:lnTo>
                  <a:cubicBezTo>
                    <a:pt x="90190" y="309448"/>
                    <a:pt x="70632" y="393268"/>
                    <a:pt x="49677" y="460324"/>
                  </a:cubicBezTo>
                  <a:cubicBezTo>
                    <a:pt x="46883" y="472897"/>
                    <a:pt x="42692" y="488264"/>
                    <a:pt x="37104" y="505028"/>
                  </a:cubicBezTo>
                  <a:cubicBezTo>
                    <a:pt x="27325" y="535762"/>
                    <a:pt x="17546" y="538556"/>
                    <a:pt x="53868" y="549732"/>
                  </a:cubicBezTo>
                  <a:cubicBezTo>
                    <a:pt x="90190" y="559511"/>
                    <a:pt x="183789" y="556717"/>
                    <a:pt x="220111" y="555320"/>
                  </a:cubicBezTo>
                  <a:cubicBezTo>
                    <a:pt x="225699" y="553923"/>
                    <a:pt x="232684" y="546938"/>
                    <a:pt x="235478" y="542747"/>
                  </a:cubicBezTo>
                  <a:lnTo>
                    <a:pt x="259227" y="518998"/>
                  </a:lnTo>
                  <a:cubicBezTo>
                    <a:pt x="267609" y="512013"/>
                    <a:pt x="278785" y="509219"/>
                    <a:pt x="287167" y="503631"/>
                  </a:cubicBezTo>
                  <a:cubicBezTo>
                    <a:pt x="302534" y="492455"/>
                    <a:pt x="327680" y="479882"/>
                    <a:pt x="355620" y="477088"/>
                  </a:cubicBezTo>
                  <a:lnTo>
                    <a:pt x="365399" y="474294"/>
                  </a:lnTo>
                  <a:cubicBezTo>
                    <a:pt x="379369" y="472897"/>
                    <a:pt x="394736" y="472897"/>
                    <a:pt x="405912" y="475691"/>
                  </a:cubicBezTo>
                  <a:cubicBezTo>
                    <a:pt x="435249" y="482676"/>
                    <a:pt x="475762" y="512013"/>
                    <a:pt x="491129" y="532968"/>
                  </a:cubicBezTo>
                  <a:cubicBezTo>
                    <a:pt x="503702" y="546938"/>
                    <a:pt x="507893" y="566496"/>
                    <a:pt x="513481" y="584657"/>
                  </a:cubicBezTo>
                  <a:cubicBezTo>
                    <a:pt x="516275" y="593039"/>
                    <a:pt x="514878" y="601421"/>
                    <a:pt x="520466" y="615391"/>
                  </a:cubicBezTo>
                  <a:cubicBezTo>
                    <a:pt x="519069" y="620979"/>
                    <a:pt x="520466" y="630758"/>
                    <a:pt x="521863" y="637743"/>
                  </a:cubicBezTo>
                  <a:lnTo>
                    <a:pt x="521863" y="660095"/>
                  </a:lnTo>
                  <a:cubicBezTo>
                    <a:pt x="507893" y="728548"/>
                    <a:pt x="484144" y="788619"/>
                    <a:pt x="414294" y="809574"/>
                  </a:cubicBezTo>
                  <a:cubicBezTo>
                    <a:pt x="411500" y="810971"/>
                    <a:pt x="404515" y="808177"/>
                    <a:pt x="394736" y="813765"/>
                  </a:cubicBezTo>
                  <a:cubicBezTo>
                    <a:pt x="387751" y="816559"/>
                    <a:pt x="372384" y="819353"/>
                    <a:pt x="364002" y="819353"/>
                  </a:cubicBezTo>
                  <a:cubicBezTo>
                    <a:pt x="340253" y="823544"/>
                    <a:pt x="320695" y="816559"/>
                    <a:pt x="299740" y="806780"/>
                  </a:cubicBezTo>
                  <a:cubicBezTo>
                    <a:pt x="296946" y="802589"/>
                    <a:pt x="288564" y="801192"/>
                    <a:pt x="284373" y="801192"/>
                  </a:cubicBezTo>
                  <a:cubicBezTo>
                    <a:pt x="278785" y="798398"/>
                    <a:pt x="274594" y="792810"/>
                    <a:pt x="270403" y="785825"/>
                  </a:cubicBezTo>
                  <a:lnTo>
                    <a:pt x="256433" y="769061"/>
                  </a:lnTo>
                  <a:lnTo>
                    <a:pt x="250845" y="757885"/>
                  </a:lnTo>
                  <a:lnTo>
                    <a:pt x="241066" y="741121"/>
                  </a:lnTo>
                  <a:lnTo>
                    <a:pt x="236875" y="728548"/>
                  </a:lnTo>
                  <a:cubicBezTo>
                    <a:pt x="236875" y="722960"/>
                    <a:pt x="228493" y="714578"/>
                    <a:pt x="228493" y="707593"/>
                  </a:cubicBezTo>
                  <a:cubicBezTo>
                    <a:pt x="224302" y="686638"/>
                    <a:pt x="224302" y="682447"/>
                    <a:pt x="196362" y="683844"/>
                  </a:cubicBezTo>
                  <a:lnTo>
                    <a:pt x="189377" y="682447"/>
                  </a:lnTo>
                  <a:lnTo>
                    <a:pt x="56662" y="689432"/>
                  </a:lnTo>
                  <a:cubicBezTo>
                    <a:pt x="46883" y="689432"/>
                    <a:pt x="39898" y="689432"/>
                    <a:pt x="34310" y="688035"/>
                  </a:cubicBezTo>
                  <a:lnTo>
                    <a:pt x="24531" y="686638"/>
                  </a:lnTo>
                  <a:cubicBezTo>
                    <a:pt x="20340" y="685241"/>
                    <a:pt x="16149" y="685241"/>
                    <a:pt x="11958" y="685241"/>
                  </a:cubicBezTo>
                  <a:cubicBezTo>
                    <a:pt x="-18776" y="686638"/>
                    <a:pt x="18943" y="762076"/>
                    <a:pt x="23134" y="776046"/>
                  </a:cubicBezTo>
                  <a:lnTo>
                    <a:pt x="30119" y="787222"/>
                  </a:lnTo>
                  <a:cubicBezTo>
                    <a:pt x="34310" y="792810"/>
                    <a:pt x="27325" y="803986"/>
                    <a:pt x="41295" y="817956"/>
                  </a:cubicBezTo>
                  <a:cubicBezTo>
                    <a:pt x="77617" y="878027"/>
                    <a:pt x="127909" y="936701"/>
                    <a:pt x="194965" y="968832"/>
                  </a:cubicBezTo>
                  <a:cubicBezTo>
                    <a:pt x="203347" y="971626"/>
                    <a:pt x="210332" y="977214"/>
                    <a:pt x="221508" y="982802"/>
                  </a:cubicBezTo>
                  <a:cubicBezTo>
                    <a:pt x="281579" y="999566"/>
                    <a:pt x="312313" y="1010742"/>
                    <a:pt x="383560" y="1006551"/>
                  </a:cubicBezTo>
                  <a:lnTo>
                    <a:pt x="389148" y="1005154"/>
                  </a:lnTo>
                  <a:lnTo>
                    <a:pt x="410103" y="1002360"/>
                  </a:lnTo>
                  <a:lnTo>
                    <a:pt x="445028" y="999566"/>
                  </a:lnTo>
                  <a:cubicBezTo>
                    <a:pt x="471571" y="996772"/>
                    <a:pt x="493923" y="982802"/>
                    <a:pt x="519069" y="977214"/>
                  </a:cubicBezTo>
                  <a:lnTo>
                    <a:pt x="533039" y="971626"/>
                  </a:lnTo>
                  <a:lnTo>
                    <a:pt x="542818" y="966038"/>
                  </a:lnTo>
                  <a:cubicBezTo>
                    <a:pt x="547009" y="963244"/>
                    <a:pt x="569361" y="953465"/>
                    <a:pt x="573552" y="950671"/>
                  </a:cubicBezTo>
                  <a:cubicBezTo>
                    <a:pt x="576346" y="949274"/>
                    <a:pt x="577743" y="946480"/>
                    <a:pt x="583331" y="943686"/>
                  </a:cubicBezTo>
                  <a:cubicBezTo>
                    <a:pt x="593110" y="940892"/>
                    <a:pt x="598698" y="938098"/>
                    <a:pt x="604286" y="935304"/>
                  </a:cubicBezTo>
                  <a:cubicBezTo>
                    <a:pt x="623844" y="925525"/>
                    <a:pt x="615462" y="926922"/>
                    <a:pt x="628035" y="917143"/>
                  </a:cubicBezTo>
                  <a:lnTo>
                    <a:pt x="637814" y="908761"/>
                  </a:lnTo>
                  <a:cubicBezTo>
                    <a:pt x="639211" y="907364"/>
                    <a:pt x="642005" y="904570"/>
                    <a:pt x="648990" y="897585"/>
                  </a:cubicBezTo>
                  <a:lnTo>
                    <a:pt x="655975" y="889203"/>
                  </a:lnTo>
                  <a:lnTo>
                    <a:pt x="661563" y="882218"/>
                  </a:lnTo>
                  <a:cubicBezTo>
                    <a:pt x="671342" y="868248"/>
                    <a:pt x="681121" y="852881"/>
                    <a:pt x="689503" y="837514"/>
                  </a:cubicBezTo>
                  <a:cubicBezTo>
                    <a:pt x="703473" y="823544"/>
                    <a:pt x="716046" y="802589"/>
                    <a:pt x="713252" y="794207"/>
                  </a:cubicBezTo>
                  <a:cubicBezTo>
                    <a:pt x="717443" y="787222"/>
                    <a:pt x="720237" y="778840"/>
                    <a:pt x="721634" y="771855"/>
                  </a:cubicBezTo>
                  <a:lnTo>
                    <a:pt x="734207" y="734136"/>
                  </a:lnTo>
                  <a:lnTo>
                    <a:pt x="738398" y="714578"/>
                  </a:lnTo>
                  <a:cubicBezTo>
                    <a:pt x="738398" y="704799"/>
                    <a:pt x="741192" y="692226"/>
                    <a:pt x="742589" y="681050"/>
                  </a:cubicBezTo>
                  <a:lnTo>
                    <a:pt x="742589" y="640537"/>
                  </a:lnTo>
                  <a:lnTo>
                    <a:pt x="738398" y="627964"/>
                  </a:lnTo>
                  <a:lnTo>
                    <a:pt x="738398" y="618185"/>
                  </a:lnTo>
                  <a:close/>
                  <a:moveTo>
                    <a:pt x="716046" y="654507"/>
                  </a:moveTo>
                  <a:cubicBezTo>
                    <a:pt x="714649" y="657301"/>
                    <a:pt x="714649" y="661492"/>
                    <a:pt x="714649" y="664286"/>
                  </a:cubicBezTo>
                  <a:lnTo>
                    <a:pt x="716046" y="671271"/>
                  </a:lnTo>
                  <a:lnTo>
                    <a:pt x="716046" y="679653"/>
                  </a:lnTo>
                  <a:cubicBezTo>
                    <a:pt x="714649" y="690829"/>
                    <a:pt x="711855" y="702005"/>
                    <a:pt x="711855" y="713181"/>
                  </a:cubicBezTo>
                  <a:lnTo>
                    <a:pt x="707664" y="727151"/>
                  </a:lnTo>
                  <a:lnTo>
                    <a:pt x="695091" y="764870"/>
                  </a:lnTo>
                  <a:cubicBezTo>
                    <a:pt x="692297" y="778840"/>
                    <a:pt x="685312" y="792810"/>
                    <a:pt x="675533" y="810971"/>
                  </a:cubicBezTo>
                  <a:lnTo>
                    <a:pt x="669945" y="822147"/>
                  </a:lnTo>
                  <a:cubicBezTo>
                    <a:pt x="660166" y="836117"/>
                    <a:pt x="650387" y="851484"/>
                    <a:pt x="640608" y="865454"/>
                  </a:cubicBezTo>
                  <a:lnTo>
                    <a:pt x="635020" y="871042"/>
                  </a:lnTo>
                  <a:cubicBezTo>
                    <a:pt x="632226" y="873836"/>
                    <a:pt x="629432" y="878027"/>
                    <a:pt x="628035" y="880821"/>
                  </a:cubicBezTo>
                  <a:lnTo>
                    <a:pt x="612668" y="896188"/>
                  </a:lnTo>
                  <a:cubicBezTo>
                    <a:pt x="609874" y="897585"/>
                    <a:pt x="605683" y="901776"/>
                    <a:pt x="602889" y="905967"/>
                  </a:cubicBezTo>
                  <a:lnTo>
                    <a:pt x="591713" y="911555"/>
                  </a:lnTo>
                  <a:cubicBezTo>
                    <a:pt x="586125" y="914349"/>
                    <a:pt x="581934" y="917143"/>
                    <a:pt x="573552" y="919937"/>
                  </a:cubicBezTo>
                  <a:cubicBezTo>
                    <a:pt x="565170" y="922731"/>
                    <a:pt x="560979" y="926922"/>
                    <a:pt x="556788" y="929716"/>
                  </a:cubicBezTo>
                  <a:cubicBezTo>
                    <a:pt x="549803" y="932510"/>
                    <a:pt x="533039" y="940892"/>
                    <a:pt x="528848" y="942289"/>
                  </a:cubicBezTo>
                  <a:lnTo>
                    <a:pt x="520466" y="949274"/>
                  </a:lnTo>
                  <a:lnTo>
                    <a:pt x="512084" y="950671"/>
                  </a:lnTo>
                  <a:cubicBezTo>
                    <a:pt x="488335" y="956259"/>
                    <a:pt x="467380" y="970229"/>
                    <a:pt x="443631" y="971626"/>
                  </a:cubicBezTo>
                  <a:cubicBezTo>
                    <a:pt x="438043" y="973023"/>
                    <a:pt x="422676" y="974420"/>
                    <a:pt x="407309" y="975817"/>
                  </a:cubicBezTo>
                  <a:lnTo>
                    <a:pt x="384957" y="978611"/>
                  </a:lnTo>
                  <a:lnTo>
                    <a:pt x="375178" y="981405"/>
                  </a:lnTo>
                  <a:cubicBezTo>
                    <a:pt x="315107" y="984199"/>
                    <a:pt x="285770" y="973023"/>
                    <a:pt x="229890" y="956259"/>
                  </a:cubicBezTo>
                  <a:cubicBezTo>
                    <a:pt x="221508" y="953465"/>
                    <a:pt x="214523" y="947877"/>
                    <a:pt x="207538" y="943686"/>
                  </a:cubicBezTo>
                  <a:cubicBezTo>
                    <a:pt x="146070" y="914349"/>
                    <a:pt x="98572" y="861263"/>
                    <a:pt x="63647" y="802589"/>
                  </a:cubicBezTo>
                  <a:lnTo>
                    <a:pt x="58059" y="794207"/>
                  </a:lnTo>
                  <a:cubicBezTo>
                    <a:pt x="58059" y="785825"/>
                    <a:pt x="56662" y="778840"/>
                    <a:pt x="52471" y="771855"/>
                  </a:cubicBezTo>
                  <a:lnTo>
                    <a:pt x="48280" y="764870"/>
                  </a:lnTo>
                  <a:cubicBezTo>
                    <a:pt x="42692" y="748106"/>
                    <a:pt x="35707" y="731342"/>
                    <a:pt x="30119" y="714578"/>
                  </a:cubicBezTo>
                  <a:cubicBezTo>
                    <a:pt x="37104" y="715975"/>
                    <a:pt x="45486" y="717372"/>
                    <a:pt x="58059" y="715975"/>
                  </a:cubicBezTo>
                  <a:lnTo>
                    <a:pt x="187980" y="708990"/>
                  </a:lnTo>
                  <a:cubicBezTo>
                    <a:pt x="189377" y="710387"/>
                    <a:pt x="193568" y="710387"/>
                    <a:pt x="200553" y="710387"/>
                  </a:cubicBezTo>
                  <a:cubicBezTo>
                    <a:pt x="201950" y="718769"/>
                    <a:pt x="204744" y="727151"/>
                    <a:pt x="210332" y="734136"/>
                  </a:cubicBezTo>
                  <a:cubicBezTo>
                    <a:pt x="210332" y="736930"/>
                    <a:pt x="211729" y="741121"/>
                    <a:pt x="211729" y="742518"/>
                  </a:cubicBezTo>
                  <a:lnTo>
                    <a:pt x="218714" y="755091"/>
                  </a:lnTo>
                  <a:lnTo>
                    <a:pt x="222905" y="762076"/>
                  </a:lnTo>
                  <a:cubicBezTo>
                    <a:pt x="224302" y="764870"/>
                    <a:pt x="225699" y="769061"/>
                    <a:pt x="227096" y="771855"/>
                  </a:cubicBezTo>
                  <a:lnTo>
                    <a:pt x="232684" y="780237"/>
                  </a:lnTo>
                  <a:cubicBezTo>
                    <a:pt x="234081" y="783031"/>
                    <a:pt x="236875" y="785825"/>
                    <a:pt x="238272" y="788619"/>
                  </a:cubicBezTo>
                  <a:lnTo>
                    <a:pt x="248051" y="802589"/>
                  </a:lnTo>
                  <a:cubicBezTo>
                    <a:pt x="253639" y="809574"/>
                    <a:pt x="262021" y="819353"/>
                    <a:pt x="274594" y="826338"/>
                  </a:cubicBezTo>
                  <a:lnTo>
                    <a:pt x="284373" y="827735"/>
                  </a:lnTo>
                  <a:lnTo>
                    <a:pt x="292755" y="833323"/>
                  </a:lnTo>
                  <a:cubicBezTo>
                    <a:pt x="310916" y="843102"/>
                    <a:pt x="336062" y="851484"/>
                    <a:pt x="368193" y="845896"/>
                  </a:cubicBezTo>
                  <a:cubicBezTo>
                    <a:pt x="380766" y="844499"/>
                    <a:pt x="396133" y="841705"/>
                    <a:pt x="408706" y="836117"/>
                  </a:cubicBezTo>
                  <a:cubicBezTo>
                    <a:pt x="417088" y="837514"/>
                    <a:pt x="424073" y="834720"/>
                    <a:pt x="426867" y="833323"/>
                  </a:cubicBezTo>
                  <a:cubicBezTo>
                    <a:pt x="507893" y="808177"/>
                    <a:pt x="534436" y="734136"/>
                    <a:pt x="548406" y="661492"/>
                  </a:cubicBezTo>
                  <a:lnTo>
                    <a:pt x="548406" y="633552"/>
                  </a:lnTo>
                  <a:cubicBezTo>
                    <a:pt x="545612" y="622376"/>
                    <a:pt x="548406" y="612597"/>
                    <a:pt x="542818" y="601421"/>
                  </a:cubicBezTo>
                  <a:cubicBezTo>
                    <a:pt x="541421" y="593039"/>
                    <a:pt x="541421" y="584657"/>
                    <a:pt x="538627" y="577672"/>
                  </a:cubicBezTo>
                  <a:cubicBezTo>
                    <a:pt x="533039" y="555320"/>
                    <a:pt x="526054" y="532968"/>
                    <a:pt x="512084" y="516204"/>
                  </a:cubicBezTo>
                  <a:cubicBezTo>
                    <a:pt x="493923" y="491058"/>
                    <a:pt x="447822" y="458927"/>
                    <a:pt x="412897" y="450545"/>
                  </a:cubicBezTo>
                  <a:cubicBezTo>
                    <a:pt x="397530" y="446354"/>
                    <a:pt x="376575" y="446354"/>
                    <a:pt x="361208" y="447751"/>
                  </a:cubicBezTo>
                  <a:lnTo>
                    <a:pt x="350032" y="450545"/>
                  </a:lnTo>
                  <a:cubicBezTo>
                    <a:pt x="319298" y="454736"/>
                    <a:pt x="291358" y="468706"/>
                    <a:pt x="273197" y="481279"/>
                  </a:cubicBezTo>
                  <a:cubicBezTo>
                    <a:pt x="263418" y="486867"/>
                    <a:pt x="252242" y="489661"/>
                    <a:pt x="243860" y="498043"/>
                  </a:cubicBezTo>
                  <a:cubicBezTo>
                    <a:pt x="239669" y="500837"/>
                    <a:pt x="236875" y="502234"/>
                    <a:pt x="235478" y="505028"/>
                  </a:cubicBezTo>
                  <a:lnTo>
                    <a:pt x="213126" y="527380"/>
                  </a:lnTo>
                  <a:cubicBezTo>
                    <a:pt x="179598" y="528777"/>
                    <a:pt x="94381" y="532968"/>
                    <a:pt x="59456" y="523189"/>
                  </a:cubicBezTo>
                  <a:lnTo>
                    <a:pt x="62250" y="512013"/>
                  </a:lnTo>
                  <a:cubicBezTo>
                    <a:pt x="67838" y="496646"/>
                    <a:pt x="72029" y="479882"/>
                    <a:pt x="76220" y="468706"/>
                  </a:cubicBezTo>
                  <a:cubicBezTo>
                    <a:pt x="97175" y="400253"/>
                    <a:pt x="116733" y="315036"/>
                    <a:pt x="129306" y="246582"/>
                  </a:cubicBezTo>
                  <a:lnTo>
                    <a:pt x="130703" y="238200"/>
                  </a:lnTo>
                  <a:lnTo>
                    <a:pt x="130703" y="228421"/>
                  </a:lnTo>
                  <a:cubicBezTo>
                    <a:pt x="133497" y="203275"/>
                    <a:pt x="140482" y="182320"/>
                    <a:pt x="143276" y="159968"/>
                  </a:cubicBezTo>
                  <a:cubicBezTo>
                    <a:pt x="150261" y="116661"/>
                    <a:pt x="148864" y="70560"/>
                    <a:pt x="161437" y="27253"/>
                  </a:cubicBezTo>
                  <a:cubicBezTo>
                    <a:pt x="242463" y="31444"/>
                    <a:pt x="326283" y="30047"/>
                    <a:pt x="408706" y="30047"/>
                  </a:cubicBezTo>
                  <a:cubicBezTo>
                    <a:pt x="419882" y="32841"/>
                    <a:pt x="431058" y="32841"/>
                    <a:pt x="440837" y="32841"/>
                  </a:cubicBezTo>
                  <a:lnTo>
                    <a:pt x="628035" y="27253"/>
                  </a:lnTo>
                  <a:lnTo>
                    <a:pt x="636417" y="27253"/>
                  </a:lnTo>
                  <a:cubicBezTo>
                    <a:pt x="643402" y="27253"/>
                    <a:pt x="648990" y="28650"/>
                    <a:pt x="654578" y="30047"/>
                  </a:cubicBezTo>
                  <a:cubicBezTo>
                    <a:pt x="653181" y="34238"/>
                    <a:pt x="653181" y="37032"/>
                    <a:pt x="653181" y="39826"/>
                  </a:cubicBezTo>
                  <a:cubicBezTo>
                    <a:pt x="653181" y="42620"/>
                    <a:pt x="653181" y="45414"/>
                    <a:pt x="654578" y="51002"/>
                  </a:cubicBezTo>
                  <a:lnTo>
                    <a:pt x="654578" y="60781"/>
                  </a:lnTo>
                  <a:cubicBezTo>
                    <a:pt x="654578" y="69163"/>
                    <a:pt x="653181" y="78942"/>
                    <a:pt x="653181" y="91515"/>
                  </a:cubicBezTo>
                  <a:lnTo>
                    <a:pt x="655975" y="97103"/>
                  </a:lnTo>
                  <a:cubicBezTo>
                    <a:pt x="657372" y="105485"/>
                    <a:pt x="657372" y="112470"/>
                    <a:pt x="658769" y="119455"/>
                  </a:cubicBezTo>
                  <a:lnTo>
                    <a:pt x="662960" y="137616"/>
                  </a:lnTo>
                  <a:cubicBezTo>
                    <a:pt x="662960" y="143204"/>
                    <a:pt x="664357" y="148792"/>
                    <a:pt x="664357" y="155777"/>
                  </a:cubicBezTo>
                  <a:lnTo>
                    <a:pt x="636417" y="155777"/>
                  </a:lnTo>
                  <a:cubicBezTo>
                    <a:pt x="636417" y="155777"/>
                    <a:pt x="566567" y="152983"/>
                    <a:pt x="493923" y="151586"/>
                  </a:cubicBezTo>
                  <a:cubicBezTo>
                    <a:pt x="428264" y="150189"/>
                    <a:pt x="354223" y="150189"/>
                    <a:pt x="336062" y="152983"/>
                  </a:cubicBezTo>
                  <a:cubicBezTo>
                    <a:pt x="331871" y="152983"/>
                    <a:pt x="329077" y="152983"/>
                    <a:pt x="324886" y="154380"/>
                  </a:cubicBezTo>
                  <a:lnTo>
                    <a:pt x="315107" y="155777"/>
                  </a:lnTo>
                  <a:cubicBezTo>
                    <a:pt x="309519" y="157174"/>
                    <a:pt x="305328" y="157174"/>
                    <a:pt x="301137" y="157174"/>
                  </a:cubicBezTo>
                  <a:cubicBezTo>
                    <a:pt x="287167" y="154380"/>
                    <a:pt x="273197" y="165556"/>
                    <a:pt x="270403" y="179526"/>
                  </a:cubicBezTo>
                  <a:cubicBezTo>
                    <a:pt x="269006" y="189305"/>
                    <a:pt x="269006" y="193496"/>
                    <a:pt x="269006" y="197687"/>
                  </a:cubicBezTo>
                  <a:cubicBezTo>
                    <a:pt x="256433" y="247979"/>
                    <a:pt x="253639" y="302463"/>
                    <a:pt x="236875" y="352755"/>
                  </a:cubicBezTo>
                  <a:cubicBezTo>
                    <a:pt x="228493" y="375107"/>
                    <a:pt x="249448" y="393268"/>
                    <a:pt x="271800" y="382092"/>
                  </a:cubicBezTo>
                  <a:cubicBezTo>
                    <a:pt x="294152" y="370916"/>
                    <a:pt x="319298" y="356946"/>
                    <a:pt x="343047" y="349961"/>
                  </a:cubicBezTo>
                  <a:lnTo>
                    <a:pt x="354223" y="347167"/>
                  </a:lnTo>
                  <a:cubicBezTo>
                    <a:pt x="358414" y="345770"/>
                    <a:pt x="368193" y="342976"/>
                    <a:pt x="376575" y="340182"/>
                  </a:cubicBezTo>
                  <a:lnTo>
                    <a:pt x="389148" y="335991"/>
                  </a:lnTo>
                  <a:cubicBezTo>
                    <a:pt x="391942" y="335991"/>
                    <a:pt x="404515" y="334594"/>
                    <a:pt x="419882" y="334594"/>
                  </a:cubicBezTo>
                  <a:cubicBezTo>
                    <a:pt x="491129" y="331800"/>
                    <a:pt x="524657" y="351358"/>
                    <a:pt x="587522" y="382092"/>
                  </a:cubicBezTo>
                  <a:lnTo>
                    <a:pt x="598698" y="391871"/>
                  </a:lnTo>
                  <a:lnTo>
                    <a:pt x="604286" y="396062"/>
                  </a:lnTo>
                  <a:lnTo>
                    <a:pt x="614065" y="404444"/>
                  </a:lnTo>
                  <a:lnTo>
                    <a:pt x="625241" y="412826"/>
                  </a:lnTo>
                  <a:cubicBezTo>
                    <a:pt x="628035" y="415620"/>
                    <a:pt x="632226" y="419811"/>
                    <a:pt x="635020" y="422605"/>
                  </a:cubicBezTo>
                  <a:lnTo>
                    <a:pt x="643402" y="428193"/>
                  </a:lnTo>
                  <a:cubicBezTo>
                    <a:pt x="646196" y="430987"/>
                    <a:pt x="648990" y="435178"/>
                    <a:pt x="651784" y="436575"/>
                  </a:cubicBezTo>
                  <a:lnTo>
                    <a:pt x="658769" y="444957"/>
                  </a:lnTo>
                  <a:lnTo>
                    <a:pt x="662960" y="451942"/>
                  </a:lnTo>
                  <a:cubicBezTo>
                    <a:pt x="682518" y="495249"/>
                    <a:pt x="695091" y="542747"/>
                    <a:pt x="704870" y="593039"/>
                  </a:cubicBezTo>
                  <a:cubicBezTo>
                    <a:pt x="707664" y="600024"/>
                    <a:pt x="709061" y="605612"/>
                    <a:pt x="710458" y="612597"/>
                  </a:cubicBezTo>
                  <a:lnTo>
                    <a:pt x="711855" y="619582"/>
                  </a:lnTo>
                  <a:cubicBezTo>
                    <a:pt x="711855" y="626567"/>
                    <a:pt x="711855" y="633552"/>
                    <a:pt x="716046" y="643331"/>
                  </a:cubicBezTo>
                  <a:lnTo>
                    <a:pt x="716046" y="6545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9" name="Titel 1">
            <a:extLst>
              <a:ext uri="{FF2B5EF4-FFF2-40B4-BE49-F238E27FC236}">
                <a16:creationId xmlns:a16="http://schemas.microsoft.com/office/drawing/2014/main" id="{A27273DE-08DC-43EF-9BC7-2427F8EB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Variablen &amp; Datentypen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6072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07A78-B6C4-418F-9AEE-57080687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Variablen &amp; Datentypen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532754-599A-4B80-AE98-2C5960D7AA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Variablen speichern Daten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Datentypen geben an, welche Art</a:t>
            </a:r>
            <a:br>
              <a:rPr lang="de-DE" dirty="0"/>
            </a:br>
            <a:r>
              <a:rPr lang="de-DE" dirty="0"/>
              <a:t>von Daten gespeichert werden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F59D1-739C-11F0-5A22-1CAD5CAD0E9D}"/>
              </a:ext>
            </a:extLst>
          </p:cNvPr>
          <p:cNvSpPr txBox="1"/>
          <p:nvPr/>
        </p:nvSpPr>
        <p:spPr>
          <a:xfrm>
            <a:off x="926663" y="2918865"/>
            <a:ext cx="4827231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String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Sascha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Integer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35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Boolean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Array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Rot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Grün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Blau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C239F61-FE31-CADE-35F5-FE67BB015DDC}"/>
              </a:ext>
            </a:extLst>
          </p:cNvPr>
          <p:cNvSpPr txBox="1"/>
          <p:nvPr/>
        </p:nvSpPr>
        <p:spPr>
          <a:xfrm>
            <a:off x="6501728" y="2918865"/>
            <a:ext cx="4763609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Hashtable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Sascha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Explizite Typdeklaration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Hallo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04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fik 3">
            <a:extLst>
              <a:ext uri="{FF2B5EF4-FFF2-40B4-BE49-F238E27FC236}">
                <a16:creationId xmlns:a16="http://schemas.microsoft.com/office/drawing/2014/main" id="{2CBE70DC-D29C-4EE5-B2E8-34FE61F3EE9F}"/>
              </a:ext>
            </a:extLst>
          </p:cNvPr>
          <p:cNvGrpSpPr/>
          <p:nvPr/>
        </p:nvGrpSpPr>
        <p:grpSpPr>
          <a:xfrm>
            <a:off x="776417" y="1621015"/>
            <a:ext cx="1060219" cy="1017365"/>
            <a:chOff x="2349476" y="4261484"/>
            <a:chExt cx="1060219" cy="1017365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488FE38-419F-459F-9ABC-267CEF747F31}"/>
                </a:ext>
              </a:extLst>
            </p:cNvPr>
            <p:cNvSpPr/>
            <p:nvPr/>
          </p:nvSpPr>
          <p:spPr>
            <a:xfrm>
              <a:off x="2376019" y="4288027"/>
              <a:ext cx="671980" cy="963775"/>
            </a:xfrm>
            <a:custGeom>
              <a:avLst/>
              <a:gdLst>
                <a:gd name="connsiteX0" fmla="*/ 631468 w 671980"/>
                <a:gd name="connsiteY0" fmla="*/ 461010 h 963775"/>
                <a:gd name="connsiteX1" fmla="*/ 625880 w 671980"/>
                <a:gd name="connsiteY1" fmla="*/ 452628 h 963775"/>
                <a:gd name="connsiteX2" fmla="*/ 607719 w 671980"/>
                <a:gd name="connsiteY2" fmla="*/ 428879 h 963775"/>
                <a:gd name="connsiteX3" fmla="*/ 563015 w 671980"/>
                <a:gd name="connsiteY3" fmla="*/ 385572 h 963775"/>
                <a:gd name="connsiteX4" fmla="*/ 537869 w 671980"/>
                <a:gd name="connsiteY4" fmla="*/ 370205 h 963775"/>
                <a:gd name="connsiteX5" fmla="*/ 477798 w 671980"/>
                <a:gd name="connsiteY5" fmla="*/ 349250 h 963775"/>
                <a:gd name="connsiteX6" fmla="*/ 430300 w 671980"/>
                <a:gd name="connsiteY6" fmla="*/ 335280 h 963775"/>
                <a:gd name="connsiteX7" fmla="*/ 419124 w 671980"/>
                <a:gd name="connsiteY7" fmla="*/ 333883 h 963775"/>
                <a:gd name="connsiteX8" fmla="*/ 407948 w 671980"/>
                <a:gd name="connsiteY8" fmla="*/ 329692 h 963775"/>
                <a:gd name="connsiteX9" fmla="*/ 307364 w 671980"/>
                <a:gd name="connsiteY9" fmla="*/ 340868 h 963775"/>
                <a:gd name="connsiteX10" fmla="*/ 285012 w 671980"/>
                <a:gd name="connsiteY10" fmla="*/ 346456 h 963775"/>
                <a:gd name="connsiteX11" fmla="*/ 275233 w 671980"/>
                <a:gd name="connsiteY11" fmla="*/ 350647 h 963775"/>
                <a:gd name="connsiteX12" fmla="*/ 266851 w 671980"/>
                <a:gd name="connsiteY12" fmla="*/ 359029 h 963775"/>
                <a:gd name="connsiteX13" fmla="*/ 226338 w 671980"/>
                <a:gd name="connsiteY13" fmla="*/ 389763 h 963775"/>
                <a:gd name="connsiteX14" fmla="*/ 219353 w 671980"/>
                <a:gd name="connsiteY14" fmla="*/ 395351 h 963775"/>
                <a:gd name="connsiteX15" fmla="*/ 166267 w 671980"/>
                <a:gd name="connsiteY15" fmla="*/ 360426 h 963775"/>
                <a:gd name="connsiteX16" fmla="*/ 169061 w 671980"/>
                <a:gd name="connsiteY16" fmla="*/ 350647 h 963775"/>
                <a:gd name="connsiteX17" fmla="*/ 170458 w 671980"/>
                <a:gd name="connsiteY17" fmla="*/ 343662 h 963775"/>
                <a:gd name="connsiteX18" fmla="*/ 174649 w 671980"/>
                <a:gd name="connsiteY18" fmla="*/ 319913 h 963775"/>
                <a:gd name="connsiteX19" fmla="*/ 192810 w 671980"/>
                <a:gd name="connsiteY19" fmla="*/ 248666 h 963775"/>
                <a:gd name="connsiteX20" fmla="*/ 198398 w 671980"/>
                <a:gd name="connsiteY20" fmla="*/ 237490 h 963775"/>
                <a:gd name="connsiteX21" fmla="*/ 209574 w 671980"/>
                <a:gd name="connsiteY21" fmla="*/ 219329 h 963775"/>
                <a:gd name="connsiteX22" fmla="*/ 216559 w 671980"/>
                <a:gd name="connsiteY22" fmla="*/ 210947 h 963775"/>
                <a:gd name="connsiteX23" fmla="*/ 222147 w 671980"/>
                <a:gd name="connsiteY23" fmla="*/ 201168 h 963775"/>
                <a:gd name="connsiteX24" fmla="*/ 226338 w 671980"/>
                <a:gd name="connsiteY24" fmla="*/ 191389 h 963775"/>
                <a:gd name="connsiteX25" fmla="*/ 247293 w 671980"/>
                <a:gd name="connsiteY25" fmla="*/ 163449 h 963775"/>
                <a:gd name="connsiteX26" fmla="*/ 259866 w 671980"/>
                <a:gd name="connsiteY26" fmla="*/ 155067 h 963775"/>
                <a:gd name="connsiteX27" fmla="*/ 265454 w 671980"/>
                <a:gd name="connsiteY27" fmla="*/ 149479 h 963775"/>
                <a:gd name="connsiteX28" fmla="*/ 300379 w 671980"/>
                <a:gd name="connsiteY28" fmla="*/ 129921 h 963775"/>
                <a:gd name="connsiteX29" fmla="*/ 315746 w 671980"/>
                <a:gd name="connsiteY29" fmla="*/ 121539 h 963775"/>
                <a:gd name="connsiteX30" fmla="*/ 324128 w 671980"/>
                <a:gd name="connsiteY30" fmla="*/ 118745 h 963775"/>
                <a:gd name="connsiteX31" fmla="*/ 343686 w 671980"/>
                <a:gd name="connsiteY31" fmla="*/ 117348 h 963775"/>
                <a:gd name="connsiteX32" fmla="*/ 417727 w 671980"/>
                <a:gd name="connsiteY32" fmla="*/ 111760 h 963775"/>
                <a:gd name="connsiteX33" fmla="*/ 468019 w 671980"/>
                <a:gd name="connsiteY33" fmla="*/ 149479 h 963775"/>
                <a:gd name="connsiteX34" fmla="*/ 508532 w 671980"/>
                <a:gd name="connsiteY34" fmla="*/ 217932 h 963775"/>
                <a:gd name="connsiteX35" fmla="*/ 521105 w 671980"/>
                <a:gd name="connsiteY35" fmla="*/ 219329 h 963775"/>
                <a:gd name="connsiteX36" fmla="*/ 528090 w 671980"/>
                <a:gd name="connsiteY36" fmla="*/ 220726 h 963775"/>
                <a:gd name="connsiteX37" fmla="*/ 547648 w 671980"/>
                <a:gd name="connsiteY37" fmla="*/ 220726 h 963775"/>
                <a:gd name="connsiteX38" fmla="*/ 572794 w 671980"/>
                <a:gd name="connsiteY38" fmla="*/ 219329 h 963775"/>
                <a:gd name="connsiteX39" fmla="*/ 624483 w 671980"/>
                <a:gd name="connsiteY39" fmla="*/ 219329 h 963775"/>
                <a:gd name="connsiteX40" fmla="*/ 655217 w 671980"/>
                <a:gd name="connsiteY40" fmla="*/ 220726 h 963775"/>
                <a:gd name="connsiteX41" fmla="*/ 618895 w 671980"/>
                <a:gd name="connsiteY41" fmla="*/ 121539 h 963775"/>
                <a:gd name="connsiteX42" fmla="*/ 586764 w 671980"/>
                <a:gd name="connsiteY42" fmla="*/ 88011 h 963775"/>
                <a:gd name="connsiteX43" fmla="*/ 564412 w 671980"/>
                <a:gd name="connsiteY43" fmla="*/ 64262 h 963775"/>
                <a:gd name="connsiteX44" fmla="*/ 546251 w 671980"/>
                <a:gd name="connsiteY44" fmla="*/ 50292 h 963775"/>
                <a:gd name="connsiteX45" fmla="*/ 528090 w 671980"/>
                <a:gd name="connsiteY45" fmla="*/ 41910 h 963775"/>
                <a:gd name="connsiteX46" fmla="*/ 507135 w 671980"/>
                <a:gd name="connsiteY46" fmla="*/ 30734 h 963775"/>
                <a:gd name="connsiteX47" fmla="*/ 490371 w 671980"/>
                <a:gd name="connsiteY47" fmla="*/ 23749 h 963775"/>
                <a:gd name="connsiteX48" fmla="*/ 462431 w 671980"/>
                <a:gd name="connsiteY48" fmla="*/ 16764 h 963775"/>
                <a:gd name="connsiteX49" fmla="*/ 454049 w 671980"/>
                <a:gd name="connsiteY49" fmla="*/ 15367 h 963775"/>
                <a:gd name="connsiteX50" fmla="*/ 444270 w 671980"/>
                <a:gd name="connsiteY50" fmla="*/ 13970 h 963775"/>
                <a:gd name="connsiteX51" fmla="*/ 431697 w 671980"/>
                <a:gd name="connsiteY51" fmla="*/ 11176 h 963775"/>
                <a:gd name="connsiteX52" fmla="*/ 417727 w 671980"/>
                <a:gd name="connsiteY52" fmla="*/ 8382 h 963775"/>
                <a:gd name="connsiteX53" fmla="*/ 279424 w 671980"/>
                <a:gd name="connsiteY53" fmla="*/ 0 h 963775"/>
                <a:gd name="connsiteX54" fmla="*/ 234720 w 671980"/>
                <a:gd name="connsiteY54" fmla="*/ 9779 h 963775"/>
                <a:gd name="connsiteX55" fmla="*/ 183031 w 671980"/>
                <a:gd name="connsiteY55" fmla="*/ 36322 h 963775"/>
                <a:gd name="connsiteX56" fmla="*/ 173252 w 671980"/>
                <a:gd name="connsiteY56" fmla="*/ 41910 h 963775"/>
                <a:gd name="connsiteX57" fmla="*/ 157885 w 671980"/>
                <a:gd name="connsiteY57" fmla="*/ 51689 h 963775"/>
                <a:gd name="connsiteX58" fmla="*/ 121563 w 671980"/>
                <a:gd name="connsiteY58" fmla="*/ 85217 h 963775"/>
                <a:gd name="connsiteX59" fmla="*/ 75462 w 671980"/>
                <a:gd name="connsiteY59" fmla="*/ 160655 h 963775"/>
                <a:gd name="connsiteX60" fmla="*/ 26567 w 671980"/>
                <a:gd name="connsiteY60" fmla="*/ 287782 h 963775"/>
                <a:gd name="connsiteX61" fmla="*/ 23773 w 671980"/>
                <a:gd name="connsiteY61" fmla="*/ 300355 h 963775"/>
                <a:gd name="connsiteX62" fmla="*/ 22376 w 671980"/>
                <a:gd name="connsiteY62" fmla="*/ 305943 h 963775"/>
                <a:gd name="connsiteX63" fmla="*/ 15391 w 671980"/>
                <a:gd name="connsiteY63" fmla="*/ 356235 h 963775"/>
                <a:gd name="connsiteX64" fmla="*/ 13994 w 671980"/>
                <a:gd name="connsiteY64" fmla="*/ 366014 h 963775"/>
                <a:gd name="connsiteX65" fmla="*/ 1421 w 671980"/>
                <a:gd name="connsiteY65" fmla="*/ 557403 h 963775"/>
                <a:gd name="connsiteX66" fmla="*/ 1421 w 671980"/>
                <a:gd name="connsiteY66" fmla="*/ 565785 h 963775"/>
                <a:gd name="connsiteX67" fmla="*/ 4215 w 671980"/>
                <a:gd name="connsiteY67" fmla="*/ 576961 h 963775"/>
                <a:gd name="connsiteX68" fmla="*/ 18185 w 671980"/>
                <a:gd name="connsiteY68" fmla="*/ 666369 h 963775"/>
                <a:gd name="connsiteX69" fmla="*/ 22376 w 671980"/>
                <a:gd name="connsiteY69" fmla="*/ 676148 h 963775"/>
                <a:gd name="connsiteX70" fmla="*/ 43331 w 671980"/>
                <a:gd name="connsiteY70" fmla="*/ 739013 h 963775"/>
                <a:gd name="connsiteX71" fmla="*/ 46125 w 671980"/>
                <a:gd name="connsiteY71" fmla="*/ 747395 h 963775"/>
                <a:gd name="connsiteX72" fmla="*/ 97814 w 671980"/>
                <a:gd name="connsiteY72" fmla="*/ 842391 h 963775"/>
                <a:gd name="connsiteX73" fmla="*/ 106196 w 671980"/>
                <a:gd name="connsiteY73" fmla="*/ 850773 h 963775"/>
                <a:gd name="connsiteX74" fmla="*/ 115975 w 671980"/>
                <a:gd name="connsiteY74" fmla="*/ 859155 h 963775"/>
                <a:gd name="connsiteX75" fmla="*/ 136930 w 671980"/>
                <a:gd name="connsiteY75" fmla="*/ 880110 h 963775"/>
                <a:gd name="connsiteX76" fmla="*/ 212368 w 671980"/>
                <a:gd name="connsiteY76" fmla="*/ 931799 h 963775"/>
                <a:gd name="connsiteX77" fmla="*/ 252881 w 671980"/>
                <a:gd name="connsiteY77" fmla="*/ 949960 h 963775"/>
                <a:gd name="connsiteX78" fmla="*/ 271042 w 671980"/>
                <a:gd name="connsiteY78" fmla="*/ 955548 h 963775"/>
                <a:gd name="connsiteX79" fmla="*/ 283615 w 671980"/>
                <a:gd name="connsiteY79" fmla="*/ 959739 h 963775"/>
                <a:gd name="connsiteX80" fmla="*/ 322731 w 671980"/>
                <a:gd name="connsiteY80" fmla="*/ 962533 h 963775"/>
                <a:gd name="connsiteX81" fmla="*/ 384199 w 671980"/>
                <a:gd name="connsiteY81" fmla="*/ 962533 h 963775"/>
                <a:gd name="connsiteX82" fmla="*/ 475004 w 671980"/>
                <a:gd name="connsiteY82" fmla="*/ 942975 h 963775"/>
                <a:gd name="connsiteX83" fmla="*/ 487577 w 671980"/>
                <a:gd name="connsiteY83" fmla="*/ 941578 h 963775"/>
                <a:gd name="connsiteX84" fmla="*/ 516914 w 671980"/>
                <a:gd name="connsiteY84" fmla="*/ 920623 h 963775"/>
                <a:gd name="connsiteX85" fmla="*/ 523899 w 671980"/>
                <a:gd name="connsiteY85" fmla="*/ 917829 h 963775"/>
                <a:gd name="connsiteX86" fmla="*/ 533678 w 671980"/>
                <a:gd name="connsiteY86" fmla="*/ 910844 h 963775"/>
                <a:gd name="connsiteX87" fmla="*/ 542060 w 671980"/>
                <a:gd name="connsiteY87" fmla="*/ 905256 h 963775"/>
                <a:gd name="connsiteX88" fmla="*/ 549045 w 671980"/>
                <a:gd name="connsiteY88" fmla="*/ 902462 h 963775"/>
                <a:gd name="connsiteX89" fmla="*/ 557427 w 671980"/>
                <a:gd name="connsiteY89" fmla="*/ 892683 h 963775"/>
                <a:gd name="connsiteX90" fmla="*/ 586764 w 671980"/>
                <a:gd name="connsiteY90" fmla="*/ 854964 h 963775"/>
                <a:gd name="connsiteX91" fmla="*/ 623086 w 671980"/>
                <a:gd name="connsiteY91" fmla="*/ 807466 h 963775"/>
                <a:gd name="connsiteX92" fmla="*/ 666393 w 671980"/>
                <a:gd name="connsiteY92" fmla="*/ 659384 h 963775"/>
                <a:gd name="connsiteX93" fmla="*/ 667790 w 671980"/>
                <a:gd name="connsiteY93" fmla="*/ 656590 h 963775"/>
                <a:gd name="connsiteX94" fmla="*/ 669187 w 671980"/>
                <a:gd name="connsiteY94" fmla="*/ 639826 h 963775"/>
                <a:gd name="connsiteX95" fmla="*/ 671981 w 671980"/>
                <a:gd name="connsiteY95" fmla="*/ 617474 h 963775"/>
                <a:gd name="connsiteX96" fmla="*/ 670584 w 671980"/>
                <a:gd name="connsiteY96" fmla="*/ 599313 h 963775"/>
                <a:gd name="connsiteX97" fmla="*/ 631468 w 671980"/>
                <a:gd name="connsiteY97" fmla="*/ 461010 h 963775"/>
                <a:gd name="connsiteX98" fmla="*/ 466622 w 671980"/>
                <a:gd name="connsiteY98" fmla="*/ 772541 h 963775"/>
                <a:gd name="connsiteX99" fmla="*/ 458240 w 671980"/>
                <a:gd name="connsiteY99" fmla="*/ 783717 h 963775"/>
                <a:gd name="connsiteX100" fmla="*/ 419124 w 671980"/>
                <a:gd name="connsiteY100" fmla="*/ 815848 h 963775"/>
                <a:gd name="connsiteX101" fmla="*/ 400963 w 671980"/>
                <a:gd name="connsiteY101" fmla="*/ 822833 h 963775"/>
                <a:gd name="connsiteX102" fmla="*/ 391184 w 671980"/>
                <a:gd name="connsiteY102" fmla="*/ 828421 h 963775"/>
                <a:gd name="connsiteX103" fmla="*/ 354862 w 671980"/>
                <a:gd name="connsiteY103" fmla="*/ 835406 h 963775"/>
                <a:gd name="connsiteX104" fmla="*/ 262660 w 671980"/>
                <a:gd name="connsiteY104" fmla="*/ 817245 h 963775"/>
                <a:gd name="connsiteX105" fmla="*/ 190016 w 671980"/>
                <a:gd name="connsiteY105" fmla="*/ 709676 h 963775"/>
                <a:gd name="connsiteX106" fmla="*/ 183031 w 671980"/>
                <a:gd name="connsiteY106" fmla="*/ 692912 h 963775"/>
                <a:gd name="connsiteX107" fmla="*/ 184428 w 671980"/>
                <a:gd name="connsiteY107" fmla="*/ 681736 h 963775"/>
                <a:gd name="connsiteX108" fmla="*/ 202589 w 671980"/>
                <a:gd name="connsiteY108" fmla="*/ 521081 h 963775"/>
                <a:gd name="connsiteX109" fmla="*/ 215162 w 671980"/>
                <a:gd name="connsiteY109" fmla="*/ 504317 h 963775"/>
                <a:gd name="connsiteX110" fmla="*/ 223544 w 671980"/>
                <a:gd name="connsiteY110" fmla="*/ 498729 h 963775"/>
                <a:gd name="connsiteX111" fmla="*/ 230529 w 671980"/>
                <a:gd name="connsiteY111" fmla="*/ 493141 h 963775"/>
                <a:gd name="connsiteX112" fmla="*/ 240308 w 671980"/>
                <a:gd name="connsiteY112" fmla="*/ 486156 h 963775"/>
                <a:gd name="connsiteX113" fmla="*/ 251484 w 671980"/>
                <a:gd name="connsiteY113" fmla="*/ 480568 h 963775"/>
                <a:gd name="connsiteX114" fmla="*/ 258469 w 671980"/>
                <a:gd name="connsiteY114" fmla="*/ 476377 h 963775"/>
                <a:gd name="connsiteX115" fmla="*/ 265454 w 671980"/>
                <a:gd name="connsiteY115" fmla="*/ 473583 h 963775"/>
                <a:gd name="connsiteX116" fmla="*/ 317143 w 671980"/>
                <a:gd name="connsiteY116" fmla="*/ 455422 h 963775"/>
                <a:gd name="connsiteX117" fmla="*/ 388390 w 671980"/>
                <a:gd name="connsiteY117" fmla="*/ 456819 h 963775"/>
                <a:gd name="connsiteX118" fmla="*/ 501547 w 671980"/>
                <a:gd name="connsiteY118" fmla="*/ 583946 h 963775"/>
                <a:gd name="connsiteX119" fmla="*/ 502944 w 671980"/>
                <a:gd name="connsiteY119" fmla="*/ 616077 h 963775"/>
                <a:gd name="connsiteX120" fmla="*/ 504341 w 671980"/>
                <a:gd name="connsiteY120" fmla="*/ 628650 h 963775"/>
                <a:gd name="connsiteX121" fmla="*/ 507135 w 671980"/>
                <a:gd name="connsiteY121" fmla="*/ 648208 h 963775"/>
                <a:gd name="connsiteX122" fmla="*/ 466622 w 671980"/>
                <a:gd name="connsiteY122" fmla="*/ 772541 h 9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671980" h="963775">
                  <a:moveTo>
                    <a:pt x="631468" y="461010"/>
                  </a:moveTo>
                  <a:cubicBezTo>
                    <a:pt x="628674" y="458216"/>
                    <a:pt x="627277" y="455422"/>
                    <a:pt x="625880" y="452628"/>
                  </a:cubicBezTo>
                  <a:cubicBezTo>
                    <a:pt x="618895" y="445643"/>
                    <a:pt x="613307" y="437261"/>
                    <a:pt x="607719" y="428879"/>
                  </a:cubicBezTo>
                  <a:lnTo>
                    <a:pt x="563015" y="385572"/>
                  </a:lnTo>
                  <a:cubicBezTo>
                    <a:pt x="554633" y="381381"/>
                    <a:pt x="546251" y="375793"/>
                    <a:pt x="537869" y="370205"/>
                  </a:cubicBezTo>
                  <a:cubicBezTo>
                    <a:pt x="516914" y="366014"/>
                    <a:pt x="497356" y="356235"/>
                    <a:pt x="477798" y="349250"/>
                  </a:cubicBezTo>
                  <a:cubicBezTo>
                    <a:pt x="463828" y="342265"/>
                    <a:pt x="448461" y="338074"/>
                    <a:pt x="430300" y="335280"/>
                  </a:cubicBezTo>
                  <a:lnTo>
                    <a:pt x="419124" y="333883"/>
                  </a:lnTo>
                  <a:lnTo>
                    <a:pt x="407948" y="329692"/>
                  </a:lnTo>
                  <a:cubicBezTo>
                    <a:pt x="380008" y="324104"/>
                    <a:pt x="335304" y="332486"/>
                    <a:pt x="307364" y="340868"/>
                  </a:cubicBezTo>
                  <a:cubicBezTo>
                    <a:pt x="300379" y="343662"/>
                    <a:pt x="294791" y="345059"/>
                    <a:pt x="285012" y="346456"/>
                  </a:cubicBezTo>
                  <a:cubicBezTo>
                    <a:pt x="280821" y="347853"/>
                    <a:pt x="278027" y="349250"/>
                    <a:pt x="275233" y="350647"/>
                  </a:cubicBezTo>
                  <a:lnTo>
                    <a:pt x="266851" y="359029"/>
                  </a:lnTo>
                  <a:cubicBezTo>
                    <a:pt x="254278" y="370205"/>
                    <a:pt x="238911" y="378587"/>
                    <a:pt x="226338" y="389763"/>
                  </a:cubicBezTo>
                  <a:lnTo>
                    <a:pt x="219353" y="395351"/>
                  </a:lnTo>
                  <a:cubicBezTo>
                    <a:pt x="187222" y="424688"/>
                    <a:pt x="153694" y="398145"/>
                    <a:pt x="166267" y="360426"/>
                  </a:cubicBezTo>
                  <a:lnTo>
                    <a:pt x="169061" y="350647"/>
                  </a:lnTo>
                  <a:lnTo>
                    <a:pt x="170458" y="343662"/>
                  </a:lnTo>
                  <a:cubicBezTo>
                    <a:pt x="170458" y="333883"/>
                    <a:pt x="171855" y="328295"/>
                    <a:pt x="174649" y="319913"/>
                  </a:cubicBezTo>
                  <a:cubicBezTo>
                    <a:pt x="178840" y="297561"/>
                    <a:pt x="185825" y="275209"/>
                    <a:pt x="192810" y="248666"/>
                  </a:cubicBezTo>
                  <a:cubicBezTo>
                    <a:pt x="192810" y="245872"/>
                    <a:pt x="195604" y="241681"/>
                    <a:pt x="198398" y="237490"/>
                  </a:cubicBezTo>
                  <a:cubicBezTo>
                    <a:pt x="201192" y="229108"/>
                    <a:pt x="205383" y="223520"/>
                    <a:pt x="209574" y="219329"/>
                  </a:cubicBezTo>
                  <a:lnTo>
                    <a:pt x="216559" y="210947"/>
                  </a:lnTo>
                  <a:lnTo>
                    <a:pt x="222147" y="201168"/>
                  </a:lnTo>
                  <a:lnTo>
                    <a:pt x="226338" y="191389"/>
                  </a:lnTo>
                  <a:cubicBezTo>
                    <a:pt x="229132" y="184404"/>
                    <a:pt x="233323" y="174625"/>
                    <a:pt x="247293" y="163449"/>
                  </a:cubicBezTo>
                  <a:lnTo>
                    <a:pt x="259866" y="155067"/>
                  </a:lnTo>
                  <a:lnTo>
                    <a:pt x="265454" y="149479"/>
                  </a:lnTo>
                  <a:cubicBezTo>
                    <a:pt x="272439" y="142494"/>
                    <a:pt x="280821" y="136906"/>
                    <a:pt x="300379" y="129921"/>
                  </a:cubicBezTo>
                  <a:cubicBezTo>
                    <a:pt x="308761" y="124333"/>
                    <a:pt x="311555" y="122936"/>
                    <a:pt x="315746" y="121539"/>
                  </a:cubicBezTo>
                  <a:lnTo>
                    <a:pt x="324128" y="118745"/>
                  </a:lnTo>
                  <a:cubicBezTo>
                    <a:pt x="329716" y="118745"/>
                    <a:pt x="336701" y="117348"/>
                    <a:pt x="343686" y="117348"/>
                  </a:cubicBezTo>
                  <a:cubicBezTo>
                    <a:pt x="366038" y="114554"/>
                    <a:pt x="393978" y="101981"/>
                    <a:pt x="417727" y="111760"/>
                  </a:cubicBezTo>
                  <a:cubicBezTo>
                    <a:pt x="437285" y="118745"/>
                    <a:pt x="456843" y="136906"/>
                    <a:pt x="468019" y="149479"/>
                  </a:cubicBezTo>
                  <a:cubicBezTo>
                    <a:pt x="486180" y="170434"/>
                    <a:pt x="493165" y="196977"/>
                    <a:pt x="508532" y="217932"/>
                  </a:cubicBezTo>
                  <a:lnTo>
                    <a:pt x="521105" y="219329"/>
                  </a:lnTo>
                  <a:lnTo>
                    <a:pt x="528090" y="220726"/>
                  </a:lnTo>
                  <a:lnTo>
                    <a:pt x="547648" y="220726"/>
                  </a:lnTo>
                  <a:lnTo>
                    <a:pt x="572794" y="219329"/>
                  </a:lnTo>
                  <a:cubicBezTo>
                    <a:pt x="589558" y="213741"/>
                    <a:pt x="614704" y="219329"/>
                    <a:pt x="624483" y="219329"/>
                  </a:cubicBezTo>
                  <a:lnTo>
                    <a:pt x="655217" y="220726"/>
                  </a:lnTo>
                  <a:cubicBezTo>
                    <a:pt x="656614" y="180213"/>
                    <a:pt x="641247" y="152273"/>
                    <a:pt x="618895" y="121539"/>
                  </a:cubicBezTo>
                  <a:cubicBezTo>
                    <a:pt x="614704" y="115951"/>
                    <a:pt x="602131" y="101981"/>
                    <a:pt x="586764" y="88011"/>
                  </a:cubicBezTo>
                  <a:lnTo>
                    <a:pt x="564412" y="64262"/>
                  </a:lnTo>
                  <a:cubicBezTo>
                    <a:pt x="554633" y="60071"/>
                    <a:pt x="550442" y="54483"/>
                    <a:pt x="546251" y="50292"/>
                  </a:cubicBezTo>
                  <a:cubicBezTo>
                    <a:pt x="539266" y="44704"/>
                    <a:pt x="535075" y="43307"/>
                    <a:pt x="528090" y="41910"/>
                  </a:cubicBezTo>
                  <a:lnTo>
                    <a:pt x="507135" y="30734"/>
                  </a:lnTo>
                  <a:cubicBezTo>
                    <a:pt x="501547" y="27940"/>
                    <a:pt x="495959" y="26543"/>
                    <a:pt x="490371" y="23749"/>
                  </a:cubicBezTo>
                  <a:cubicBezTo>
                    <a:pt x="480592" y="20955"/>
                    <a:pt x="470813" y="18161"/>
                    <a:pt x="462431" y="16764"/>
                  </a:cubicBezTo>
                  <a:cubicBezTo>
                    <a:pt x="459637" y="15367"/>
                    <a:pt x="458240" y="15367"/>
                    <a:pt x="454049" y="15367"/>
                  </a:cubicBezTo>
                  <a:lnTo>
                    <a:pt x="444270" y="13970"/>
                  </a:lnTo>
                  <a:lnTo>
                    <a:pt x="431697" y="11176"/>
                  </a:lnTo>
                  <a:lnTo>
                    <a:pt x="417727" y="8382"/>
                  </a:lnTo>
                  <a:cubicBezTo>
                    <a:pt x="371626" y="0"/>
                    <a:pt x="318540" y="0"/>
                    <a:pt x="279424" y="0"/>
                  </a:cubicBezTo>
                  <a:cubicBezTo>
                    <a:pt x="265454" y="0"/>
                    <a:pt x="250087" y="4191"/>
                    <a:pt x="234720" y="9779"/>
                  </a:cubicBezTo>
                  <a:cubicBezTo>
                    <a:pt x="202589" y="20955"/>
                    <a:pt x="205383" y="27940"/>
                    <a:pt x="183031" y="36322"/>
                  </a:cubicBezTo>
                  <a:lnTo>
                    <a:pt x="173252" y="41910"/>
                  </a:lnTo>
                  <a:cubicBezTo>
                    <a:pt x="169061" y="46101"/>
                    <a:pt x="163473" y="48895"/>
                    <a:pt x="157885" y="51689"/>
                  </a:cubicBezTo>
                  <a:cubicBezTo>
                    <a:pt x="148106" y="64262"/>
                    <a:pt x="134136" y="75438"/>
                    <a:pt x="121563" y="85217"/>
                  </a:cubicBezTo>
                  <a:cubicBezTo>
                    <a:pt x="106196" y="110363"/>
                    <a:pt x="88035" y="134112"/>
                    <a:pt x="75462" y="160655"/>
                  </a:cubicBezTo>
                  <a:cubicBezTo>
                    <a:pt x="57301" y="199771"/>
                    <a:pt x="43331" y="245872"/>
                    <a:pt x="26567" y="287782"/>
                  </a:cubicBezTo>
                  <a:lnTo>
                    <a:pt x="23773" y="300355"/>
                  </a:lnTo>
                  <a:lnTo>
                    <a:pt x="22376" y="305943"/>
                  </a:lnTo>
                  <a:cubicBezTo>
                    <a:pt x="18185" y="325501"/>
                    <a:pt x="16788" y="340868"/>
                    <a:pt x="15391" y="356235"/>
                  </a:cubicBezTo>
                  <a:lnTo>
                    <a:pt x="13994" y="366014"/>
                  </a:lnTo>
                  <a:cubicBezTo>
                    <a:pt x="-1373" y="424688"/>
                    <a:pt x="-1373" y="494538"/>
                    <a:pt x="1421" y="557403"/>
                  </a:cubicBezTo>
                  <a:lnTo>
                    <a:pt x="1421" y="565785"/>
                  </a:lnTo>
                  <a:lnTo>
                    <a:pt x="4215" y="576961"/>
                  </a:lnTo>
                  <a:cubicBezTo>
                    <a:pt x="7009" y="607695"/>
                    <a:pt x="16788" y="637032"/>
                    <a:pt x="18185" y="666369"/>
                  </a:cubicBezTo>
                  <a:cubicBezTo>
                    <a:pt x="20979" y="670560"/>
                    <a:pt x="22376" y="673354"/>
                    <a:pt x="22376" y="676148"/>
                  </a:cubicBezTo>
                  <a:cubicBezTo>
                    <a:pt x="29361" y="697103"/>
                    <a:pt x="37743" y="716661"/>
                    <a:pt x="43331" y="739013"/>
                  </a:cubicBezTo>
                  <a:lnTo>
                    <a:pt x="46125" y="747395"/>
                  </a:lnTo>
                  <a:cubicBezTo>
                    <a:pt x="58698" y="773938"/>
                    <a:pt x="78256" y="818642"/>
                    <a:pt x="97814" y="842391"/>
                  </a:cubicBezTo>
                  <a:lnTo>
                    <a:pt x="106196" y="850773"/>
                  </a:lnTo>
                  <a:lnTo>
                    <a:pt x="115975" y="859155"/>
                  </a:lnTo>
                  <a:cubicBezTo>
                    <a:pt x="122960" y="864743"/>
                    <a:pt x="129945" y="871728"/>
                    <a:pt x="136930" y="880110"/>
                  </a:cubicBezTo>
                  <a:cubicBezTo>
                    <a:pt x="162076" y="898271"/>
                    <a:pt x="187222" y="916432"/>
                    <a:pt x="212368" y="931799"/>
                  </a:cubicBezTo>
                  <a:cubicBezTo>
                    <a:pt x="231926" y="940181"/>
                    <a:pt x="238911" y="945769"/>
                    <a:pt x="252881" y="949960"/>
                  </a:cubicBezTo>
                  <a:lnTo>
                    <a:pt x="271042" y="955548"/>
                  </a:lnTo>
                  <a:lnTo>
                    <a:pt x="283615" y="959739"/>
                  </a:lnTo>
                  <a:cubicBezTo>
                    <a:pt x="294791" y="958342"/>
                    <a:pt x="307364" y="958342"/>
                    <a:pt x="322731" y="962533"/>
                  </a:cubicBezTo>
                  <a:cubicBezTo>
                    <a:pt x="342289" y="965327"/>
                    <a:pt x="363244" y="962533"/>
                    <a:pt x="384199" y="962533"/>
                  </a:cubicBezTo>
                  <a:cubicBezTo>
                    <a:pt x="414933" y="962533"/>
                    <a:pt x="444270" y="952754"/>
                    <a:pt x="475004" y="942975"/>
                  </a:cubicBezTo>
                  <a:cubicBezTo>
                    <a:pt x="477798" y="942975"/>
                    <a:pt x="483386" y="941578"/>
                    <a:pt x="487577" y="941578"/>
                  </a:cubicBezTo>
                  <a:cubicBezTo>
                    <a:pt x="501547" y="931799"/>
                    <a:pt x="507135" y="924814"/>
                    <a:pt x="516914" y="920623"/>
                  </a:cubicBezTo>
                  <a:lnTo>
                    <a:pt x="523899" y="917829"/>
                  </a:lnTo>
                  <a:lnTo>
                    <a:pt x="533678" y="910844"/>
                  </a:lnTo>
                  <a:lnTo>
                    <a:pt x="542060" y="905256"/>
                  </a:lnTo>
                  <a:lnTo>
                    <a:pt x="549045" y="902462"/>
                  </a:lnTo>
                  <a:lnTo>
                    <a:pt x="557427" y="892683"/>
                  </a:lnTo>
                  <a:cubicBezTo>
                    <a:pt x="572794" y="877316"/>
                    <a:pt x="579779" y="867537"/>
                    <a:pt x="586764" y="854964"/>
                  </a:cubicBezTo>
                  <a:cubicBezTo>
                    <a:pt x="613307" y="832612"/>
                    <a:pt x="609116" y="824230"/>
                    <a:pt x="623086" y="807466"/>
                  </a:cubicBezTo>
                  <a:cubicBezTo>
                    <a:pt x="644041" y="757174"/>
                    <a:pt x="658011" y="709676"/>
                    <a:pt x="666393" y="659384"/>
                  </a:cubicBezTo>
                  <a:lnTo>
                    <a:pt x="667790" y="656590"/>
                  </a:lnTo>
                  <a:lnTo>
                    <a:pt x="669187" y="639826"/>
                  </a:lnTo>
                  <a:lnTo>
                    <a:pt x="671981" y="617474"/>
                  </a:lnTo>
                  <a:cubicBezTo>
                    <a:pt x="670584" y="611886"/>
                    <a:pt x="670584" y="606298"/>
                    <a:pt x="670584" y="599313"/>
                  </a:cubicBezTo>
                  <a:cubicBezTo>
                    <a:pt x="670584" y="536448"/>
                    <a:pt x="655217" y="495935"/>
                    <a:pt x="631468" y="461010"/>
                  </a:cubicBezTo>
                  <a:close/>
                  <a:moveTo>
                    <a:pt x="466622" y="772541"/>
                  </a:moveTo>
                  <a:lnTo>
                    <a:pt x="458240" y="783717"/>
                  </a:lnTo>
                  <a:cubicBezTo>
                    <a:pt x="447064" y="797687"/>
                    <a:pt x="434491" y="808863"/>
                    <a:pt x="419124" y="815848"/>
                  </a:cubicBezTo>
                  <a:cubicBezTo>
                    <a:pt x="414933" y="820039"/>
                    <a:pt x="409345" y="822833"/>
                    <a:pt x="400963" y="822833"/>
                  </a:cubicBezTo>
                  <a:cubicBezTo>
                    <a:pt x="398169" y="825627"/>
                    <a:pt x="395375" y="827024"/>
                    <a:pt x="391184" y="828421"/>
                  </a:cubicBezTo>
                  <a:cubicBezTo>
                    <a:pt x="375817" y="829818"/>
                    <a:pt x="366038" y="832612"/>
                    <a:pt x="354862" y="835406"/>
                  </a:cubicBezTo>
                  <a:cubicBezTo>
                    <a:pt x="319937" y="836803"/>
                    <a:pt x="293394" y="832612"/>
                    <a:pt x="262660" y="817245"/>
                  </a:cubicBezTo>
                  <a:cubicBezTo>
                    <a:pt x="227735" y="785114"/>
                    <a:pt x="206780" y="750189"/>
                    <a:pt x="190016" y="709676"/>
                  </a:cubicBezTo>
                  <a:lnTo>
                    <a:pt x="183031" y="692912"/>
                  </a:lnTo>
                  <a:cubicBezTo>
                    <a:pt x="180237" y="684530"/>
                    <a:pt x="181634" y="681736"/>
                    <a:pt x="184428" y="681736"/>
                  </a:cubicBezTo>
                  <a:cubicBezTo>
                    <a:pt x="171855" y="616077"/>
                    <a:pt x="174649" y="582549"/>
                    <a:pt x="202589" y="521081"/>
                  </a:cubicBezTo>
                  <a:cubicBezTo>
                    <a:pt x="205383" y="515493"/>
                    <a:pt x="209574" y="508508"/>
                    <a:pt x="215162" y="504317"/>
                  </a:cubicBezTo>
                  <a:lnTo>
                    <a:pt x="223544" y="498729"/>
                  </a:lnTo>
                  <a:lnTo>
                    <a:pt x="230529" y="493141"/>
                  </a:lnTo>
                  <a:lnTo>
                    <a:pt x="240308" y="486156"/>
                  </a:lnTo>
                  <a:cubicBezTo>
                    <a:pt x="243102" y="483362"/>
                    <a:pt x="247293" y="481965"/>
                    <a:pt x="251484" y="480568"/>
                  </a:cubicBezTo>
                  <a:lnTo>
                    <a:pt x="258469" y="476377"/>
                  </a:lnTo>
                  <a:lnTo>
                    <a:pt x="265454" y="473583"/>
                  </a:lnTo>
                  <a:cubicBezTo>
                    <a:pt x="287806" y="466598"/>
                    <a:pt x="286409" y="458216"/>
                    <a:pt x="317143" y="455422"/>
                  </a:cubicBezTo>
                  <a:cubicBezTo>
                    <a:pt x="340892" y="455422"/>
                    <a:pt x="363244" y="448437"/>
                    <a:pt x="388390" y="456819"/>
                  </a:cubicBezTo>
                  <a:cubicBezTo>
                    <a:pt x="454049" y="472186"/>
                    <a:pt x="487577" y="512699"/>
                    <a:pt x="501547" y="583946"/>
                  </a:cubicBezTo>
                  <a:cubicBezTo>
                    <a:pt x="502944" y="596519"/>
                    <a:pt x="502944" y="604901"/>
                    <a:pt x="502944" y="616077"/>
                  </a:cubicBezTo>
                  <a:lnTo>
                    <a:pt x="504341" y="628650"/>
                  </a:lnTo>
                  <a:cubicBezTo>
                    <a:pt x="505738" y="634238"/>
                    <a:pt x="507135" y="641223"/>
                    <a:pt x="507135" y="648208"/>
                  </a:cubicBezTo>
                  <a:cubicBezTo>
                    <a:pt x="504341" y="687324"/>
                    <a:pt x="493165" y="739013"/>
                    <a:pt x="466622" y="772541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DDD6ACC-40BE-4D3E-B805-E39E07C7B75D}"/>
                </a:ext>
              </a:extLst>
            </p:cNvPr>
            <p:cNvSpPr/>
            <p:nvPr/>
          </p:nvSpPr>
          <p:spPr>
            <a:xfrm>
              <a:off x="2579260" y="4766888"/>
              <a:ext cx="275953" cy="330002"/>
            </a:xfrm>
            <a:custGeom>
              <a:avLst/>
              <a:gdLst>
                <a:gd name="connsiteX0" fmla="*/ 273160 w 275953"/>
                <a:gd name="connsiteY0" fmla="*/ 140011 h 330002"/>
                <a:gd name="connsiteX1" fmla="*/ 271763 w 275953"/>
                <a:gd name="connsiteY1" fmla="*/ 107880 h 330002"/>
                <a:gd name="connsiteX2" fmla="*/ 178164 w 275953"/>
                <a:gd name="connsiteY2" fmla="*/ 3104 h 330002"/>
                <a:gd name="connsiteX3" fmla="*/ 113902 w 275953"/>
                <a:gd name="connsiteY3" fmla="*/ 3104 h 330002"/>
                <a:gd name="connsiteX4" fmla="*/ 71992 w 275953"/>
                <a:gd name="connsiteY4" fmla="*/ 19869 h 330002"/>
                <a:gd name="connsiteX5" fmla="*/ 65007 w 275953"/>
                <a:gd name="connsiteY5" fmla="*/ 22663 h 330002"/>
                <a:gd name="connsiteX6" fmla="*/ 44052 w 275953"/>
                <a:gd name="connsiteY6" fmla="*/ 35235 h 330002"/>
                <a:gd name="connsiteX7" fmla="*/ 35670 w 275953"/>
                <a:gd name="connsiteY7" fmla="*/ 40823 h 330002"/>
                <a:gd name="connsiteX8" fmla="*/ 25891 w 275953"/>
                <a:gd name="connsiteY8" fmla="*/ 50603 h 330002"/>
                <a:gd name="connsiteX9" fmla="*/ 3539 w 275953"/>
                <a:gd name="connsiteY9" fmla="*/ 198685 h 330002"/>
                <a:gd name="connsiteX10" fmla="*/ 11921 w 275953"/>
                <a:gd name="connsiteY10" fmla="*/ 221037 h 330002"/>
                <a:gd name="connsiteX11" fmla="*/ 73389 w 275953"/>
                <a:gd name="connsiteY11" fmla="*/ 316033 h 330002"/>
                <a:gd name="connsiteX12" fmla="*/ 146033 w 275953"/>
                <a:gd name="connsiteY12" fmla="*/ 330003 h 330002"/>
                <a:gd name="connsiteX13" fmla="*/ 179561 w 275953"/>
                <a:gd name="connsiteY13" fmla="*/ 324415 h 330002"/>
                <a:gd name="connsiteX14" fmla="*/ 199119 w 275953"/>
                <a:gd name="connsiteY14" fmla="*/ 316033 h 330002"/>
                <a:gd name="connsiteX15" fmla="*/ 224265 w 275953"/>
                <a:gd name="connsiteY15" fmla="*/ 297872 h 330002"/>
                <a:gd name="connsiteX16" fmla="*/ 232647 w 275953"/>
                <a:gd name="connsiteY16" fmla="*/ 288093 h 330002"/>
                <a:gd name="connsiteX17" fmla="*/ 242426 w 275953"/>
                <a:gd name="connsiteY17" fmla="*/ 276917 h 330002"/>
                <a:gd name="connsiteX18" fmla="*/ 275954 w 275953"/>
                <a:gd name="connsiteY18" fmla="*/ 167951 h 330002"/>
                <a:gd name="connsiteX19" fmla="*/ 274557 w 275953"/>
                <a:gd name="connsiteY19" fmla="*/ 153981 h 330002"/>
                <a:gd name="connsiteX20" fmla="*/ 273160 w 275953"/>
                <a:gd name="connsiteY20" fmla="*/ 140011 h 33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5953" h="330002">
                  <a:moveTo>
                    <a:pt x="273160" y="140011"/>
                  </a:moveTo>
                  <a:cubicBezTo>
                    <a:pt x="271763" y="127438"/>
                    <a:pt x="273160" y="120453"/>
                    <a:pt x="271763" y="107880"/>
                  </a:cubicBezTo>
                  <a:cubicBezTo>
                    <a:pt x="259190" y="46412"/>
                    <a:pt x="232647" y="17075"/>
                    <a:pt x="178164" y="3104"/>
                  </a:cubicBezTo>
                  <a:cubicBezTo>
                    <a:pt x="154415" y="-3881"/>
                    <a:pt x="136254" y="3104"/>
                    <a:pt x="113902" y="3104"/>
                  </a:cubicBezTo>
                  <a:cubicBezTo>
                    <a:pt x="92947" y="5898"/>
                    <a:pt x="88756" y="14281"/>
                    <a:pt x="71992" y="19869"/>
                  </a:cubicBezTo>
                  <a:lnTo>
                    <a:pt x="65007" y="22663"/>
                  </a:lnTo>
                  <a:cubicBezTo>
                    <a:pt x="53831" y="28251"/>
                    <a:pt x="48243" y="31044"/>
                    <a:pt x="44052" y="35235"/>
                  </a:cubicBezTo>
                  <a:lnTo>
                    <a:pt x="35670" y="40823"/>
                  </a:lnTo>
                  <a:lnTo>
                    <a:pt x="25891" y="50603"/>
                  </a:lnTo>
                  <a:cubicBezTo>
                    <a:pt x="-2049" y="105085"/>
                    <a:pt x="-3446" y="140011"/>
                    <a:pt x="3539" y="198685"/>
                  </a:cubicBezTo>
                  <a:lnTo>
                    <a:pt x="11921" y="221037"/>
                  </a:lnTo>
                  <a:cubicBezTo>
                    <a:pt x="27288" y="258756"/>
                    <a:pt x="45449" y="288093"/>
                    <a:pt x="73389" y="316033"/>
                  </a:cubicBezTo>
                  <a:cubicBezTo>
                    <a:pt x="97138" y="327209"/>
                    <a:pt x="118093" y="330003"/>
                    <a:pt x="146033" y="330003"/>
                  </a:cubicBezTo>
                  <a:cubicBezTo>
                    <a:pt x="157209" y="327209"/>
                    <a:pt x="166988" y="325812"/>
                    <a:pt x="179561" y="324415"/>
                  </a:cubicBezTo>
                  <a:cubicBezTo>
                    <a:pt x="191667" y="319754"/>
                    <a:pt x="198188" y="316960"/>
                    <a:pt x="199119" y="316033"/>
                  </a:cubicBezTo>
                  <a:cubicBezTo>
                    <a:pt x="211692" y="309048"/>
                    <a:pt x="218677" y="304857"/>
                    <a:pt x="224265" y="297872"/>
                  </a:cubicBezTo>
                  <a:cubicBezTo>
                    <a:pt x="227059" y="295078"/>
                    <a:pt x="229853" y="292284"/>
                    <a:pt x="232647" y="288093"/>
                  </a:cubicBezTo>
                  <a:lnTo>
                    <a:pt x="242426" y="276917"/>
                  </a:lnTo>
                  <a:cubicBezTo>
                    <a:pt x="263381" y="248977"/>
                    <a:pt x="274557" y="205669"/>
                    <a:pt x="275954" y="167951"/>
                  </a:cubicBezTo>
                  <a:cubicBezTo>
                    <a:pt x="275954" y="163760"/>
                    <a:pt x="275954" y="158172"/>
                    <a:pt x="274557" y="153981"/>
                  </a:cubicBezTo>
                  <a:lnTo>
                    <a:pt x="273160" y="140011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9AEE55BC-7648-481D-926C-23936F0C6AF5}"/>
                </a:ext>
              </a:extLst>
            </p:cNvPr>
            <p:cNvSpPr/>
            <p:nvPr/>
          </p:nvSpPr>
          <p:spPr>
            <a:xfrm>
              <a:off x="32015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DE26D887-8CB6-4A28-8450-8B23E4CC701E}"/>
                </a:ext>
              </a:extLst>
            </p:cNvPr>
            <p:cNvSpPr/>
            <p:nvPr/>
          </p:nvSpPr>
          <p:spPr>
            <a:xfrm>
              <a:off x="3175000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8545488-188F-4C66-8F13-B76DF88801F5}"/>
                </a:ext>
              </a:extLst>
            </p:cNvPr>
            <p:cNvSpPr/>
            <p:nvPr/>
          </p:nvSpPr>
          <p:spPr>
            <a:xfrm>
              <a:off x="2553296" y="4740721"/>
              <a:ext cx="329857" cy="382964"/>
            </a:xfrm>
            <a:custGeom>
              <a:avLst/>
              <a:gdLst>
                <a:gd name="connsiteX0" fmla="*/ 325666 w 329857"/>
                <a:gd name="connsiteY0" fmla="*/ 163384 h 382964"/>
                <a:gd name="connsiteX1" fmla="*/ 324269 w 329857"/>
                <a:gd name="connsiteY1" fmla="*/ 131253 h 382964"/>
                <a:gd name="connsiteX2" fmla="*/ 211112 w 329857"/>
                <a:gd name="connsiteY2" fmla="*/ 4126 h 382964"/>
                <a:gd name="connsiteX3" fmla="*/ 139865 w 329857"/>
                <a:gd name="connsiteY3" fmla="*/ 2729 h 382964"/>
                <a:gd name="connsiteX4" fmla="*/ 88176 w 329857"/>
                <a:gd name="connsiteY4" fmla="*/ 20889 h 382964"/>
                <a:gd name="connsiteX5" fmla="*/ 81191 w 329857"/>
                <a:gd name="connsiteY5" fmla="*/ 23683 h 382964"/>
                <a:gd name="connsiteX6" fmla="*/ 74206 w 329857"/>
                <a:gd name="connsiteY6" fmla="*/ 27874 h 382964"/>
                <a:gd name="connsiteX7" fmla="*/ 63030 w 329857"/>
                <a:gd name="connsiteY7" fmla="*/ 33463 h 382964"/>
                <a:gd name="connsiteX8" fmla="*/ 53251 w 329857"/>
                <a:gd name="connsiteY8" fmla="*/ 40448 h 382964"/>
                <a:gd name="connsiteX9" fmla="*/ 46266 w 329857"/>
                <a:gd name="connsiteY9" fmla="*/ 46036 h 382964"/>
                <a:gd name="connsiteX10" fmla="*/ 37884 w 329857"/>
                <a:gd name="connsiteY10" fmla="*/ 51624 h 382964"/>
                <a:gd name="connsiteX11" fmla="*/ 25311 w 329857"/>
                <a:gd name="connsiteY11" fmla="*/ 68388 h 382964"/>
                <a:gd name="connsiteX12" fmla="*/ 7150 w 329857"/>
                <a:gd name="connsiteY12" fmla="*/ 229043 h 382964"/>
                <a:gd name="connsiteX13" fmla="*/ 5753 w 329857"/>
                <a:gd name="connsiteY13" fmla="*/ 240219 h 382964"/>
                <a:gd name="connsiteX14" fmla="*/ 12738 w 329857"/>
                <a:gd name="connsiteY14" fmla="*/ 256983 h 382964"/>
                <a:gd name="connsiteX15" fmla="*/ 85382 w 329857"/>
                <a:gd name="connsiteY15" fmla="*/ 364552 h 382964"/>
                <a:gd name="connsiteX16" fmla="*/ 177584 w 329857"/>
                <a:gd name="connsiteY16" fmla="*/ 382713 h 382964"/>
                <a:gd name="connsiteX17" fmla="*/ 213906 w 329857"/>
                <a:gd name="connsiteY17" fmla="*/ 375728 h 382964"/>
                <a:gd name="connsiteX18" fmla="*/ 223685 w 329857"/>
                <a:gd name="connsiteY18" fmla="*/ 370140 h 382964"/>
                <a:gd name="connsiteX19" fmla="*/ 241846 w 329857"/>
                <a:gd name="connsiteY19" fmla="*/ 363155 h 382964"/>
                <a:gd name="connsiteX20" fmla="*/ 280962 w 329857"/>
                <a:gd name="connsiteY20" fmla="*/ 331024 h 382964"/>
                <a:gd name="connsiteX21" fmla="*/ 289344 w 329857"/>
                <a:gd name="connsiteY21" fmla="*/ 319848 h 382964"/>
                <a:gd name="connsiteX22" fmla="*/ 329857 w 329857"/>
                <a:gd name="connsiteY22" fmla="*/ 195515 h 382964"/>
                <a:gd name="connsiteX23" fmla="*/ 327063 w 329857"/>
                <a:gd name="connsiteY23" fmla="*/ 175957 h 382964"/>
                <a:gd name="connsiteX24" fmla="*/ 325666 w 329857"/>
                <a:gd name="connsiteY24" fmla="*/ 163384 h 382964"/>
                <a:gd name="connsiteX25" fmla="*/ 268389 w 329857"/>
                <a:gd name="connsiteY25" fmla="*/ 303084 h 382964"/>
                <a:gd name="connsiteX26" fmla="*/ 258610 w 329857"/>
                <a:gd name="connsiteY26" fmla="*/ 314260 h 382964"/>
                <a:gd name="connsiteX27" fmla="*/ 250228 w 329857"/>
                <a:gd name="connsiteY27" fmla="*/ 324039 h 382964"/>
                <a:gd name="connsiteX28" fmla="*/ 225082 w 329857"/>
                <a:gd name="connsiteY28" fmla="*/ 342200 h 382964"/>
                <a:gd name="connsiteX29" fmla="*/ 205524 w 329857"/>
                <a:gd name="connsiteY29" fmla="*/ 350582 h 382964"/>
                <a:gd name="connsiteX30" fmla="*/ 171996 w 329857"/>
                <a:gd name="connsiteY30" fmla="*/ 356170 h 382964"/>
                <a:gd name="connsiteX31" fmla="*/ 99352 w 329857"/>
                <a:gd name="connsiteY31" fmla="*/ 342200 h 382964"/>
                <a:gd name="connsiteX32" fmla="*/ 37884 w 329857"/>
                <a:gd name="connsiteY32" fmla="*/ 247204 h 382964"/>
                <a:gd name="connsiteX33" fmla="*/ 29502 w 329857"/>
                <a:gd name="connsiteY33" fmla="*/ 224852 h 382964"/>
                <a:gd name="connsiteX34" fmla="*/ 51854 w 329857"/>
                <a:gd name="connsiteY34" fmla="*/ 76770 h 382964"/>
                <a:gd name="connsiteX35" fmla="*/ 61633 w 329857"/>
                <a:gd name="connsiteY35" fmla="*/ 66991 h 382964"/>
                <a:gd name="connsiteX36" fmla="*/ 70015 w 329857"/>
                <a:gd name="connsiteY36" fmla="*/ 61402 h 382964"/>
                <a:gd name="connsiteX37" fmla="*/ 90970 w 329857"/>
                <a:gd name="connsiteY37" fmla="*/ 48830 h 382964"/>
                <a:gd name="connsiteX38" fmla="*/ 97955 w 329857"/>
                <a:gd name="connsiteY38" fmla="*/ 46036 h 382964"/>
                <a:gd name="connsiteX39" fmla="*/ 139865 w 329857"/>
                <a:gd name="connsiteY39" fmla="*/ 29271 h 382964"/>
                <a:gd name="connsiteX40" fmla="*/ 204127 w 329857"/>
                <a:gd name="connsiteY40" fmla="*/ 29271 h 382964"/>
                <a:gd name="connsiteX41" fmla="*/ 297726 w 329857"/>
                <a:gd name="connsiteY41" fmla="*/ 134047 h 382964"/>
                <a:gd name="connsiteX42" fmla="*/ 299123 w 329857"/>
                <a:gd name="connsiteY42" fmla="*/ 166178 h 382964"/>
                <a:gd name="connsiteX43" fmla="*/ 300520 w 329857"/>
                <a:gd name="connsiteY43" fmla="*/ 180148 h 382964"/>
                <a:gd name="connsiteX44" fmla="*/ 301917 w 329857"/>
                <a:gd name="connsiteY44" fmla="*/ 194118 h 382964"/>
                <a:gd name="connsiteX45" fmla="*/ 268389 w 329857"/>
                <a:gd name="connsiteY45" fmla="*/ 303084 h 3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29857" h="382964">
                  <a:moveTo>
                    <a:pt x="325666" y="163384"/>
                  </a:moveTo>
                  <a:cubicBezTo>
                    <a:pt x="325666" y="152208"/>
                    <a:pt x="325666" y="143826"/>
                    <a:pt x="324269" y="131253"/>
                  </a:cubicBezTo>
                  <a:cubicBezTo>
                    <a:pt x="310299" y="60005"/>
                    <a:pt x="276771" y="19493"/>
                    <a:pt x="211112" y="4126"/>
                  </a:cubicBezTo>
                  <a:cubicBezTo>
                    <a:pt x="185966" y="-4257"/>
                    <a:pt x="163614" y="2729"/>
                    <a:pt x="139865" y="2729"/>
                  </a:cubicBezTo>
                  <a:cubicBezTo>
                    <a:pt x="109131" y="5523"/>
                    <a:pt x="110528" y="13905"/>
                    <a:pt x="88176" y="20889"/>
                  </a:cubicBezTo>
                  <a:lnTo>
                    <a:pt x="81191" y="23683"/>
                  </a:lnTo>
                  <a:lnTo>
                    <a:pt x="74206" y="27874"/>
                  </a:lnTo>
                  <a:cubicBezTo>
                    <a:pt x="70015" y="29271"/>
                    <a:pt x="65824" y="30669"/>
                    <a:pt x="63030" y="33463"/>
                  </a:cubicBezTo>
                  <a:lnTo>
                    <a:pt x="53251" y="40448"/>
                  </a:lnTo>
                  <a:lnTo>
                    <a:pt x="46266" y="46036"/>
                  </a:lnTo>
                  <a:lnTo>
                    <a:pt x="37884" y="51624"/>
                  </a:lnTo>
                  <a:cubicBezTo>
                    <a:pt x="32296" y="55814"/>
                    <a:pt x="28105" y="62799"/>
                    <a:pt x="25311" y="68388"/>
                  </a:cubicBezTo>
                  <a:cubicBezTo>
                    <a:pt x="-2629" y="129856"/>
                    <a:pt x="-5423" y="163384"/>
                    <a:pt x="7150" y="229043"/>
                  </a:cubicBezTo>
                  <a:cubicBezTo>
                    <a:pt x="4356" y="229043"/>
                    <a:pt x="2959" y="231837"/>
                    <a:pt x="5753" y="240219"/>
                  </a:cubicBezTo>
                  <a:lnTo>
                    <a:pt x="12738" y="256983"/>
                  </a:lnTo>
                  <a:cubicBezTo>
                    <a:pt x="29502" y="297496"/>
                    <a:pt x="50457" y="332421"/>
                    <a:pt x="85382" y="364552"/>
                  </a:cubicBezTo>
                  <a:cubicBezTo>
                    <a:pt x="116116" y="379919"/>
                    <a:pt x="142659" y="384110"/>
                    <a:pt x="177584" y="382713"/>
                  </a:cubicBezTo>
                  <a:cubicBezTo>
                    <a:pt x="188760" y="379919"/>
                    <a:pt x="198539" y="377125"/>
                    <a:pt x="213906" y="375728"/>
                  </a:cubicBezTo>
                  <a:cubicBezTo>
                    <a:pt x="218097" y="374331"/>
                    <a:pt x="220891" y="372934"/>
                    <a:pt x="223685" y="370140"/>
                  </a:cubicBezTo>
                  <a:cubicBezTo>
                    <a:pt x="232067" y="370140"/>
                    <a:pt x="237655" y="367346"/>
                    <a:pt x="241846" y="363155"/>
                  </a:cubicBezTo>
                  <a:cubicBezTo>
                    <a:pt x="257213" y="356170"/>
                    <a:pt x="269786" y="344994"/>
                    <a:pt x="280962" y="331024"/>
                  </a:cubicBezTo>
                  <a:lnTo>
                    <a:pt x="289344" y="319848"/>
                  </a:lnTo>
                  <a:cubicBezTo>
                    <a:pt x="315887" y="286320"/>
                    <a:pt x="327063" y="234631"/>
                    <a:pt x="329857" y="195515"/>
                  </a:cubicBezTo>
                  <a:cubicBezTo>
                    <a:pt x="329857" y="188530"/>
                    <a:pt x="328460" y="181545"/>
                    <a:pt x="327063" y="175957"/>
                  </a:cubicBezTo>
                  <a:lnTo>
                    <a:pt x="325666" y="163384"/>
                  </a:lnTo>
                  <a:close/>
                  <a:moveTo>
                    <a:pt x="268389" y="303084"/>
                  </a:moveTo>
                  <a:lnTo>
                    <a:pt x="258610" y="314260"/>
                  </a:lnTo>
                  <a:cubicBezTo>
                    <a:pt x="255816" y="318451"/>
                    <a:pt x="253022" y="321245"/>
                    <a:pt x="250228" y="324039"/>
                  </a:cubicBezTo>
                  <a:cubicBezTo>
                    <a:pt x="244640" y="331024"/>
                    <a:pt x="237655" y="335215"/>
                    <a:pt x="225082" y="342200"/>
                  </a:cubicBezTo>
                  <a:cubicBezTo>
                    <a:pt x="224151" y="343127"/>
                    <a:pt x="217631" y="345921"/>
                    <a:pt x="205524" y="350582"/>
                  </a:cubicBezTo>
                  <a:cubicBezTo>
                    <a:pt x="192951" y="351979"/>
                    <a:pt x="183172" y="353376"/>
                    <a:pt x="171996" y="356170"/>
                  </a:cubicBezTo>
                  <a:cubicBezTo>
                    <a:pt x="144056" y="356170"/>
                    <a:pt x="123101" y="353376"/>
                    <a:pt x="99352" y="342200"/>
                  </a:cubicBezTo>
                  <a:cubicBezTo>
                    <a:pt x="71412" y="314260"/>
                    <a:pt x="53251" y="284923"/>
                    <a:pt x="37884" y="247204"/>
                  </a:cubicBezTo>
                  <a:lnTo>
                    <a:pt x="29502" y="224852"/>
                  </a:lnTo>
                  <a:cubicBezTo>
                    <a:pt x="22517" y="166178"/>
                    <a:pt x="23914" y="131253"/>
                    <a:pt x="51854" y="76770"/>
                  </a:cubicBezTo>
                  <a:lnTo>
                    <a:pt x="61633" y="66991"/>
                  </a:lnTo>
                  <a:lnTo>
                    <a:pt x="70015" y="61402"/>
                  </a:lnTo>
                  <a:cubicBezTo>
                    <a:pt x="74206" y="57211"/>
                    <a:pt x="79794" y="54418"/>
                    <a:pt x="90970" y="48830"/>
                  </a:cubicBezTo>
                  <a:lnTo>
                    <a:pt x="97955" y="46036"/>
                  </a:lnTo>
                  <a:cubicBezTo>
                    <a:pt x="114719" y="40448"/>
                    <a:pt x="118910" y="32066"/>
                    <a:pt x="139865" y="29271"/>
                  </a:cubicBezTo>
                  <a:cubicBezTo>
                    <a:pt x="162217" y="29271"/>
                    <a:pt x="180378" y="22286"/>
                    <a:pt x="204127" y="29271"/>
                  </a:cubicBezTo>
                  <a:cubicBezTo>
                    <a:pt x="258610" y="43242"/>
                    <a:pt x="285153" y="72579"/>
                    <a:pt x="297726" y="134047"/>
                  </a:cubicBezTo>
                  <a:cubicBezTo>
                    <a:pt x="299123" y="146620"/>
                    <a:pt x="297726" y="153605"/>
                    <a:pt x="299123" y="166178"/>
                  </a:cubicBezTo>
                  <a:lnTo>
                    <a:pt x="300520" y="180148"/>
                  </a:lnTo>
                  <a:cubicBezTo>
                    <a:pt x="301917" y="184339"/>
                    <a:pt x="301917" y="189927"/>
                    <a:pt x="301917" y="194118"/>
                  </a:cubicBezTo>
                  <a:cubicBezTo>
                    <a:pt x="300520" y="231837"/>
                    <a:pt x="289344" y="275144"/>
                    <a:pt x="268389" y="303084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157C7899-3359-4509-8830-2EA6BFB725E7}"/>
                </a:ext>
              </a:extLst>
            </p:cNvPr>
            <p:cNvSpPr/>
            <p:nvPr/>
          </p:nvSpPr>
          <p:spPr>
            <a:xfrm>
              <a:off x="2349476" y="4261484"/>
              <a:ext cx="725066" cy="1017365"/>
            </a:xfrm>
            <a:custGeom>
              <a:avLst/>
              <a:gdLst>
                <a:gd name="connsiteX0" fmla="*/ 723670 w 725066"/>
                <a:gd name="connsiteY0" fmla="*/ 627253 h 1017365"/>
                <a:gd name="connsiteX1" fmla="*/ 677569 w 725066"/>
                <a:gd name="connsiteY1" fmla="*/ 467995 h 1017365"/>
                <a:gd name="connsiteX2" fmla="*/ 653820 w 725066"/>
                <a:gd name="connsiteY2" fmla="*/ 437261 h 1017365"/>
                <a:gd name="connsiteX3" fmla="*/ 603528 w 725066"/>
                <a:gd name="connsiteY3" fmla="*/ 388366 h 1017365"/>
                <a:gd name="connsiteX4" fmla="*/ 571397 w 725066"/>
                <a:gd name="connsiteY4" fmla="*/ 371602 h 1017365"/>
                <a:gd name="connsiteX5" fmla="*/ 514120 w 725066"/>
                <a:gd name="connsiteY5" fmla="*/ 350647 h 1017365"/>
                <a:gd name="connsiteX6" fmla="*/ 459637 w 725066"/>
                <a:gd name="connsiteY6" fmla="*/ 335280 h 1017365"/>
                <a:gd name="connsiteX7" fmla="*/ 451255 w 725066"/>
                <a:gd name="connsiteY7" fmla="*/ 333883 h 1017365"/>
                <a:gd name="connsiteX8" fmla="*/ 441476 w 725066"/>
                <a:gd name="connsiteY8" fmla="*/ 329692 h 1017365"/>
                <a:gd name="connsiteX9" fmla="*/ 346480 w 725066"/>
                <a:gd name="connsiteY9" fmla="*/ 336677 h 1017365"/>
                <a:gd name="connsiteX10" fmla="*/ 310158 w 725066"/>
                <a:gd name="connsiteY10" fmla="*/ 346456 h 1017365"/>
                <a:gd name="connsiteX11" fmla="*/ 286409 w 725066"/>
                <a:gd name="connsiteY11" fmla="*/ 356235 h 1017365"/>
                <a:gd name="connsiteX12" fmla="*/ 275233 w 725066"/>
                <a:gd name="connsiteY12" fmla="*/ 366014 h 1017365"/>
                <a:gd name="connsiteX13" fmla="*/ 234720 w 725066"/>
                <a:gd name="connsiteY13" fmla="*/ 396748 h 1017365"/>
                <a:gd name="connsiteX14" fmla="*/ 227735 w 725066"/>
                <a:gd name="connsiteY14" fmla="*/ 402336 h 1017365"/>
                <a:gd name="connsiteX15" fmla="*/ 217956 w 725066"/>
                <a:gd name="connsiteY15" fmla="*/ 407924 h 1017365"/>
                <a:gd name="connsiteX16" fmla="*/ 219353 w 725066"/>
                <a:gd name="connsiteY16" fmla="*/ 392557 h 1017365"/>
                <a:gd name="connsiteX17" fmla="*/ 220750 w 725066"/>
                <a:gd name="connsiteY17" fmla="*/ 382778 h 1017365"/>
                <a:gd name="connsiteX18" fmla="*/ 222147 w 725066"/>
                <a:gd name="connsiteY18" fmla="*/ 374396 h 1017365"/>
                <a:gd name="connsiteX19" fmla="*/ 223544 w 725066"/>
                <a:gd name="connsiteY19" fmla="*/ 367411 h 1017365"/>
                <a:gd name="connsiteX20" fmla="*/ 227735 w 725066"/>
                <a:gd name="connsiteY20" fmla="*/ 353441 h 1017365"/>
                <a:gd name="connsiteX21" fmla="*/ 248690 w 725066"/>
                <a:gd name="connsiteY21" fmla="*/ 275209 h 1017365"/>
                <a:gd name="connsiteX22" fmla="*/ 257072 w 725066"/>
                <a:gd name="connsiteY22" fmla="*/ 262636 h 1017365"/>
                <a:gd name="connsiteX23" fmla="*/ 273836 w 725066"/>
                <a:gd name="connsiteY23" fmla="*/ 237490 h 1017365"/>
                <a:gd name="connsiteX24" fmla="*/ 278027 w 725066"/>
                <a:gd name="connsiteY24" fmla="*/ 227711 h 1017365"/>
                <a:gd name="connsiteX25" fmla="*/ 289203 w 725066"/>
                <a:gd name="connsiteY25" fmla="*/ 210947 h 1017365"/>
                <a:gd name="connsiteX26" fmla="*/ 303173 w 725066"/>
                <a:gd name="connsiteY26" fmla="*/ 202565 h 1017365"/>
                <a:gd name="connsiteX27" fmla="*/ 310158 w 725066"/>
                <a:gd name="connsiteY27" fmla="*/ 195580 h 1017365"/>
                <a:gd name="connsiteX28" fmla="*/ 342289 w 725066"/>
                <a:gd name="connsiteY28" fmla="*/ 178816 h 1017365"/>
                <a:gd name="connsiteX29" fmla="*/ 349274 w 725066"/>
                <a:gd name="connsiteY29" fmla="*/ 173228 h 1017365"/>
                <a:gd name="connsiteX30" fmla="*/ 356259 w 725066"/>
                <a:gd name="connsiteY30" fmla="*/ 171831 h 1017365"/>
                <a:gd name="connsiteX31" fmla="*/ 371626 w 725066"/>
                <a:gd name="connsiteY31" fmla="*/ 170434 h 1017365"/>
                <a:gd name="connsiteX32" fmla="*/ 434491 w 725066"/>
                <a:gd name="connsiteY32" fmla="*/ 163449 h 1017365"/>
                <a:gd name="connsiteX33" fmla="*/ 475004 w 725066"/>
                <a:gd name="connsiteY33" fmla="*/ 194183 h 1017365"/>
                <a:gd name="connsiteX34" fmla="*/ 522502 w 725066"/>
                <a:gd name="connsiteY34" fmla="*/ 268224 h 1017365"/>
                <a:gd name="connsiteX35" fmla="*/ 533678 w 725066"/>
                <a:gd name="connsiteY35" fmla="*/ 272415 h 1017365"/>
                <a:gd name="connsiteX36" fmla="*/ 544854 w 725066"/>
                <a:gd name="connsiteY36" fmla="*/ 273812 h 1017365"/>
                <a:gd name="connsiteX37" fmla="*/ 575588 w 725066"/>
                <a:gd name="connsiteY37" fmla="*/ 273812 h 1017365"/>
                <a:gd name="connsiteX38" fmla="*/ 607719 w 725066"/>
                <a:gd name="connsiteY38" fmla="*/ 271018 h 1017365"/>
                <a:gd name="connsiteX39" fmla="*/ 691539 w 725066"/>
                <a:gd name="connsiteY39" fmla="*/ 275209 h 1017365"/>
                <a:gd name="connsiteX40" fmla="*/ 709700 w 725066"/>
                <a:gd name="connsiteY40" fmla="*/ 264033 h 1017365"/>
                <a:gd name="connsiteX41" fmla="*/ 667790 w 725066"/>
                <a:gd name="connsiteY41" fmla="*/ 132715 h 1017365"/>
                <a:gd name="connsiteX42" fmla="*/ 597940 w 725066"/>
                <a:gd name="connsiteY42" fmla="*/ 64262 h 1017365"/>
                <a:gd name="connsiteX43" fmla="*/ 586764 w 725066"/>
                <a:gd name="connsiteY43" fmla="*/ 53086 h 1017365"/>
                <a:gd name="connsiteX44" fmla="*/ 564412 w 725066"/>
                <a:gd name="connsiteY44" fmla="*/ 43307 h 1017365"/>
                <a:gd name="connsiteX45" fmla="*/ 544854 w 725066"/>
                <a:gd name="connsiteY45" fmla="*/ 33528 h 1017365"/>
                <a:gd name="connsiteX46" fmla="*/ 523899 w 725066"/>
                <a:gd name="connsiteY46" fmla="*/ 25146 h 1017365"/>
                <a:gd name="connsiteX47" fmla="*/ 493165 w 725066"/>
                <a:gd name="connsiteY47" fmla="*/ 16764 h 1017365"/>
                <a:gd name="connsiteX48" fmla="*/ 448461 w 725066"/>
                <a:gd name="connsiteY48" fmla="*/ 8382 h 1017365"/>
                <a:gd name="connsiteX49" fmla="*/ 305967 w 725066"/>
                <a:gd name="connsiteY49" fmla="*/ 0 h 1017365"/>
                <a:gd name="connsiteX50" fmla="*/ 252881 w 725066"/>
                <a:gd name="connsiteY50" fmla="*/ 11176 h 1017365"/>
                <a:gd name="connsiteX51" fmla="*/ 194207 w 725066"/>
                <a:gd name="connsiteY51" fmla="*/ 40513 h 1017365"/>
                <a:gd name="connsiteX52" fmla="*/ 181634 w 725066"/>
                <a:gd name="connsiteY52" fmla="*/ 47498 h 1017365"/>
                <a:gd name="connsiteX53" fmla="*/ 171855 w 725066"/>
                <a:gd name="connsiteY53" fmla="*/ 53086 h 1017365"/>
                <a:gd name="connsiteX54" fmla="*/ 125754 w 725066"/>
                <a:gd name="connsiteY54" fmla="*/ 96393 h 1017365"/>
                <a:gd name="connsiteX55" fmla="*/ 78256 w 725066"/>
                <a:gd name="connsiteY55" fmla="*/ 176022 h 1017365"/>
                <a:gd name="connsiteX56" fmla="*/ 27964 w 725066"/>
                <a:gd name="connsiteY56" fmla="*/ 307340 h 1017365"/>
                <a:gd name="connsiteX57" fmla="*/ 25170 w 725066"/>
                <a:gd name="connsiteY57" fmla="*/ 318516 h 1017365"/>
                <a:gd name="connsiteX58" fmla="*/ 22376 w 725066"/>
                <a:gd name="connsiteY58" fmla="*/ 325501 h 1017365"/>
                <a:gd name="connsiteX59" fmla="*/ 20979 w 725066"/>
                <a:gd name="connsiteY59" fmla="*/ 332486 h 1017365"/>
                <a:gd name="connsiteX60" fmla="*/ 13994 w 725066"/>
                <a:gd name="connsiteY60" fmla="*/ 385572 h 1017365"/>
                <a:gd name="connsiteX61" fmla="*/ 1421 w 725066"/>
                <a:gd name="connsiteY61" fmla="*/ 583946 h 1017365"/>
                <a:gd name="connsiteX62" fmla="*/ 2818 w 725066"/>
                <a:gd name="connsiteY62" fmla="*/ 600710 h 1017365"/>
                <a:gd name="connsiteX63" fmla="*/ 4215 w 725066"/>
                <a:gd name="connsiteY63" fmla="*/ 607695 h 1017365"/>
                <a:gd name="connsiteX64" fmla="*/ 18185 w 725066"/>
                <a:gd name="connsiteY64" fmla="*/ 698500 h 1017365"/>
                <a:gd name="connsiteX65" fmla="*/ 22376 w 725066"/>
                <a:gd name="connsiteY65" fmla="*/ 708279 h 1017365"/>
                <a:gd name="connsiteX66" fmla="*/ 43331 w 725066"/>
                <a:gd name="connsiteY66" fmla="*/ 772541 h 1017365"/>
                <a:gd name="connsiteX67" fmla="*/ 47522 w 725066"/>
                <a:gd name="connsiteY67" fmla="*/ 782320 h 1017365"/>
                <a:gd name="connsiteX68" fmla="*/ 104799 w 725066"/>
                <a:gd name="connsiteY68" fmla="*/ 887095 h 1017365"/>
                <a:gd name="connsiteX69" fmla="*/ 114578 w 725066"/>
                <a:gd name="connsiteY69" fmla="*/ 896874 h 1017365"/>
                <a:gd name="connsiteX70" fmla="*/ 124357 w 725066"/>
                <a:gd name="connsiteY70" fmla="*/ 905256 h 1017365"/>
                <a:gd name="connsiteX71" fmla="*/ 146709 w 725066"/>
                <a:gd name="connsiteY71" fmla="*/ 927608 h 1017365"/>
                <a:gd name="connsiteX72" fmla="*/ 231926 w 725066"/>
                <a:gd name="connsiteY72" fmla="*/ 986282 h 1017365"/>
                <a:gd name="connsiteX73" fmla="*/ 238911 w 725066"/>
                <a:gd name="connsiteY73" fmla="*/ 987679 h 1017365"/>
                <a:gd name="connsiteX74" fmla="*/ 290600 w 725066"/>
                <a:gd name="connsiteY74" fmla="*/ 1007237 h 1017365"/>
                <a:gd name="connsiteX75" fmla="*/ 303173 w 725066"/>
                <a:gd name="connsiteY75" fmla="*/ 1011428 h 1017365"/>
                <a:gd name="connsiteX76" fmla="*/ 343686 w 725066"/>
                <a:gd name="connsiteY76" fmla="*/ 1015619 h 1017365"/>
                <a:gd name="connsiteX77" fmla="*/ 410742 w 725066"/>
                <a:gd name="connsiteY77" fmla="*/ 1017016 h 1017365"/>
                <a:gd name="connsiteX78" fmla="*/ 508532 w 725066"/>
                <a:gd name="connsiteY78" fmla="*/ 996061 h 1017365"/>
                <a:gd name="connsiteX79" fmla="*/ 528090 w 725066"/>
                <a:gd name="connsiteY79" fmla="*/ 991870 h 1017365"/>
                <a:gd name="connsiteX80" fmla="*/ 536472 w 725066"/>
                <a:gd name="connsiteY80" fmla="*/ 986282 h 1017365"/>
                <a:gd name="connsiteX81" fmla="*/ 556030 w 725066"/>
                <a:gd name="connsiteY81" fmla="*/ 970915 h 1017365"/>
                <a:gd name="connsiteX82" fmla="*/ 565809 w 725066"/>
                <a:gd name="connsiteY82" fmla="*/ 968121 h 1017365"/>
                <a:gd name="connsiteX83" fmla="*/ 581176 w 725066"/>
                <a:gd name="connsiteY83" fmla="*/ 955548 h 1017365"/>
                <a:gd name="connsiteX84" fmla="*/ 593749 w 725066"/>
                <a:gd name="connsiteY84" fmla="*/ 949960 h 1017365"/>
                <a:gd name="connsiteX85" fmla="*/ 599337 w 725066"/>
                <a:gd name="connsiteY85" fmla="*/ 942975 h 1017365"/>
                <a:gd name="connsiteX86" fmla="*/ 610513 w 725066"/>
                <a:gd name="connsiteY86" fmla="*/ 931799 h 1017365"/>
                <a:gd name="connsiteX87" fmla="*/ 635659 w 725066"/>
                <a:gd name="connsiteY87" fmla="*/ 898271 h 1017365"/>
                <a:gd name="connsiteX88" fmla="*/ 669187 w 725066"/>
                <a:gd name="connsiteY88" fmla="*/ 852170 h 1017365"/>
                <a:gd name="connsiteX89" fmla="*/ 676172 w 725066"/>
                <a:gd name="connsiteY89" fmla="*/ 845185 h 1017365"/>
                <a:gd name="connsiteX90" fmla="*/ 719479 w 725066"/>
                <a:gd name="connsiteY90" fmla="*/ 690118 h 1017365"/>
                <a:gd name="connsiteX91" fmla="*/ 720876 w 725066"/>
                <a:gd name="connsiteY91" fmla="*/ 683133 h 1017365"/>
                <a:gd name="connsiteX92" fmla="*/ 722273 w 725066"/>
                <a:gd name="connsiteY92" fmla="*/ 669163 h 1017365"/>
                <a:gd name="connsiteX93" fmla="*/ 725067 w 725066"/>
                <a:gd name="connsiteY93" fmla="*/ 648208 h 1017365"/>
                <a:gd name="connsiteX94" fmla="*/ 723670 w 725066"/>
                <a:gd name="connsiteY94" fmla="*/ 634238 h 1017365"/>
                <a:gd name="connsiteX95" fmla="*/ 723670 w 725066"/>
                <a:gd name="connsiteY95" fmla="*/ 627253 h 1017365"/>
                <a:gd name="connsiteX96" fmla="*/ 695730 w 725066"/>
                <a:gd name="connsiteY96" fmla="*/ 666369 h 1017365"/>
                <a:gd name="connsiteX97" fmla="*/ 694333 w 725066"/>
                <a:gd name="connsiteY97" fmla="*/ 683133 h 1017365"/>
                <a:gd name="connsiteX98" fmla="*/ 692936 w 725066"/>
                <a:gd name="connsiteY98" fmla="*/ 685927 h 1017365"/>
                <a:gd name="connsiteX99" fmla="*/ 649629 w 725066"/>
                <a:gd name="connsiteY99" fmla="*/ 834009 h 1017365"/>
                <a:gd name="connsiteX100" fmla="*/ 613307 w 725066"/>
                <a:gd name="connsiteY100" fmla="*/ 881507 h 1017365"/>
                <a:gd name="connsiteX101" fmla="*/ 583970 w 725066"/>
                <a:gd name="connsiteY101" fmla="*/ 919226 h 1017365"/>
                <a:gd name="connsiteX102" fmla="*/ 575588 w 725066"/>
                <a:gd name="connsiteY102" fmla="*/ 929005 h 1017365"/>
                <a:gd name="connsiteX103" fmla="*/ 568603 w 725066"/>
                <a:gd name="connsiteY103" fmla="*/ 931799 h 1017365"/>
                <a:gd name="connsiteX104" fmla="*/ 560221 w 725066"/>
                <a:gd name="connsiteY104" fmla="*/ 937387 h 1017365"/>
                <a:gd name="connsiteX105" fmla="*/ 550442 w 725066"/>
                <a:gd name="connsiteY105" fmla="*/ 944372 h 1017365"/>
                <a:gd name="connsiteX106" fmla="*/ 543457 w 725066"/>
                <a:gd name="connsiteY106" fmla="*/ 947166 h 1017365"/>
                <a:gd name="connsiteX107" fmla="*/ 514120 w 725066"/>
                <a:gd name="connsiteY107" fmla="*/ 968121 h 1017365"/>
                <a:gd name="connsiteX108" fmla="*/ 501547 w 725066"/>
                <a:gd name="connsiteY108" fmla="*/ 969518 h 1017365"/>
                <a:gd name="connsiteX109" fmla="*/ 410742 w 725066"/>
                <a:gd name="connsiteY109" fmla="*/ 989076 h 1017365"/>
                <a:gd name="connsiteX110" fmla="*/ 349274 w 725066"/>
                <a:gd name="connsiteY110" fmla="*/ 989076 h 1017365"/>
                <a:gd name="connsiteX111" fmla="*/ 310158 w 725066"/>
                <a:gd name="connsiteY111" fmla="*/ 986282 h 1017365"/>
                <a:gd name="connsiteX112" fmla="*/ 297585 w 725066"/>
                <a:gd name="connsiteY112" fmla="*/ 982091 h 1017365"/>
                <a:gd name="connsiteX113" fmla="*/ 279424 w 725066"/>
                <a:gd name="connsiteY113" fmla="*/ 976503 h 1017365"/>
                <a:gd name="connsiteX114" fmla="*/ 238911 w 725066"/>
                <a:gd name="connsiteY114" fmla="*/ 958342 h 1017365"/>
                <a:gd name="connsiteX115" fmla="*/ 163473 w 725066"/>
                <a:gd name="connsiteY115" fmla="*/ 906653 h 1017365"/>
                <a:gd name="connsiteX116" fmla="*/ 142518 w 725066"/>
                <a:gd name="connsiteY116" fmla="*/ 885698 h 1017365"/>
                <a:gd name="connsiteX117" fmla="*/ 132739 w 725066"/>
                <a:gd name="connsiteY117" fmla="*/ 877316 h 1017365"/>
                <a:gd name="connsiteX118" fmla="*/ 124357 w 725066"/>
                <a:gd name="connsiteY118" fmla="*/ 868934 h 1017365"/>
                <a:gd name="connsiteX119" fmla="*/ 72668 w 725066"/>
                <a:gd name="connsiteY119" fmla="*/ 773938 h 1017365"/>
                <a:gd name="connsiteX120" fmla="*/ 69874 w 725066"/>
                <a:gd name="connsiteY120" fmla="*/ 765556 h 1017365"/>
                <a:gd name="connsiteX121" fmla="*/ 48919 w 725066"/>
                <a:gd name="connsiteY121" fmla="*/ 702691 h 1017365"/>
                <a:gd name="connsiteX122" fmla="*/ 44728 w 725066"/>
                <a:gd name="connsiteY122" fmla="*/ 692912 h 1017365"/>
                <a:gd name="connsiteX123" fmla="*/ 30758 w 725066"/>
                <a:gd name="connsiteY123" fmla="*/ 603504 h 1017365"/>
                <a:gd name="connsiteX124" fmla="*/ 27964 w 725066"/>
                <a:gd name="connsiteY124" fmla="*/ 592328 h 1017365"/>
                <a:gd name="connsiteX125" fmla="*/ 27964 w 725066"/>
                <a:gd name="connsiteY125" fmla="*/ 583946 h 1017365"/>
                <a:gd name="connsiteX126" fmla="*/ 40537 w 725066"/>
                <a:gd name="connsiteY126" fmla="*/ 392557 h 1017365"/>
                <a:gd name="connsiteX127" fmla="*/ 41934 w 725066"/>
                <a:gd name="connsiteY127" fmla="*/ 382778 h 1017365"/>
                <a:gd name="connsiteX128" fmla="*/ 48919 w 725066"/>
                <a:gd name="connsiteY128" fmla="*/ 332486 h 1017365"/>
                <a:gd name="connsiteX129" fmla="*/ 50316 w 725066"/>
                <a:gd name="connsiteY129" fmla="*/ 326898 h 1017365"/>
                <a:gd name="connsiteX130" fmla="*/ 53110 w 725066"/>
                <a:gd name="connsiteY130" fmla="*/ 314325 h 1017365"/>
                <a:gd name="connsiteX131" fmla="*/ 102005 w 725066"/>
                <a:gd name="connsiteY131" fmla="*/ 187198 h 1017365"/>
                <a:gd name="connsiteX132" fmla="*/ 148106 w 725066"/>
                <a:gd name="connsiteY132" fmla="*/ 111760 h 1017365"/>
                <a:gd name="connsiteX133" fmla="*/ 184428 w 725066"/>
                <a:gd name="connsiteY133" fmla="*/ 78232 h 1017365"/>
                <a:gd name="connsiteX134" fmla="*/ 199795 w 725066"/>
                <a:gd name="connsiteY134" fmla="*/ 68453 h 1017365"/>
                <a:gd name="connsiteX135" fmla="*/ 209574 w 725066"/>
                <a:gd name="connsiteY135" fmla="*/ 62865 h 1017365"/>
                <a:gd name="connsiteX136" fmla="*/ 261263 w 725066"/>
                <a:gd name="connsiteY136" fmla="*/ 36322 h 1017365"/>
                <a:gd name="connsiteX137" fmla="*/ 305967 w 725066"/>
                <a:gd name="connsiteY137" fmla="*/ 26543 h 1017365"/>
                <a:gd name="connsiteX138" fmla="*/ 444270 w 725066"/>
                <a:gd name="connsiteY138" fmla="*/ 34925 h 1017365"/>
                <a:gd name="connsiteX139" fmla="*/ 458240 w 725066"/>
                <a:gd name="connsiteY139" fmla="*/ 37719 h 1017365"/>
                <a:gd name="connsiteX140" fmla="*/ 470813 w 725066"/>
                <a:gd name="connsiteY140" fmla="*/ 40513 h 1017365"/>
                <a:gd name="connsiteX141" fmla="*/ 480592 w 725066"/>
                <a:gd name="connsiteY141" fmla="*/ 41910 h 1017365"/>
                <a:gd name="connsiteX142" fmla="*/ 488974 w 725066"/>
                <a:gd name="connsiteY142" fmla="*/ 43307 h 1017365"/>
                <a:gd name="connsiteX143" fmla="*/ 516914 w 725066"/>
                <a:gd name="connsiteY143" fmla="*/ 50292 h 1017365"/>
                <a:gd name="connsiteX144" fmla="*/ 533678 w 725066"/>
                <a:gd name="connsiteY144" fmla="*/ 57277 h 1017365"/>
                <a:gd name="connsiteX145" fmla="*/ 554633 w 725066"/>
                <a:gd name="connsiteY145" fmla="*/ 68453 h 1017365"/>
                <a:gd name="connsiteX146" fmla="*/ 572794 w 725066"/>
                <a:gd name="connsiteY146" fmla="*/ 76835 h 1017365"/>
                <a:gd name="connsiteX147" fmla="*/ 590955 w 725066"/>
                <a:gd name="connsiteY147" fmla="*/ 90805 h 1017365"/>
                <a:gd name="connsiteX148" fmla="*/ 613307 w 725066"/>
                <a:gd name="connsiteY148" fmla="*/ 114554 h 1017365"/>
                <a:gd name="connsiteX149" fmla="*/ 645438 w 725066"/>
                <a:gd name="connsiteY149" fmla="*/ 148082 h 1017365"/>
                <a:gd name="connsiteX150" fmla="*/ 681760 w 725066"/>
                <a:gd name="connsiteY150" fmla="*/ 247269 h 1017365"/>
                <a:gd name="connsiteX151" fmla="*/ 651026 w 725066"/>
                <a:gd name="connsiteY151" fmla="*/ 245872 h 1017365"/>
                <a:gd name="connsiteX152" fmla="*/ 599337 w 725066"/>
                <a:gd name="connsiteY152" fmla="*/ 245872 h 1017365"/>
                <a:gd name="connsiteX153" fmla="*/ 574191 w 725066"/>
                <a:gd name="connsiteY153" fmla="*/ 247269 h 1017365"/>
                <a:gd name="connsiteX154" fmla="*/ 554633 w 725066"/>
                <a:gd name="connsiteY154" fmla="*/ 247269 h 1017365"/>
                <a:gd name="connsiteX155" fmla="*/ 547648 w 725066"/>
                <a:gd name="connsiteY155" fmla="*/ 245872 h 1017365"/>
                <a:gd name="connsiteX156" fmla="*/ 535075 w 725066"/>
                <a:gd name="connsiteY156" fmla="*/ 244475 h 1017365"/>
                <a:gd name="connsiteX157" fmla="*/ 494562 w 725066"/>
                <a:gd name="connsiteY157" fmla="*/ 176022 h 1017365"/>
                <a:gd name="connsiteX158" fmla="*/ 444270 w 725066"/>
                <a:gd name="connsiteY158" fmla="*/ 138303 h 1017365"/>
                <a:gd name="connsiteX159" fmla="*/ 370229 w 725066"/>
                <a:gd name="connsiteY159" fmla="*/ 143891 h 1017365"/>
                <a:gd name="connsiteX160" fmla="*/ 350671 w 725066"/>
                <a:gd name="connsiteY160" fmla="*/ 145288 h 1017365"/>
                <a:gd name="connsiteX161" fmla="*/ 342289 w 725066"/>
                <a:gd name="connsiteY161" fmla="*/ 148082 h 1017365"/>
                <a:gd name="connsiteX162" fmla="*/ 326922 w 725066"/>
                <a:gd name="connsiteY162" fmla="*/ 156464 h 1017365"/>
                <a:gd name="connsiteX163" fmla="*/ 291997 w 725066"/>
                <a:gd name="connsiteY163" fmla="*/ 176022 h 1017365"/>
                <a:gd name="connsiteX164" fmla="*/ 286409 w 725066"/>
                <a:gd name="connsiteY164" fmla="*/ 181610 h 1017365"/>
                <a:gd name="connsiteX165" fmla="*/ 273836 w 725066"/>
                <a:gd name="connsiteY165" fmla="*/ 189992 h 1017365"/>
                <a:gd name="connsiteX166" fmla="*/ 252881 w 725066"/>
                <a:gd name="connsiteY166" fmla="*/ 217932 h 1017365"/>
                <a:gd name="connsiteX167" fmla="*/ 248690 w 725066"/>
                <a:gd name="connsiteY167" fmla="*/ 227711 h 1017365"/>
                <a:gd name="connsiteX168" fmla="*/ 243102 w 725066"/>
                <a:gd name="connsiteY168" fmla="*/ 237490 h 1017365"/>
                <a:gd name="connsiteX169" fmla="*/ 236117 w 725066"/>
                <a:gd name="connsiteY169" fmla="*/ 245872 h 1017365"/>
                <a:gd name="connsiteX170" fmla="*/ 224941 w 725066"/>
                <a:gd name="connsiteY170" fmla="*/ 264033 h 1017365"/>
                <a:gd name="connsiteX171" fmla="*/ 219353 w 725066"/>
                <a:gd name="connsiteY171" fmla="*/ 275209 h 1017365"/>
                <a:gd name="connsiteX172" fmla="*/ 201192 w 725066"/>
                <a:gd name="connsiteY172" fmla="*/ 346456 h 1017365"/>
                <a:gd name="connsiteX173" fmla="*/ 197001 w 725066"/>
                <a:gd name="connsiteY173" fmla="*/ 370205 h 1017365"/>
                <a:gd name="connsiteX174" fmla="*/ 195604 w 725066"/>
                <a:gd name="connsiteY174" fmla="*/ 377190 h 1017365"/>
                <a:gd name="connsiteX175" fmla="*/ 192810 w 725066"/>
                <a:gd name="connsiteY175" fmla="*/ 386969 h 1017365"/>
                <a:gd name="connsiteX176" fmla="*/ 245896 w 725066"/>
                <a:gd name="connsiteY176" fmla="*/ 421894 h 1017365"/>
                <a:gd name="connsiteX177" fmla="*/ 252881 w 725066"/>
                <a:gd name="connsiteY177" fmla="*/ 416306 h 1017365"/>
                <a:gd name="connsiteX178" fmla="*/ 293394 w 725066"/>
                <a:gd name="connsiteY178" fmla="*/ 385572 h 1017365"/>
                <a:gd name="connsiteX179" fmla="*/ 301776 w 725066"/>
                <a:gd name="connsiteY179" fmla="*/ 377190 h 1017365"/>
                <a:gd name="connsiteX180" fmla="*/ 311555 w 725066"/>
                <a:gd name="connsiteY180" fmla="*/ 372999 h 1017365"/>
                <a:gd name="connsiteX181" fmla="*/ 333907 w 725066"/>
                <a:gd name="connsiteY181" fmla="*/ 367411 h 1017365"/>
                <a:gd name="connsiteX182" fmla="*/ 434491 w 725066"/>
                <a:gd name="connsiteY182" fmla="*/ 356235 h 1017365"/>
                <a:gd name="connsiteX183" fmla="*/ 445667 w 725066"/>
                <a:gd name="connsiteY183" fmla="*/ 360426 h 1017365"/>
                <a:gd name="connsiteX184" fmla="*/ 456843 w 725066"/>
                <a:gd name="connsiteY184" fmla="*/ 361823 h 1017365"/>
                <a:gd name="connsiteX185" fmla="*/ 504341 w 725066"/>
                <a:gd name="connsiteY185" fmla="*/ 375793 h 1017365"/>
                <a:gd name="connsiteX186" fmla="*/ 564412 w 725066"/>
                <a:gd name="connsiteY186" fmla="*/ 396748 h 1017365"/>
                <a:gd name="connsiteX187" fmla="*/ 589558 w 725066"/>
                <a:gd name="connsiteY187" fmla="*/ 412115 h 1017365"/>
                <a:gd name="connsiteX188" fmla="*/ 634262 w 725066"/>
                <a:gd name="connsiteY188" fmla="*/ 455422 h 1017365"/>
                <a:gd name="connsiteX189" fmla="*/ 652423 w 725066"/>
                <a:gd name="connsiteY189" fmla="*/ 479171 h 1017365"/>
                <a:gd name="connsiteX190" fmla="*/ 658011 w 725066"/>
                <a:gd name="connsiteY190" fmla="*/ 487553 h 1017365"/>
                <a:gd name="connsiteX191" fmla="*/ 697127 w 725066"/>
                <a:gd name="connsiteY191" fmla="*/ 625856 h 1017365"/>
                <a:gd name="connsiteX192" fmla="*/ 698524 w 725066"/>
                <a:gd name="connsiteY192" fmla="*/ 644017 h 1017365"/>
                <a:gd name="connsiteX193" fmla="*/ 695730 w 725066"/>
                <a:gd name="connsiteY193" fmla="*/ 666369 h 101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725066" h="1017365">
                  <a:moveTo>
                    <a:pt x="723670" y="627253"/>
                  </a:moveTo>
                  <a:cubicBezTo>
                    <a:pt x="723670" y="557403"/>
                    <a:pt x="706906" y="511302"/>
                    <a:pt x="677569" y="467995"/>
                  </a:cubicBezTo>
                  <a:cubicBezTo>
                    <a:pt x="676172" y="463804"/>
                    <a:pt x="659408" y="447040"/>
                    <a:pt x="653820" y="437261"/>
                  </a:cubicBezTo>
                  <a:lnTo>
                    <a:pt x="603528" y="388366"/>
                  </a:lnTo>
                  <a:cubicBezTo>
                    <a:pt x="593749" y="384175"/>
                    <a:pt x="585367" y="378587"/>
                    <a:pt x="571397" y="371602"/>
                  </a:cubicBezTo>
                  <a:cubicBezTo>
                    <a:pt x="551839" y="367411"/>
                    <a:pt x="533678" y="359029"/>
                    <a:pt x="514120" y="350647"/>
                  </a:cubicBezTo>
                  <a:cubicBezTo>
                    <a:pt x="498753" y="343662"/>
                    <a:pt x="480592" y="338074"/>
                    <a:pt x="459637" y="335280"/>
                  </a:cubicBezTo>
                  <a:lnTo>
                    <a:pt x="451255" y="333883"/>
                  </a:lnTo>
                  <a:lnTo>
                    <a:pt x="441476" y="329692"/>
                  </a:lnTo>
                  <a:cubicBezTo>
                    <a:pt x="413536" y="324104"/>
                    <a:pt x="373023" y="329692"/>
                    <a:pt x="346480" y="336677"/>
                  </a:cubicBezTo>
                  <a:cubicBezTo>
                    <a:pt x="333907" y="339471"/>
                    <a:pt x="322731" y="345059"/>
                    <a:pt x="310158" y="346456"/>
                  </a:cubicBezTo>
                  <a:cubicBezTo>
                    <a:pt x="303173" y="346456"/>
                    <a:pt x="294791" y="350647"/>
                    <a:pt x="286409" y="356235"/>
                  </a:cubicBezTo>
                  <a:lnTo>
                    <a:pt x="275233" y="366014"/>
                  </a:lnTo>
                  <a:cubicBezTo>
                    <a:pt x="262660" y="377190"/>
                    <a:pt x="248690" y="384175"/>
                    <a:pt x="234720" y="396748"/>
                  </a:cubicBezTo>
                  <a:lnTo>
                    <a:pt x="227735" y="402336"/>
                  </a:lnTo>
                  <a:cubicBezTo>
                    <a:pt x="224941" y="405130"/>
                    <a:pt x="222147" y="407924"/>
                    <a:pt x="217956" y="407924"/>
                  </a:cubicBezTo>
                  <a:cubicBezTo>
                    <a:pt x="216559" y="403733"/>
                    <a:pt x="216559" y="398145"/>
                    <a:pt x="219353" y="392557"/>
                  </a:cubicBezTo>
                  <a:lnTo>
                    <a:pt x="220750" y="382778"/>
                  </a:lnTo>
                  <a:lnTo>
                    <a:pt x="222147" y="374396"/>
                  </a:lnTo>
                  <a:lnTo>
                    <a:pt x="223544" y="367411"/>
                  </a:lnTo>
                  <a:cubicBezTo>
                    <a:pt x="223544" y="366014"/>
                    <a:pt x="223544" y="364617"/>
                    <a:pt x="227735" y="353441"/>
                  </a:cubicBezTo>
                  <a:cubicBezTo>
                    <a:pt x="231926" y="331089"/>
                    <a:pt x="238911" y="307340"/>
                    <a:pt x="248690" y="275209"/>
                  </a:cubicBezTo>
                  <a:cubicBezTo>
                    <a:pt x="250087" y="271018"/>
                    <a:pt x="252881" y="266827"/>
                    <a:pt x="257072" y="262636"/>
                  </a:cubicBezTo>
                  <a:cubicBezTo>
                    <a:pt x="264057" y="252857"/>
                    <a:pt x="269645" y="247269"/>
                    <a:pt x="273836" y="237490"/>
                  </a:cubicBezTo>
                  <a:lnTo>
                    <a:pt x="278027" y="227711"/>
                  </a:lnTo>
                  <a:cubicBezTo>
                    <a:pt x="279424" y="223520"/>
                    <a:pt x="282218" y="217932"/>
                    <a:pt x="289203" y="210947"/>
                  </a:cubicBezTo>
                  <a:lnTo>
                    <a:pt x="303173" y="202565"/>
                  </a:lnTo>
                  <a:lnTo>
                    <a:pt x="310158" y="195580"/>
                  </a:lnTo>
                  <a:cubicBezTo>
                    <a:pt x="314349" y="191389"/>
                    <a:pt x="319937" y="187198"/>
                    <a:pt x="342289" y="178816"/>
                  </a:cubicBezTo>
                  <a:lnTo>
                    <a:pt x="349274" y="173228"/>
                  </a:lnTo>
                  <a:lnTo>
                    <a:pt x="356259" y="171831"/>
                  </a:lnTo>
                  <a:cubicBezTo>
                    <a:pt x="361847" y="170434"/>
                    <a:pt x="366038" y="170434"/>
                    <a:pt x="371626" y="170434"/>
                  </a:cubicBezTo>
                  <a:cubicBezTo>
                    <a:pt x="384199" y="169037"/>
                    <a:pt x="420521" y="157861"/>
                    <a:pt x="434491" y="163449"/>
                  </a:cubicBezTo>
                  <a:cubicBezTo>
                    <a:pt x="448461" y="167640"/>
                    <a:pt x="463828" y="181610"/>
                    <a:pt x="475004" y="194183"/>
                  </a:cubicBezTo>
                  <a:cubicBezTo>
                    <a:pt x="493165" y="215138"/>
                    <a:pt x="498753" y="243078"/>
                    <a:pt x="522502" y="268224"/>
                  </a:cubicBezTo>
                  <a:lnTo>
                    <a:pt x="533678" y="272415"/>
                  </a:lnTo>
                  <a:lnTo>
                    <a:pt x="544854" y="273812"/>
                  </a:lnTo>
                  <a:lnTo>
                    <a:pt x="575588" y="273812"/>
                  </a:lnTo>
                  <a:lnTo>
                    <a:pt x="607719" y="271018"/>
                  </a:lnTo>
                  <a:cubicBezTo>
                    <a:pt x="610513" y="271018"/>
                    <a:pt x="688745" y="275209"/>
                    <a:pt x="691539" y="275209"/>
                  </a:cubicBezTo>
                  <a:cubicBezTo>
                    <a:pt x="701318" y="278003"/>
                    <a:pt x="708303" y="272415"/>
                    <a:pt x="709700" y="264033"/>
                  </a:cubicBezTo>
                  <a:cubicBezTo>
                    <a:pt x="712494" y="206756"/>
                    <a:pt x="694333" y="170434"/>
                    <a:pt x="667790" y="132715"/>
                  </a:cubicBezTo>
                  <a:cubicBezTo>
                    <a:pt x="659408" y="120142"/>
                    <a:pt x="611910" y="72644"/>
                    <a:pt x="597940" y="64262"/>
                  </a:cubicBezTo>
                  <a:lnTo>
                    <a:pt x="586764" y="53086"/>
                  </a:lnTo>
                  <a:cubicBezTo>
                    <a:pt x="579779" y="47498"/>
                    <a:pt x="572794" y="46101"/>
                    <a:pt x="564412" y="43307"/>
                  </a:cubicBezTo>
                  <a:lnTo>
                    <a:pt x="544854" y="33528"/>
                  </a:lnTo>
                  <a:cubicBezTo>
                    <a:pt x="539266" y="30734"/>
                    <a:pt x="532281" y="27940"/>
                    <a:pt x="523899" y="25146"/>
                  </a:cubicBezTo>
                  <a:cubicBezTo>
                    <a:pt x="514120" y="22352"/>
                    <a:pt x="504341" y="18161"/>
                    <a:pt x="493165" y="16764"/>
                  </a:cubicBezTo>
                  <a:cubicBezTo>
                    <a:pt x="479195" y="12573"/>
                    <a:pt x="463828" y="11176"/>
                    <a:pt x="448461" y="8382"/>
                  </a:cubicBezTo>
                  <a:cubicBezTo>
                    <a:pt x="400963" y="0"/>
                    <a:pt x="346480" y="0"/>
                    <a:pt x="305967" y="0"/>
                  </a:cubicBezTo>
                  <a:cubicBezTo>
                    <a:pt x="286409" y="0"/>
                    <a:pt x="268248" y="5588"/>
                    <a:pt x="252881" y="11176"/>
                  </a:cubicBezTo>
                  <a:cubicBezTo>
                    <a:pt x="231926" y="18161"/>
                    <a:pt x="213765" y="25146"/>
                    <a:pt x="194207" y="40513"/>
                  </a:cubicBezTo>
                  <a:lnTo>
                    <a:pt x="181634" y="47498"/>
                  </a:lnTo>
                  <a:cubicBezTo>
                    <a:pt x="178840" y="50292"/>
                    <a:pt x="176046" y="53086"/>
                    <a:pt x="171855" y="53086"/>
                  </a:cubicBezTo>
                  <a:cubicBezTo>
                    <a:pt x="171855" y="53086"/>
                    <a:pt x="136930" y="86614"/>
                    <a:pt x="125754" y="96393"/>
                  </a:cubicBezTo>
                  <a:cubicBezTo>
                    <a:pt x="110387" y="122936"/>
                    <a:pt x="90829" y="148082"/>
                    <a:pt x="78256" y="176022"/>
                  </a:cubicBezTo>
                  <a:cubicBezTo>
                    <a:pt x="60095" y="216535"/>
                    <a:pt x="44728" y="264033"/>
                    <a:pt x="27964" y="307340"/>
                  </a:cubicBezTo>
                  <a:lnTo>
                    <a:pt x="25170" y="318516"/>
                  </a:lnTo>
                  <a:lnTo>
                    <a:pt x="22376" y="325501"/>
                  </a:lnTo>
                  <a:cubicBezTo>
                    <a:pt x="22376" y="326898"/>
                    <a:pt x="22376" y="329692"/>
                    <a:pt x="20979" y="332486"/>
                  </a:cubicBezTo>
                  <a:cubicBezTo>
                    <a:pt x="18185" y="347853"/>
                    <a:pt x="16788" y="363220"/>
                    <a:pt x="13994" y="385572"/>
                  </a:cubicBezTo>
                  <a:cubicBezTo>
                    <a:pt x="-1373" y="448437"/>
                    <a:pt x="-1373" y="521081"/>
                    <a:pt x="1421" y="583946"/>
                  </a:cubicBezTo>
                  <a:lnTo>
                    <a:pt x="2818" y="600710"/>
                  </a:lnTo>
                  <a:lnTo>
                    <a:pt x="4215" y="607695"/>
                  </a:lnTo>
                  <a:cubicBezTo>
                    <a:pt x="7009" y="638429"/>
                    <a:pt x="18185" y="667766"/>
                    <a:pt x="18185" y="698500"/>
                  </a:cubicBezTo>
                  <a:cubicBezTo>
                    <a:pt x="18185" y="699897"/>
                    <a:pt x="20979" y="706882"/>
                    <a:pt x="22376" y="708279"/>
                  </a:cubicBezTo>
                  <a:cubicBezTo>
                    <a:pt x="26567" y="712470"/>
                    <a:pt x="41934" y="765556"/>
                    <a:pt x="43331" y="772541"/>
                  </a:cubicBezTo>
                  <a:cubicBezTo>
                    <a:pt x="46125" y="778129"/>
                    <a:pt x="44728" y="775335"/>
                    <a:pt x="47522" y="782320"/>
                  </a:cubicBezTo>
                  <a:cubicBezTo>
                    <a:pt x="61492" y="814451"/>
                    <a:pt x="82447" y="860552"/>
                    <a:pt x="104799" y="887095"/>
                  </a:cubicBezTo>
                  <a:cubicBezTo>
                    <a:pt x="107593" y="889889"/>
                    <a:pt x="111784" y="892683"/>
                    <a:pt x="114578" y="896874"/>
                  </a:cubicBezTo>
                  <a:lnTo>
                    <a:pt x="124357" y="905256"/>
                  </a:lnTo>
                  <a:cubicBezTo>
                    <a:pt x="131342" y="910844"/>
                    <a:pt x="136930" y="917829"/>
                    <a:pt x="146709" y="927608"/>
                  </a:cubicBezTo>
                  <a:cubicBezTo>
                    <a:pt x="174649" y="947166"/>
                    <a:pt x="202589" y="968121"/>
                    <a:pt x="231926" y="986282"/>
                  </a:cubicBezTo>
                  <a:lnTo>
                    <a:pt x="238911" y="987679"/>
                  </a:lnTo>
                  <a:cubicBezTo>
                    <a:pt x="252881" y="997458"/>
                    <a:pt x="273836" y="1003046"/>
                    <a:pt x="290600" y="1007237"/>
                  </a:cubicBezTo>
                  <a:lnTo>
                    <a:pt x="303173" y="1011428"/>
                  </a:lnTo>
                  <a:cubicBezTo>
                    <a:pt x="311555" y="1015619"/>
                    <a:pt x="326922" y="1010031"/>
                    <a:pt x="343686" y="1015619"/>
                  </a:cubicBezTo>
                  <a:cubicBezTo>
                    <a:pt x="366038" y="1018413"/>
                    <a:pt x="388390" y="1017016"/>
                    <a:pt x="410742" y="1017016"/>
                  </a:cubicBezTo>
                  <a:cubicBezTo>
                    <a:pt x="445667" y="1015619"/>
                    <a:pt x="477798" y="1005840"/>
                    <a:pt x="508532" y="996061"/>
                  </a:cubicBezTo>
                  <a:cubicBezTo>
                    <a:pt x="515517" y="993267"/>
                    <a:pt x="522502" y="994664"/>
                    <a:pt x="528090" y="991870"/>
                  </a:cubicBezTo>
                  <a:cubicBezTo>
                    <a:pt x="530884" y="990473"/>
                    <a:pt x="533678" y="987679"/>
                    <a:pt x="536472" y="986282"/>
                  </a:cubicBezTo>
                  <a:cubicBezTo>
                    <a:pt x="546251" y="977900"/>
                    <a:pt x="547648" y="976503"/>
                    <a:pt x="556030" y="970915"/>
                  </a:cubicBezTo>
                  <a:lnTo>
                    <a:pt x="565809" y="968121"/>
                  </a:lnTo>
                  <a:lnTo>
                    <a:pt x="581176" y="955548"/>
                  </a:lnTo>
                  <a:lnTo>
                    <a:pt x="593749" y="949960"/>
                  </a:lnTo>
                  <a:lnTo>
                    <a:pt x="599337" y="942975"/>
                  </a:lnTo>
                  <a:cubicBezTo>
                    <a:pt x="602131" y="940181"/>
                    <a:pt x="606322" y="935990"/>
                    <a:pt x="610513" y="931799"/>
                  </a:cubicBezTo>
                  <a:cubicBezTo>
                    <a:pt x="620292" y="920623"/>
                    <a:pt x="627277" y="909447"/>
                    <a:pt x="635659" y="898271"/>
                  </a:cubicBezTo>
                  <a:cubicBezTo>
                    <a:pt x="649629" y="885698"/>
                    <a:pt x="662202" y="871728"/>
                    <a:pt x="669187" y="852170"/>
                  </a:cubicBezTo>
                  <a:lnTo>
                    <a:pt x="676172" y="845185"/>
                  </a:lnTo>
                  <a:cubicBezTo>
                    <a:pt x="695730" y="793496"/>
                    <a:pt x="711097" y="744601"/>
                    <a:pt x="719479" y="690118"/>
                  </a:cubicBezTo>
                  <a:lnTo>
                    <a:pt x="720876" y="683133"/>
                  </a:lnTo>
                  <a:lnTo>
                    <a:pt x="722273" y="669163"/>
                  </a:lnTo>
                  <a:lnTo>
                    <a:pt x="725067" y="648208"/>
                  </a:lnTo>
                  <a:cubicBezTo>
                    <a:pt x="725067" y="644017"/>
                    <a:pt x="725067" y="639826"/>
                    <a:pt x="723670" y="634238"/>
                  </a:cubicBezTo>
                  <a:lnTo>
                    <a:pt x="723670" y="627253"/>
                  </a:lnTo>
                  <a:close/>
                  <a:moveTo>
                    <a:pt x="695730" y="666369"/>
                  </a:moveTo>
                  <a:lnTo>
                    <a:pt x="694333" y="683133"/>
                  </a:lnTo>
                  <a:lnTo>
                    <a:pt x="692936" y="685927"/>
                  </a:lnTo>
                  <a:cubicBezTo>
                    <a:pt x="684554" y="736219"/>
                    <a:pt x="670584" y="783717"/>
                    <a:pt x="649629" y="834009"/>
                  </a:cubicBezTo>
                  <a:cubicBezTo>
                    <a:pt x="635659" y="850773"/>
                    <a:pt x="639850" y="859155"/>
                    <a:pt x="613307" y="881507"/>
                  </a:cubicBezTo>
                  <a:cubicBezTo>
                    <a:pt x="606322" y="894080"/>
                    <a:pt x="599337" y="903859"/>
                    <a:pt x="583970" y="919226"/>
                  </a:cubicBezTo>
                  <a:lnTo>
                    <a:pt x="575588" y="929005"/>
                  </a:lnTo>
                  <a:lnTo>
                    <a:pt x="568603" y="931799"/>
                  </a:lnTo>
                  <a:lnTo>
                    <a:pt x="560221" y="937387"/>
                  </a:lnTo>
                  <a:lnTo>
                    <a:pt x="550442" y="944372"/>
                  </a:lnTo>
                  <a:lnTo>
                    <a:pt x="543457" y="947166"/>
                  </a:lnTo>
                  <a:cubicBezTo>
                    <a:pt x="533678" y="951357"/>
                    <a:pt x="528090" y="958342"/>
                    <a:pt x="514120" y="968121"/>
                  </a:cubicBezTo>
                  <a:cubicBezTo>
                    <a:pt x="509929" y="968121"/>
                    <a:pt x="504341" y="969518"/>
                    <a:pt x="501547" y="969518"/>
                  </a:cubicBezTo>
                  <a:cubicBezTo>
                    <a:pt x="470813" y="979297"/>
                    <a:pt x="441476" y="989076"/>
                    <a:pt x="410742" y="989076"/>
                  </a:cubicBezTo>
                  <a:cubicBezTo>
                    <a:pt x="389787" y="989076"/>
                    <a:pt x="368832" y="991870"/>
                    <a:pt x="349274" y="989076"/>
                  </a:cubicBezTo>
                  <a:cubicBezTo>
                    <a:pt x="333907" y="984885"/>
                    <a:pt x="321334" y="984885"/>
                    <a:pt x="310158" y="986282"/>
                  </a:cubicBezTo>
                  <a:lnTo>
                    <a:pt x="297585" y="982091"/>
                  </a:lnTo>
                  <a:lnTo>
                    <a:pt x="279424" y="976503"/>
                  </a:lnTo>
                  <a:cubicBezTo>
                    <a:pt x="265454" y="972312"/>
                    <a:pt x="258469" y="966724"/>
                    <a:pt x="238911" y="958342"/>
                  </a:cubicBezTo>
                  <a:cubicBezTo>
                    <a:pt x="213765" y="942975"/>
                    <a:pt x="188619" y="924814"/>
                    <a:pt x="163473" y="906653"/>
                  </a:cubicBezTo>
                  <a:cubicBezTo>
                    <a:pt x="156488" y="898271"/>
                    <a:pt x="149503" y="891286"/>
                    <a:pt x="142518" y="885698"/>
                  </a:cubicBezTo>
                  <a:lnTo>
                    <a:pt x="132739" y="877316"/>
                  </a:lnTo>
                  <a:lnTo>
                    <a:pt x="124357" y="868934"/>
                  </a:lnTo>
                  <a:cubicBezTo>
                    <a:pt x="104799" y="845185"/>
                    <a:pt x="85241" y="800481"/>
                    <a:pt x="72668" y="773938"/>
                  </a:cubicBezTo>
                  <a:lnTo>
                    <a:pt x="69874" y="765556"/>
                  </a:lnTo>
                  <a:cubicBezTo>
                    <a:pt x="64286" y="743204"/>
                    <a:pt x="55904" y="723646"/>
                    <a:pt x="48919" y="702691"/>
                  </a:cubicBezTo>
                  <a:cubicBezTo>
                    <a:pt x="48919" y="699897"/>
                    <a:pt x="47522" y="697103"/>
                    <a:pt x="44728" y="692912"/>
                  </a:cubicBezTo>
                  <a:cubicBezTo>
                    <a:pt x="43331" y="663575"/>
                    <a:pt x="33552" y="634238"/>
                    <a:pt x="30758" y="603504"/>
                  </a:cubicBezTo>
                  <a:lnTo>
                    <a:pt x="27964" y="592328"/>
                  </a:lnTo>
                  <a:lnTo>
                    <a:pt x="27964" y="583946"/>
                  </a:lnTo>
                  <a:cubicBezTo>
                    <a:pt x="25170" y="521081"/>
                    <a:pt x="25170" y="451231"/>
                    <a:pt x="40537" y="392557"/>
                  </a:cubicBezTo>
                  <a:lnTo>
                    <a:pt x="41934" y="382778"/>
                  </a:lnTo>
                  <a:cubicBezTo>
                    <a:pt x="43331" y="367411"/>
                    <a:pt x="44728" y="352044"/>
                    <a:pt x="48919" y="332486"/>
                  </a:cubicBezTo>
                  <a:lnTo>
                    <a:pt x="50316" y="326898"/>
                  </a:lnTo>
                  <a:lnTo>
                    <a:pt x="53110" y="314325"/>
                  </a:lnTo>
                  <a:cubicBezTo>
                    <a:pt x="69874" y="272415"/>
                    <a:pt x="83844" y="226314"/>
                    <a:pt x="102005" y="187198"/>
                  </a:cubicBezTo>
                  <a:cubicBezTo>
                    <a:pt x="114578" y="160655"/>
                    <a:pt x="132739" y="136906"/>
                    <a:pt x="148106" y="111760"/>
                  </a:cubicBezTo>
                  <a:cubicBezTo>
                    <a:pt x="160679" y="101981"/>
                    <a:pt x="174649" y="90805"/>
                    <a:pt x="184428" y="78232"/>
                  </a:cubicBezTo>
                  <a:cubicBezTo>
                    <a:pt x="190016" y="75438"/>
                    <a:pt x="195604" y="72644"/>
                    <a:pt x="199795" y="68453"/>
                  </a:cubicBezTo>
                  <a:lnTo>
                    <a:pt x="209574" y="62865"/>
                  </a:lnTo>
                  <a:cubicBezTo>
                    <a:pt x="231926" y="54483"/>
                    <a:pt x="229132" y="47498"/>
                    <a:pt x="261263" y="36322"/>
                  </a:cubicBezTo>
                  <a:cubicBezTo>
                    <a:pt x="276630" y="30734"/>
                    <a:pt x="291997" y="26543"/>
                    <a:pt x="305967" y="26543"/>
                  </a:cubicBezTo>
                  <a:cubicBezTo>
                    <a:pt x="345083" y="26543"/>
                    <a:pt x="398169" y="26543"/>
                    <a:pt x="444270" y="34925"/>
                  </a:cubicBezTo>
                  <a:lnTo>
                    <a:pt x="458240" y="37719"/>
                  </a:lnTo>
                  <a:lnTo>
                    <a:pt x="470813" y="40513"/>
                  </a:lnTo>
                  <a:lnTo>
                    <a:pt x="480592" y="41910"/>
                  </a:lnTo>
                  <a:cubicBezTo>
                    <a:pt x="484783" y="41910"/>
                    <a:pt x="486180" y="41910"/>
                    <a:pt x="488974" y="43307"/>
                  </a:cubicBezTo>
                  <a:cubicBezTo>
                    <a:pt x="497356" y="44704"/>
                    <a:pt x="507135" y="47498"/>
                    <a:pt x="516914" y="50292"/>
                  </a:cubicBezTo>
                  <a:cubicBezTo>
                    <a:pt x="522502" y="53086"/>
                    <a:pt x="528090" y="54483"/>
                    <a:pt x="533678" y="57277"/>
                  </a:cubicBezTo>
                  <a:lnTo>
                    <a:pt x="554633" y="68453"/>
                  </a:lnTo>
                  <a:cubicBezTo>
                    <a:pt x="561618" y="69850"/>
                    <a:pt x="565809" y="71247"/>
                    <a:pt x="572794" y="76835"/>
                  </a:cubicBezTo>
                  <a:cubicBezTo>
                    <a:pt x="576985" y="81026"/>
                    <a:pt x="581176" y="86614"/>
                    <a:pt x="590955" y="90805"/>
                  </a:cubicBezTo>
                  <a:lnTo>
                    <a:pt x="613307" y="114554"/>
                  </a:lnTo>
                  <a:cubicBezTo>
                    <a:pt x="628674" y="128524"/>
                    <a:pt x="641247" y="142494"/>
                    <a:pt x="645438" y="148082"/>
                  </a:cubicBezTo>
                  <a:cubicBezTo>
                    <a:pt x="667790" y="178816"/>
                    <a:pt x="683157" y="206756"/>
                    <a:pt x="681760" y="247269"/>
                  </a:cubicBezTo>
                  <a:lnTo>
                    <a:pt x="651026" y="245872"/>
                  </a:lnTo>
                  <a:cubicBezTo>
                    <a:pt x="641247" y="245872"/>
                    <a:pt x="616101" y="240284"/>
                    <a:pt x="599337" y="245872"/>
                  </a:cubicBezTo>
                  <a:lnTo>
                    <a:pt x="574191" y="247269"/>
                  </a:lnTo>
                  <a:lnTo>
                    <a:pt x="554633" y="247269"/>
                  </a:lnTo>
                  <a:lnTo>
                    <a:pt x="547648" y="245872"/>
                  </a:lnTo>
                  <a:lnTo>
                    <a:pt x="535075" y="244475"/>
                  </a:lnTo>
                  <a:cubicBezTo>
                    <a:pt x="519708" y="223520"/>
                    <a:pt x="512723" y="196977"/>
                    <a:pt x="494562" y="176022"/>
                  </a:cubicBezTo>
                  <a:cubicBezTo>
                    <a:pt x="483386" y="163449"/>
                    <a:pt x="463828" y="145288"/>
                    <a:pt x="444270" y="138303"/>
                  </a:cubicBezTo>
                  <a:cubicBezTo>
                    <a:pt x="420521" y="128524"/>
                    <a:pt x="392581" y="141097"/>
                    <a:pt x="370229" y="143891"/>
                  </a:cubicBezTo>
                  <a:cubicBezTo>
                    <a:pt x="363244" y="143891"/>
                    <a:pt x="356259" y="145288"/>
                    <a:pt x="350671" y="145288"/>
                  </a:cubicBezTo>
                  <a:lnTo>
                    <a:pt x="342289" y="148082"/>
                  </a:lnTo>
                  <a:cubicBezTo>
                    <a:pt x="338098" y="149479"/>
                    <a:pt x="335304" y="150876"/>
                    <a:pt x="326922" y="156464"/>
                  </a:cubicBezTo>
                  <a:cubicBezTo>
                    <a:pt x="307364" y="163449"/>
                    <a:pt x="298982" y="169037"/>
                    <a:pt x="291997" y="176022"/>
                  </a:cubicBezTo>
                  <a:lnTo>
                    <a:pt x="286409" y="181610"/>
                  </a:lnTo>
                  <a:lnTo>
                    <a:pt x="273836" y="189992"/>
                  </a:lnTo>
                  <a:cubicBezTo>
                    <a:pt x="259866" y="201168"/>
                    <a:pt x="255675" y="210947"/>
                    <a:pt x="252881" y="217932"/>
                  </a:cubicBezTo>
                  <a:lnTo>
                    <a:pt x="248690" y="227711"/>
                  </a:lnTo>
                  <a:lnTo>
                    <a:pt x="243102" y="237490"/>
                  </a:lnTo>
                  <a:lnTo>
                    <a:pt x="236117" y="245872"/>
                  </a:lnTo>
                  <a:cubicBezTo>
                    <a:pt x="231926" y="250063"/>
                    <a:pt x="227735" y="255651"/>
                    <a:pt x="224941" y="264033"/>
                  </a:cubicBezTo>
                  <a:cubicBezTo>
                    <a:pt x="222147" y="268224"/>
                    <a:pt x="219353" y="272415"/>
                    <a:pt x="219353" y="275209"/>
                  </a:cubicBezTo>
                  <a:cubicBezTo>
                    <a:pt x="212368" y="301752"/>
                    <a:pt x="205383" y="324104"/>
                    <a:pt x="201192" y="346456"/>
                  </a:cubicBezTo>
                  <a:cubicBezTo>
                    <a:pt x="198398" y="354838"/>
                    <a:pt x="197001" y="360426"/>
                    <a:pt x="197001" y="370205"/>
                  </a:cubicBezTo>
                  <a:lnTo>
                    <a:pt x="195604" y="377190"/>
                  </a:lnTo>
                  <a:lnTo>
                    <a:pt x="192810" y="386969"/>
                  </a:lnTo>
                  <a:cubicBezTo>
                    <a:pt x="180237" y="424688"/>
                    <a:pt x="213765" y="451231"/>
                    <a:pt x="245896" y="421894"/>
                  </a:cubicBezTo>
                  <a:lnTo>
                    <a:pt x="252881" y="416306"/>
                  </a:lnTo>
                  <a:cubicBezTo>
                    <a:pt x="265454" y="405130"/>
                    <a:pt x="280821" y="396748"/>
                    <a:pt x="293394" y="385572"/>
                  </a:cubicBezTo>
                  <a:lnTo>
                    <a:pt x="301776" y="377190"/>
                  </a:lnTo>
                  <a:cubicBezTo>
                    <a:pt x="304570" y="375793"/>
                    <a:pt x="307364" y="374396"/>
                    <a:pt x="311555" y="372999"/>
                  </a:cubicBezTo>
                  <a:cubicBezTo>
                    <a:pt x="321334" y="371602"/>
                    <a:pt x="326922" y="370205"/>
                    <a:pt x="333907" y="367411"/>
                  </a:cubicBezTo>
                  <a:cubicBezTo>
                    <a:pt x="361847" y="359029"/>
                    <a:pt x="406551" y="350647"/>
                    <a:pt x="434491" y="356235"/>
                  </a:cubicBezTo>
                  <a:lnTo>
                    <a:pt x="445667" y="360426"/>
                  </a:lnTo>
                  <a:lnTo>
                    <a:pt x="456843" y="361823"/>
                  </a:lnTo>
                  <a:cubicBezTo>
                    <a:pt x="475004" y="364617"/>
                    <a:pt x="490371" y="368808"/>
                    <a:pt x="504341" y="375793"/>
                  </a:cubicBezTo>
                  <a:cubicBezTo>
                    <a:pt x="523899" y="382778"/>
                    <a:pt x="543457" y="392557"/>
                    <a:pt x="564412" y="396748"/>
                  </a:cubicBezTo>
                  <a:cubicBezTo>
                    <a:pt x="572794" y="402336"/>
                    <a:pt x="581176" y="407924"/>
                    <a:pt x="589558" y="412115"/>
                  </a:cubicBezTo>
                  <a:lnTo>
                    <a:pt x="634262" y="455422"/>
                  </a:lnTo>
                  <a:cubicBezTo>
                    <a:pt x="639850" y="463804"/>
                    <a:pt x="645438" y="472186"/>
                    <a:pt x="652423" y="479171"/>
                  </a:cubicBezTo>
                  <a:cubicBezTo>
                    <a:pt x="653820" y="481965"/>
                    <a:pt x="655217" y="484759"/>
                    <a:pt x="658011" y="487553"/>
                  </a:cubicBezTo>
                  <a:cubicBezTo>
                    <a:pt x="681760" y="522478"/>
                    <a:pt x="697127" y="562991"/>
                    <a:pt x="697127" y="625856"/>
                  </a:cubicBezTo>
                  <a:cubicBezTo>
                    <a:pt x="697127" y="632841"/>
                    <a:pt x="697127" y="638429"/>
                    <a:pt x="698524" y="644017"/>
                  </a:cubicBezTo>
                  <a:lnTo>
                    <a:pt x="695730" y="666369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Operatoren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445375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3C44B-B56F-400C-9DDE-4E00CEEA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B44FE9-AF70-50D3-E98E-CF45C53FDF70}"/>
              </a:ext>
            </a:extLst>
          </p:cNvPr>
          <p:cNvSpPr txBox="1"/>
          <p:nvPr/>
        </p:nvSpPr>
        <p:spPr>
          <a:xfrm>
            <a:off x="695324" y="1562300"/>
            <a:ext cx="6094520" cy="472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Arithmetische 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Addition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Subtraktion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Multiplikation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$d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Division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Modulo (Rest der Division)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7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7B02B-4F54-46CD-BFA4-28B3953A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Vergleichsoperatoren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BE7C6F-E305-9DCE-285D-EDBDE125F0CE}"/>
              </a:ext>
            </a:extLst>
          </p:cNvPr>
          <p:cNvSpPr txBox="1"/>
          <p:nvPr/>
        </p:nvSpPr>
        <p:spPr>
          <a:xfrm>
            <a:off x="695325" y="1533039"/>
            <a:ext cx="7215326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Vergleichsoperatoren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Gleich: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eq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Gleich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Ungleich: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-ne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Ungleich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Größer als: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Größer als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Kleiner als: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Kleiner als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1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44D3A-37EC-482C-8C53-8BF3919F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Logische 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6FC817-8DE2-2E53-8EAE-0D9BA5FBBD2E}"/>
              </a:ext>
            </a:extLst>
          </p:cNvPr>
          <p:cNvSpPr txBox="1"/>
          <p:nvPr/>
        </p:nvSpPr>
        <p:spPr>
          <a:xfrm>
            <a:off x="695325" y="1539454"/>
            <a:ext cx="609452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Logische</a:t>
            </a: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Operatoren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-and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-not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-eq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3423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398AE-4146-4A79-A678-92FA3474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Zuweisungsoperatoren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9EAF65-FC3A-9AA1-C079-0A4791EF11CE}"/>
              </a:ext>
            </a:extLst>
          </p:cNvPr>
          <p:cNvSpPr txBox="1"/>
          <p:nvPr/>
        </p:nvSpPr>
        <p:spPr>
          <a:xfrm>
            <a:off x="695325" y="1540415"/>
            <a:ext cx="6094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Zuweisungsoperatoren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+ 5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- 3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*=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* 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/=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/ 4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x = x % 3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Rest ist 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00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Bedingungen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grpSp>
        <p:nvGrpSpPr>
          <p:cNvPr id="11" name="Grafik 3">
            <a:extLst>
              <a:ext uri="{FF2B5EF4-FFF2-40B4-BE49-F238E27FC236}">
                <a16:creationId xmlns:a16="http://schemas.microsoft.com/office/drawing/2014/main" id="{1EC55BDA-007D-4D7A-BDFF-456C3C8B2143}"/>
              </a:ext>
            </a:extLst>
          </p:cNvPr>
          <p:cNvGrpSpPr/>
          <p:nvPr/>
        </p:nvGrpSpPr>
        <p:grpSpPr>
          <a:xfrm>
            <a:off x="814851" y="1616320"/>
            <a:ext cx="1021786" cy="995013"/>
            <a:chOff x="3924609" y="4270914"/>
            <a:chExt cx="1021786" cy="995013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3A48173-776D-4CD2-90ED-54ABDF814598}"/>
                </a:ext>
              </a:extLst>
            </p:cNvPr>
            <p:cNvSpPr/>
            <p:nvPr/>
          </p:nvSpPr>
          <p:spPr>
            <a:xfrm>
              <a:off x="3951732" y="4297806"/>
              <a:ext cx="627252" cy="932815"/>
            </a:xfrm>
            <a:custGeom>
              <a:avLst/>
              <a:gdLst>
                <a:gd name="connsiteX0" fmla="*/ 617474 w 627252"/>
                <a:gd name="connsiteY0" fmla="*/ 57277 h 932815"/>
                <a:gd name="connsiteX1" fmla="*/ 613283 w 627252"/>
                <a:gd name="connsiteY1" fmla="*/ 5588 h 932815"/>
                <a:gd name="connsiteX2" fmla="*/ 596519 w 627252"/>
                <a:gd name="connsiteY2" fmla="*/ 0 h 932815"/>
                <a:gd name="connsiteX3" fmla="*/ 1397 w 627252"/>
                <a:gd name="connsiteY3" fmla="*/ 1397 h 932815"/>
                <a:gd name="connsiteX4" fmla="*/ 2794 w 627252"/>
                <a:gd name="connsiteY4" fmla="*/ 13970 h 932815"/>
                <a:gd name="connsiteX5" fmla="*/ 0 w 627252"/>
                <a:gd name="connsiteY5" fmla="*/ 146685 h 932815"/>
                <a:gd name="connsiteX6" fmla="*/ 319913 w 627252"/>
                <a:gd name="connsiteY6" fmla="*/ 143891 h 932815"/>
                <a:gd name="connsiteX7" fmla="*/ 398145 w 627252"/>
                <a:gd name="connsiteY7" fmla="*/ 148082 h 932815"/>
                <a:gd name="connsiteX8" fmla="*/ 406527 w 627252"/>
                <a:gd name="connsiteY8" fmla="*/ 146685 h 932815"/>
                <a:gd name="connsiteX9" fmla="*/ 437261 w 627252"/>
                <a:gd name="connsiteY9" fmla="*/ 191389 h 932815"/>
                <a:gd name="connsiteX10" fmla="*/ 317119 w 627252"/>
                <a:gd name="connsiteY10" fmla="*/ 386969 h 932815"/>
                <a:gd name="connsiteX11" fmla="*/ 202565 w 627252"/>
                <a:gd name="connsiteY11" fmla="*/ 597916 h 932815"/>
                <a:gd name="connsiteX12" fmla="*/ 196977 w 627252"/>
                <a:gd name="connsiteY12" fmla="*/ 616077 h 932815"/>
                <a:gd name="connsiteX13" fmla="*/ 191389 w 627252"/>
                <a:gd name="connsiteY13" fmla="*/ 634238 h 932815"/>
                <a:gd name="connsiteX14" fmla="*/ 152273 w 627252"/>
                <a:gd name="connsiteY14" fmla="*/ 780923 h 932815"/>
                <a:gd name="connsiteX15" fmla="*/ 128524 w 627252"/>
                <a:gd name="connsiteY15" fmla="*/ 915035 h 932815"/>
                <a:gd name="connsiteX16" fmla="*/ 129921 w 627252"/>
                <a:gd name="connsiteY16" fmla="*/ 924814 h 932815"/>
                <a:gd name="connsiteX17" fmla="*/ 184404 w 627252"/>
                <a:gd name="connsiteY17" fmla="*/ 931799 h 932815"/>
                <a:gd name="connsiteX18" fmla="*/ 195580 w 627252"/>
                <a:gd name="connsiteY18" fmla="*/ 930402 h 932815"/>
                <a:gd name="connsiteX19" fmla="*/ 202565 w 627252"/>
                <a:gd name="connsiteY19" fmla="*/ 931799 h 932815"/>
                <a:gd name="connsiteX20" fmla="*/ 241681 w 627252"/>
                <a:gd name="connsiteY20" fmla="*/ 929005 h 932815"/>
                <a:gd name="connsiteX21" fmla="*/ 280797 w 627252"/>
                <a:gd name="connsiteY21" fmla="*/ 929005 h 932815"/>
                <a:gd name="connsiteX22" fmla="*/ 287782 w 627252"/>
                <a:gd name="connsiteY22" fmla="*/ 931799 h 932815"/>
                <a:gd name="connsiteX23" fmla="*/ 296164 w 627252"/>
                <a:gd name="connsiteY23" fmla="*/ 930402 h 932815"/>
                <a:gd name="connsiteX24" fmla="*/ 308737 w 627252"/>
                <a:gd name="connsiteY24" fmla="*/ 931799 h 932815"/>
                <a:gd name="connsiteX25" fmla="*/ 315595 w 627252"/>
                <a:gd name="connsiteY25" fmla="*/ 932815 h 932815"/>
                <a:gd name="connsiteX26" fmla="*/ 312928 w 627252"/>
                <a:gd name="connsiteY26" fmla="*/ 922020 h 932815"/>
                <a:gd name="connsiteX27" fmla="*/ 321310 w 627252"/>
                <a:gd name="connsiteY27" fmla="*/ 808863 h 932815"/>
                <a:gd name="connsiteX28" fmla="*/ 324104 w 627252"/>
                <a:gd name="connsiteY28" fmla="*/ 783717 h 932815"/>
                <a:gd name="connsiteX29" fmla="*/ 326898 w 627252"/>
                <a:gd name="connsiteY29" fmla="*/ 744601 h 932815"/>
                <a:gd name="connsiteX30" fmla="*/ 331089 w 627252"/>
                <a:gd name="connsiteY30" fmla="*/ 722249 h 932815"/>
                <a:gd name="connsiteX31" fmla="*/ 332486 w 627252"/>
                <a:gd name="connsiteY31" fmla="*/ 708279 h 932815"/>
                <a:gd name="connsiteX32" fmla="*/ 333883 w 627252"/>
                <a:gd name="connsiteY32" fmla="*/ 701294 h 932815"/>
                <a:gd name="connsiteX33" fmla="*/ 357632 w 627252"/>
                <a:gd name="connsiteY33" fmla="*/ 592328 h 932815"/>
                <a:gd name="connsiteX34" fmla="*/ 360426 w 627252"/>
                <a:gd name="connsiteY34" fmla="*/ 585343 h 932815"/>
                <a:gd name="connsiteX35" fmla="*/ 368808 w 627252"/>
                <a:gd name="connsiteY35" fmla="*/ 558800 h 932815"/>
                <a:gd name="connsiteX36" fmla="*/ 386969 w 627252"/>
                <a:gd name="connsiteY36" fmla="*/ 507111 h 932815"/>
                <a:gd name="connsiteX37" fmla="*/ 409321 w 627252"/>
                <a:gd name="connsiteY37" fmla="*/ 463804 h 932815"/>
                <a:gd name="connsiteX38" fmla="*/ 428879 w 627252"/>
                <a:gd name="connsiteY38" fmla="*/ 426085 h 932815"/>
                <a:gd name="connsiteX39" fmla="*/ 466598 w 627252"/>
                <a:gd name="connsiteY39" fmla="*/ 356235 h 932815"/>
                <a:gd name="connsiteX40" fmla="*/ 473583 w 627252"/>
                <a:gd name="connsiteY40" fmla="*/ 340868 h 932815"/>
                <a:gd name="connsiteX41" fmla="*/ 479171 w 627252"/>
                <a:gd name="connsiteY41" fmla="*/ 332486 h 932815"/>
                <a:gd name="connsiteX42" fmla="*/ 493141 w 627252"/>
                <a:gd name="connsiteY42" fmla="*/ 317119 h 932815"/>
                <a:gd name="connsiteX43" fmla="*/ 504317 w 627252"/>
                <a:gd name="connsiteY43" fmla="*/ 297561 h 932815"/>
                <a:gd name="connsiteX44" fmla="*/ 526669 w 627252"/>
                <a:gd name="connsiteY44" fmla="*/ 266827 h 932815"/>
                <a:gd name="connsiteX45" fmla="*/ 539242 w 627252"/>
                <a:gd name="connsiteY45" fmla="*/ 252857 h 932815"/>
                <a:gd name="connsiteX46" fmla="*/ 546227 w 627252"/>
                <a:gd name="connsiteY46" fmla="*/ 241681 h 932815"/>
                <a:gd name="connsiteX47" fmla="*/ 556006 w 627252"/>
                <a:gd name="connsiteY47" fmla="*/ 229108 h 932815"/>
                <a:gd name="connsiteX48" fmla="*/ 595122 w 627252"/>
                <a:gd name="connsiteY48" fmla="*/ 183007 h 932815"/>
                <a:gd name="connsiteX49" fmla="*/ 597916 w 627252"/>
                <a:gd name="connsiteY49" fmla="*/ 180213 h 932815"/>
                <a:gd name="connsiteX50" fmla="*/ 609092 w 627252"/>
                <a:gd name="connsiteY50" fmla="*/ 163449 h 932815"/>
                <a:gd name="connsiteX51" fmla="*/ 617474 w 627252"/>
                <a:gd name="connsiteY51" fmla="*/ 156464 h 932815"/>
                <a:gd name="connsiteX52" fmla="*/ 621665 w 627252"/>
                <a:gd name="connsiteY52" fmla="*/ 145288 h 932815"/>
                <a:gd name="connsiteX53" fmla="*/ 624459 w 627252"/>
                <a:gd name="connsiteY53" fmla="*/ 132715 h 932815"/>
                <a:gd name="connsiteX54" fmla="*/ 627253 w 627252"/>
                <a:gd name="connsiteY54" fmla="*/ 124333 h 932815"/>
                <a:gd name="connsiteX55" fmla="*/ 624459 w 627252"/>
                <a:gd name="connsiteY55" fmla="*/ 106172 h 932815"/>
                <a:gd name="connsiteX56" fmla="*/ 617474 w 627252"/>
                <a:gd name="connsiteY56" fmla="*/ 57277 h 93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27252" h="932815">
                  <a:moveTo>
                    <a:pt x="617474" y="57277"/>
                  </a:moveTo>
                  <a:cubicBezTo>
                    <a:pt x="616077" y="39116"/>
                    <a:pt x="613283" y="20955"/>
                    <a:pt x="613283" y="5588"/>
                  </a:cubicBezTo>
                  <a:cubicBezTo>
                    <a:pt x="606298" y="0"/>
                    <a:pt x="599313" y="0"/>
                    <a:pt x="596519" y="0"/>
                  </a:cubicBezTo>
                  <a:cubicBezTo>
                    <a:pt x="593725" y="0"/>
                    <a:pt x="78232" y="0"/>
                    <a:pt x="1397" y="1397"/>
                  </a:cubicBezTo>
                  <a:lnTo>
                    <a:pt x="2794" y="13970"/>
                  </a:lnTo>
                  <a:cubicBezTo>
                    <a:pt x="2794" y="23749"/>
                    <a:pt x="1397" y="145288"/>
                    <a:pt x="0" y="146685"/>
                  </a:cubicBezTo>
                  <a:cubicBezTo>
                    <a:pt x="106172" y="150876"/>
                    <a:pt x="213741" y="142494"/>
                    <a:pt x="319913" y="143891"/>
                  </a:cubicBezTo>
                  <a:cubicBezTo>
                    <a:pt x="353441" y="143891"/>
                    <a:pt x="382778" y="145288"/>
                    <a:pt x="398145" y="148082"/>
                  </a:cubicBezTo>
                  <a:lnTo>
                    <a:pt x="406527" y="146685"/>
                  </a:lnTo>
                  <a:cubicBezTo>
                    <a:pt x="430276" y="146685"/>
                    <a:pt x="452628" y="170434"/>
                    <a:pt x="437261" y="191389"/>
                  </a:cubicBezTo>
                  <a:cubicBezTo>
                    <a:pt x="391160" y="252857"/>
                    <a:pt x="356235" y="321310"/>
                    <a:pt x="317119" y="386969"/>
                  </a:cubicBezTo>
                  <a:cubicBezTo>
                    <a:pt x="276606" y="452628"/>
                    <a:pt x="243078" y="523875"/>
                    <a:pt x="202565" y="597916"/>
                  </a:cubicBezTo>
                  <a:lnTo>
                    <a:pt x="196977" y="616077"/>
                  </a:lnTo>
                  <a:cubicBezTo>
                    <a:pt x="194183" y="625856"/>
                    <a:pt x="191389" y="634238"/>
                    <a:pt x="191389" y="634238"/>
                  </a:cubicBezTo>
                  <a:cubicBezTo>
                    <a:pt x="173228" y="681736"/>
                    <a:pt x="164846" y="733425"/>
                    <a:pt x="152273" y="780923"/>
                  </a:cubicBezTo>
                  <a:cubicBezTo>
                    <a:pt x="136906" y="822833"/>
                    <a:pt x="142494" y="871728"/>
                    <a:pt x="128524" y="915035"/>
                  </a:cubicBezTo>
                  <a:lnTo>
                    <a:pt x="129921" y="924814"/>
                  </a:lnTo>
                  <a:cubicBezTo>
                    <a:pt x="148082" y="933196"/>
                    <a:pt x="167640" y="931799"/>
                    <a:pt x="184404" y="931799"/>
                  </a:cubicBezTo>
                  <a:lnTo>
                    <a:pt x="195580" y="930402"/>
                  </a:lnTo>
                  <a:lnTo>
                    <a:pt x="202565" y="931799"/>
                  </a:lnTo>
                  <a:cubicBezTo>
                    <a:pt x="215138" y="931799"/>
                    <a:pt x="231902" y="929005"/>
                    <a:pt x="241681" y="929005"/>
                  </a:cubicBezTo>
                  <a:lnTo>
                    <a:pt x="280797" y="929005"/>
                  </a:lnTo>
                  <a:lnTo>
                    <a:pt x="287782" y="931799"/>
                  </a:lnTo>
                  <a:cubicBezTo>
                    <a:pt x="290576" y="930402"/>
                    <a:pt x="293370" y="930402"/>
                    <a:pt x="296164" y="930402"/>
                  </a:cubicBezTo>
                  <a:cubicBezTo>
                    <a:pt x="300355" y="930402"/>
                    <a:pt x="304546" y="930402"/>
                    <a:pt x="308737" y="931799"/>
                  </a:cubicBezTo>
                  <a:lnTo>
                    <a:pt x="315595" y="932815"/>
                  </a:lnTo>
                  <a:lnTo>
                    <a:pt x="312928" y="922020"/>
                  </a:lnTo>
                  <a:cubicBezTo>
                    <a:pt x="318516" y="881507"/>
                    <a:pt x="312928" y="845185"/>
                    <a:pt x="321310" y="808863"/>
                  </a:cubicBezTo>
                  <a:cubicBezTo>
                    <a:pt x="319913" y="799084"/>
                    <a:pt x="321310" y="790702"/>
                    <a:pt x="324104" y="783717"/>
                  </a:cubicBezTo>
                  <a:cubicBezTo>
                    <a:pt x="324104" y="778129"/>
                    <a:pt x="326898" y="751586"/>
                    <a:pt x="326898" y="744601"/>
                  </a:cubicBezTo>
                  <a:lnTo>
                    <a:pt x="331089" y="722249"/>
                  </a:lnTo>
                  <a:lnTo>
                    <a:pt x="332486" y="708279"/>
                  </a:lnTo>
                  <a:lnTo>
                    <a:pt x="333883" y="701294"/>
                  </a:lnTo>
                  <a:cubicBezTo>
                    <a:pt x="338074" y="663575"/>
                    <a:pt x="352044" y="628650"/>
                    <a:pt x="357632" y="592328"/>
                  </a:cubicBezTo>
                  <a:lnTo>
                    <a:pt x="360426" y="585343"/>
                  </a:lnTo>
                  <a:cubicBezTo>
                    <a:pt x="363220" y="571373"/>
                    <a:pt x="366014" y="565785"/>
                    <a:pt x="368808" y="558800"/>
                  </a:cubicBezTo>
                  <a:cubicBezTo>
                    <a:pt x="372999" y="540639"/>
                    <a:pt x="382778" y="525272"/>
                    <a:pt x="386969" y="507111"/>
                  </a:cubicBezTo>
                  <a:cubicBezTo>
                    <a:pt x="392557" y="491744"/>
                    <a:pt x="400939" y="477774"/>
                    <a:pt x="409321" y="463804"/>
                  </a:cubicBezTo>
                  <a:cubicBezTo>
                    <a:pt x="416306" y="449834"/>
                    <a:pt x="421894" y="437261"/>
                    <a:pt x="428879" y="426085"/>
                  </a:cubicBezTo>
                  <a:lnTo>
                    <a:pt x="466598" y="356235"/>
                  </a:lnTo>
                  <a:lnTo>
                    <a:pt x="473583" y="340868"/>
                  </a:lnTo>
                  <a:lnTo>
                    <a:pt x="479171" y="332486"/>
                  </a:lnTo>
                  <a:cubicBezTo>
                    <a:pt x="481965" y="325501"/>
                    <a:pt x="486156" y="319913"/>
                    <a:pt x="493141" y="317119"/>
                  </a:cubicBezTo>
                  <a:lnTo>
                    <a:pt x="504317" y="297561"/>
                  </a:lnTo>
                  <a:cubicBezTo>
                    <a:pt x="509905" y="286385"/>
                    <a:pt x="516890" y="275209"/>
                    <a:pt x="526669" y="266827"/>
                  </a:cubicBezTo>
                  <a:cubicBezTo>
                    <a:pt x="530860" y="264033"/>
                    <a:pt x="535051" y="259842"/>
                    <a:pt x="539242" y="252857"/>
                  </a:cubicBezTo>
                  <a:lnTo>
                    <a:pt x="546227" y="241681"/>
                  </a:lnTo>
                  <a:cubicBezTo>
                    <a:pt x="550418" y="237490"/>
                    <a:pt x="553212" y="233299"/>
                    <a:pt x="556006" y="229108"/>
                  </a:cubicBezTo>
                  <a:cubicBezTo>
                    <a:pt x="568579" y="212344"/>
                    <a:pt x="582549" y="199771"/>
                    <a:pt x="595122" y="183007"/>
                  </a:cubicBezTo>
                  <a:lnTo>
                    <a:pt x="597916" y="180213"/>
                  </a:lnTo>
                  <a:cubicBezTo>
                    <a:pt x="602107" y="171831"/>
                    <a:pt x="606298" y="167640"/>
                    <a:pt x="609092" y="163449"/>
                  </a:cubicBezTo>
                  <a:cubicBezTo>
                    <a:pt x="610489" y="160655"/>
                    <a:pt x="614680" y="159258"/>
                    <a:pt x="617474" y="156464"/>
                  </a:cubicBezTo>
                  <a:lnTo>
                    <a:pt x="621665" y="145288"/>
                  </a:lnTo>
                  <a:cubicBezTo>
                    <a:pt x="621665" y="142494"/>
                    <a:pt x="623062" y="138303"/>
                    <a:pt x="624459" y="132715"/>
                  </a:cubicBezTo>
                  <a:lnTo>
                    <a:pt x="627253" y="124333"/>
                  </a:lnTo>
                  <a:lnTo>
                    <a:pt x="624459" y="106172"/>
                  </a:lnTo>
                  <a:lnTo>
                    <a:pt x="617474" y="57277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550C89F-9532-4B32-A4F7-455B37E58BE9}"/>
                </a:ext>
              </a:extLst>
            </p:cNvPr>
            <p:cNvSpPr/>
            <p:nvPr/>
          </p:nvSpPr>
          <p:spPr>
            <a:xfrm>
              <a:off x="47382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A3159D8-CF97-416D-B34C-8F76F5B83677}"/>
                </a:ext>
              </a:extLst>
            </p:cNvPr>
            <p:cNvSpPr/>
            <p:nvPr/>
          </p:nvSpPr>
          <p:spPr>
            <a:xfrm>
              <a:off x="4711700" y="5036819"/>
              <a:ext cx="234695" cy="229107"/>
            </a:xfrm>
            <a:custGeom>
              <a:avLst/>
              <a:gdLst>
                <a:gd name="connsiteX0" fmla="*/ 230505 w 234695"/>
                <a:gd name="connsiteY0" fmla="*/ 29337 h 229107"/>
                <a:gd name="connsiteX1" fmla="*/ 167640 w 234695"/>
                <a:gd name="connsiteY1" fmla="*/ 4191 h 229107"/>
                <a:gd name="connsiteX2" fmla="*/ 93599 w 234695"/>
                <a:gd name="connsiteY2" fmla="*/ 1397 h 229107"/>
                <a:gd name="connsiteX3" fmla="*/ 44704 w 234695"/>
                <a:gd name="connsiteY3" fmla="*/ 0 h 229107"/>
                <a:gd name="connsiteX4" fmla="*/ 20955 w 234695"/>
                <a:gd name="connsiteY4" fmla="*/ 0 h 229107"/>
                <a:gd name="connsiteX5" fmla="*/ 0 w 234695"/>
                <a:gd name="connsiteY5" fmla="*/ 41910 h 229107"/>
                <a:gd name="connsiteX6" fmla="*/ 0 w 234695"/>
                <a:gd name="connsiteY6" fmla="*/ 58674 h 229107"/>
                <a:gd name="connsiteX7" fmla="*/ 11176 w 234695"/>
                <a:gd name="connsiteY7" fmla="*/ 205359 h 229107"/>
                <a:gd name="connsiteX8" fmla="*/ 11176 w 234695"/>
                <a:gd name="connsiteY8" fmla="*/ 210947 h 229107"/>
                <a:gd name="connsiteX9" fmla="*/ 12573 w 234695"/>
                <a:gd name="connsiteY9" fmla="*/ 226314 h 229107"/>
                <a:gd name="connsiteX10" fmla="*/ 22352 w 234695"/>
                <a:gd name="connsiteY10" fmla="*/ 227711 h 229107"/>
                <a:gd name="connsiteX11" fmla="*/ 33528 w 234695"/>
                <a:gd name="connsiteY11" fmla="*/ 227711 h 229107"/>
                <a:gd name="connsiteX12" fmla="*/ 75438 w 234695"/>
                <a:gd name="connsiteY12" fmla="*/ 222123 h 229107"/>
                <a:gd name="connsiteX13" fmla="*/ 129921 w 234695"/>
                <a:gd name="connsiteY13" fmla="*/ 223520 h 229107"/>
                <a:gd name="connsiteX14" fmla="*/ 160655 w 234695"/>
                <a:gd name="connsiteY14" fmla="*/ 224917 h 229107"/>
                <a:gd name="connsiteX15" fmla="*/ 177419 w 234695"/>
                <a:gd name="connsiteY15" fmla="*/ 227711 h 229107"/>
                <a:gd name="connsiteX16" fmla="*/ 196977 w 234695"/>
                <a:gd name="connsiteY16" fmla="*/ 229108 h 229107"/>
                <a:gd name="connsiteX17" fmla="*/ 231902 w 234695"/>
                <a:gd name="connsiteY17" fmla="*/ 206756 h 229107"/>
                <a:gd name="connsiteX18" fmla="*/ 233299 w 234695"/>
                <a:gd name="connsiteY18" fmla="*/ 199771 h 229107"/>
                <a:gd name="connsiteX19" fmla="*/ 234696 w 234695"/>
                <a:gd name="connsiteY19" fmla="*/ 192786 h 229107"/>
                <a:gd name="connsiteX20" fmla="*/ 230505 w 234695"/>
                <a:gd name="connsiteY20" fmla="*/ 29337 h 229107"/>
                <a:gd name="connsiteX21" fmla="*/ 206756 w 234695"/>
                <a:gd name="connsiteY21" fmla="*/ 201168 h 229107"/>
                <a:gd name="connsiteX22" fmla="*/ 196977 w 234695"/>
                <a:gd name="connsiteY22" fmla="*/ 202565 h 229107"/>
                <a:gd name="connsiteX23" fmla="*/ 181610 w 234695"/>
                <a:gd name="connsiteY23" fmla="*/ 201168 h 229107"/>
                <a:gd name="connsiteX24" fmla="*/ 164846 w 234695"/>
                <a:gd name="connsiteY24" fmla="*/ 198374 h 229107"/>
                <a:gd name="connsiteX25" fmla="*/ 141097 w 234695"/>
                <a:gd name="connsiteY25" fmla="*/ 198374 h 229107"/>
                <a:gd name="connsiteX26" fmla="*/ 134112 w 234695"/>
                <a:gd name="connsiteY26" fmla="*/ 196977 h 229107"/>
                <a:gd name="connsiteX27" fmla="*/ 71247 w 234695"/>
                <a:gd name="connsiteY27" fmla="*/ 195580 h 229107"/>
                <a:gd name="connsiteX28" fmla="*/ 37719 w 234695"/>
                <a:gd name="connsiteY28" fmla="*/ 201168 h 229107"/>
                <a:gd name="connsiteX29" fmla="*/ 34925 w 234695"/>
                <a:gd name="connsiteY29" fmla="*/ 184404 h 229107"/>
                <a:gd name="connsiteX30" fmla="*/ 26543 w 234695"/>
                <a:gd name="connsiteY30" fmla="*/ 57277 h 229107"/>
                <a:gd name="connsiteX31" fmla="*/ 26543 w 234695"/>
                <a:gd name="connsiteY31" fmla="*/ 44704 h 229107"/>
                <a:gd name="connsiteX32" fmla="*/ 30734 w 234695"/>
                <a:gd name="connsiteY32" fmla="*/ 26543 h 229107"/>
                <a:gd name="connsiteX33" fmla="*/ 44704 w 234695"/>
                <a:gd name="connsiteY33" fmla="*/ 26543 h 229107"/>
                <a:gd name="connsiteX34" fmla="*/ 92202 w 234695"/>
                <a:gd name="connsiteY34" fmla="*/ 27940 h 229107"/>
                <a:gd name="connsiteX35" fmla="*/ 202565 w 234695"/>
                <a:gd name="connsiteY35" fmla="*/ 34925 h 229107"/>
                <a:gd name="connsiteX36" fmla="*/ 206756 w 234695"/>
                <a:gd name="connsiteY36" fmla="*/ 195580 h 229107"/>
                <a:gd name="connsiteX37" fmla="*/ 206756 w 234695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8516930-98C8-4FE0-B5AA-E0BB155F1187}"/>
                </a:ext>
              </a:extLst>
            </p:cNvPr>
            <p:cNvSpPr/>
            <p:nvPr/>
          </p:nvSpPr>
          <p:spPr>
            <a:xfrm>
              <a:off x="3924609" y="4270914"/>
              <a:ext cx="680918" cy="987097"/>
            </a:xfrm>
            <a:custGeom>
              <a:avLst/>
              <a:gdLst>
                <a:gd name="connsiteX0" fmla="*/ 671139 w 680918"/>
                <a:gd name="connsiteY0" fmla="*/ 81375 h 987097"/>
                <a:gd name="connsiteX1" fmla="*/ 666948 w 680918"/>
                <a:gd name="connsiteY1" fmla="*/ 31083 h 987097"/>
                <a:gd name="connsiteX2" fmla="*/ 625038 w 680918"/>
                <a:gd name="connsiteY2" fmla="*/ 349 h 987097"/>
                <a:gd name="connsiteX3" fmla="*/ 20137 w 680918"/>
                <a:gd name="connsiteY3" fmla="*/ 1746 h 987097"/>
                <a:gd name="connsiteX4" fmla="*/ 3373 w 680918"/>
                <a:gd name="connsiteY4" fmla="*/ 43656 h 987097"/>
                <a:gd name="connsiteX5" fmla="*/ 1976 w 680918"/>
                <a:gd name="connsiteY5" fmla="*/ 179165 h 987097"/>
                <a:gd name="connsiteX6" fmla="*/ 4770 w 680918"/>
                <a:gd name="connsiteY6" fmla="*/ 188944 h 987097"/>
                <a:gd name="connsiteX7" fmla="*/ 88590 w 680918"/>
                <a:gd name="connsiteY7" fmla="*/ 200120 h 987097"/>
                <a:gd name="connsiteX8" fmla="*/ 423870 w 680918"/>
                <a:gd name="connsiteY8" fmla="*/ 201517 h 987097"/>
                <a:gd name="connsiteX9" fmla="*/ 442031 w 680918"/>
                <a:gd name="connsiteY9" fmla="*/ 202914 h 987097"/>
                <a:gd name="connsiteX10" fmla="*/ 379166 w 680918"/>
                <a:gd name="connsiteY10" fmla="*/ 299307 h 987097"/>
                <a:gd name="connsiteX11" fmla="*/ 205938 w 680918"/>
                <a:gd name="connsiteY11" fmla="*/ 613632 h 987097"/>
                <a:gd name="connsiteX12" fmla="*/ 203144 w 680918"/>
                <a:gd name="connsiteY12" fmla="*/ 620617 h 987097"/>
                <a:gd name="connsiteX13" fmla="*/ 193365 w 680918"/>
                <a:gd name="connsiteY13" fmla="*/ 652748 h 987097"/>
                <a:gd name="connsiteX14" fmla="*/ 154249 w 680918"/>
                <a:gd name="connsiteY14" fmla="*/ 799434 h 987097"/>
                <a:gd name="connsiteX15" fmla="*/ 129103 w 680918"/>
                <a:gd name="connsiteY15" fmla="*/ 936340 h 987097"/>
                <a:gd name="connsiteX16" fmla="*/ 130500 w 680918"/>
                <a:gd name="connsiteY16" fmla="*/ 947515 h 987097"/>
                <a:gd name="connsiteX17" fmla="*/ 129103 w 680918"/>
                <a:gd name="connsiteY17" fmla="*/ 953103 h 987097"/>
                <a:gd name="connsiteX18" fmla="*/ 134691 w 680918"/>
                <a:gd name="connsiteY18" fmla="*/ 967074 h 987097"/>
                <a:gd name="connsiteX19" fmla="*/ 137485 w 680918"/>
                <a:gd name="connsiteY19" fmla="*/ 974059 h 987097"/>
                <a:gd name="connsiteX20" fmla="*/ 212923 w 680918"/>
                <a:gd name="connsiteY20" fmla="*/ 985234 h 987097"/>
                <a:gd name="connsiteX21" fmla="*/ 229687 w 680918"/>
                <a:gd name="connsiteY21" fmla="*/ 985234 h 987097"/>
                <a:gd name="connsiteX22" fmla="*/ 267406 w 680918"/>
                <a:gd name="connsiteY22" fmla="*/ 982440 h 987097"/>
                <a:gd name="connsiteX23" fmla="*/ 286964 w 680918"/>
                <a:gd name="connsiteY23" fmla="*/ 982440 h 987097"/>
                <a:gd name="connsiteX24" fmla="*/ 302331 w 680918"/>
                <a:gd name="connsiteY24" fmla="*/ 982440 h 987097"/>
                <a:gd name="connsiteX25" fmla="*/ 323286 w 680918"/>
                <a:gd name="connsiteY25" fmla="*/ 983837 h 987097"/>
                <a:gd name="connsiteX26" fmla="*/ 331668 w 680918"/>
                <a:gd name="connsiteY26" fmla="*/ 985234 h 987097"/>
                <a:gd name="connsiteX27" fmla="*/ 367990 w 680918"/>
                <a:gd name="connsiteY27" fmla="*/ 968471 h 987097"/>
                <a:gd name="connsiteX28" fmla="*/ 369387 w 680918"/>
                <a:gd name="connsiteY28" fmla="*/ 957295 h 987097"/>
                <a:gd name="connsiteX29" fmla="*/ 366593 w 680918"/>
                <a:gd name="connsiteY29" fmla="*/ 946118 h 987097"/>
                <a:gd name="connsiteX30" fmla="*/ 374975 w 680918"/>
                <a:gd name="connsiteY30" fmla="*/ 835756 h 987097"/>
                <a:gd name="connsiteX31" fmla="*/ 377769 w 680918"/>
                <a:gd name="connsiteY31" fmla="*/ 814800 h 987097"/>
                <a:gd name="connsiteX32" fmla="*/ 380563 w 680918"/>
                <a:gd name="connsiteY32" fmla="*/ 772890 h 987097"/>
                <a:gd name="connsiteX33" fmla="*/ 384754 w 680918"/>
                <a:gd name="connsiteY33" fmla="*/ 753332 h 987097"/>
                <a:gd name="connsiteX34" fmla="*/ 386151 w 680918"/>
                <a:gd name="connsiteY34" fmla="*/ 739362 h 987097"/>
                <a:gd name="connsiteX35" fmla="*/ 412694 w 680918"/>
                <a:gd name="connsiteY35" fmla="*/ 620617 h 987097"/>
                <a:gd name="connsiteX36" fmla="*/ 415488 w 680918"/>
                <a:gd name="connsiteY36" fmla="*/ 612235 h 987097"/>
                <a:gd name="connsiteX37" fmla="*/ 422473 w 680918"/>
                <a:gd name="connsiteY37" fmla="*/ 592677 h 987097"/>
                <a:gd name="connsiteX38" fmla="*/ 440634 w 680918"/>
                <a:gd name="connsiteY38" fmla="*/ 540988 h 987097"/>
                <a:gd name="connsiteX39" fmla="*/ 449016 w 680918"/>
                <a:gd name="connsiteY39" fmla="*/ 521430 h 987097"/>
                <a:gd name="connsiteX40" fmla="*/ 460192 w 680918"/>
                <a:gd name="connsiteY40" fmla="*/ 503269 h 987097"/>
                <a:gd name="connsiteX41" fmla="*/ 479750 w 680918"/>
                <a:gd name="connsiteY41" fmla="*/ 465550 h 987097"/>
                <a:gd name="connsiteX42" fmla="*/ 516072 w 680918"/>
                <a:gd name="connsiteY42" fmla="*/ 395700 h 987097"/>
                <a:gd name="connsiteX43" fmla="*/ 524454 w 680918"/>
                <a:gd name="connsiteY43" fmla="*/ 380333 h 987097"/>
                <a:gd name="connsiteX44" fmla="*/ 531439 w 680918"/>
                <a:gd name="connsiteY44" fmla="*/ 367760 h 987097"/>
                <a:gd name="connsiteX45" fmla="*/ 538424 w 680918"/>
                <a:gd name="connsiteY45" fmla="*/ 362172 h 987097"/>
                <a:gd name="connsiteX46" fmla="*/ 546806 w 680918"/>
                <a:gd name="connsiteY46" fmla="*/ 350996 h 987097"/>
                <a:gd name="connsiteX47" fmla="*/ 555188 w 680918"/>
                <a:gd name="connsiteY47" fmla="*/ 337026 h 987097"/>
                <a:gd name="connsiteX48" fmla="*/ 570555 w 680918"/>
                <a:gd name="connsiteY48" fmla="*/ 316071 h 987097"/>
                <a:gd name="connsiteX49" fmla="*/ 588716 w 680918"/>
                <a:gd name="connsiteY49" fmla="*/ 295116 h 987097"/>
                <a:gd name="connsiteX50" fmla="*/ 604083 w 680918"/>
                <a:gd name="connsiteY50" fmla="*/ 272764 h 987097"/>
                <a:gd name="connsiteX51" fmla="*/ 641802 w 680918"/>
                <a:gd name="connsiteY51" fmla="*/ 228060 h 987097"/>
                <a:gd name="connsiteX52" fmla="*/ 657169 w 680918"/>
                <a:gd name="connsiteY52" fmla="*/ 207105 h 987097"/>
                <a:gd name="connsiteX53" fmla="*/ 669742 w 680918"/>
                <a:gd name="connsiteY53" fmla="*/ 193135 h 987097"/>
                <a:gd name="connsiteX54" fmla="*/ 676727 w 680918"/>
                <a:gd name="connsiteY54" fmla="*/ 174974 h 987097"/>
                <a:gd name="connsiteX55" fmla="*/ 679521 w 680918"/>
                <a:gd name="connsiteY55" fmla="*/ 159607 h 987097"/>
                <a:gd name="connsiteX56" fmla="*/ 680918 w 680918"/>
                <a:gd name="connsiteY56" fmla="*/ 152622 h 987097"/>
                <a:gd name="connsiteX57" fmla="*/ 680918 w 680918"/>
                <a:gd name="connsiteY57" fmla="*/ 147034 h 987097"/>
                <a:gd name="connsiteX58" fmla="*/ 678124 w 680918"/>
                <a:gd name="connsiteY58" fmla="*/ 128873 h 987097"/>
                <a:gd name="connsiteX59" fmla="*/ 671139 w 680918"/>
                <a:gd name="connsiteY59" fmla="*/ 81375 h 987097"/>
                <a:gd name="connsiteX60" fmla="*/ 651581 w 680918"/>
                <a:gd name="connsiteY60" fmla="*/ 159607 h 987097"/>
                <a:gd name="connsiteX61" fmla="*/ 648787 w 680918"/>
                <a:gd name="connsiteY61" fmla="*/ 172180 h 987097"/>
                <a:gd name="connsiteX62" fmla="*/ 644596 w 680918"/>
                <a:gd name="connsiteY62" fmla="*/ 183356 h 987097"/>
                <a:gd name="connsiteX63" fmla="*/ 636214 w 680918"/>
                <a:gd name="connsiteY63" fmla="*/ 190341 h 987097"/>
                <a:gd name="connsiteX64" fmla="*/ 625038 w 680918"/>
                <a:gd name="connsiteY64" fmla="*/ 207105 h 987097"/>
                <a:gd name="connsiteX65" fmla="*/ 622244 w 680918"/>
                <a:gd name="connsiteY65" fmla="*/ 209899 h 987097"/>
                <a:gd name="connsiteX66" fmla="*/ 583128 w 680918"/>
                <a:gd name="connsiteY66" fmla="*/ 256000 h 987097"/>
                <a:gd name="connsiteX67" fmla="*/ 573349 w 680918"/>
                <a:gd name="connsiteY67" fmla="*/ 268573 h 987097"/>
                <a:gd name="connsiteX68" fmla="*/ 566364 w 680918"/>
                <a:gd name="connsiteY68" fmla="*/ 279749 h 987097"/>
                <a:gd name="connsiteX69" fmla="*/ 553791 w 680918"/>
                <a:gd name="connsiteY69" fmla="*/ 293719 h 987097"/>
                <a:gd name="connsiteX70" fmla="*/ 531439 w 680918"/>
                <a:gd name="connsiteY70" fmla="*/ 324453 h 987097"/>
                <a:gd name="connsiteX71" fmla="*/ 520263 w 680918"/>
                <a:gd name="connsiteY71" fmla="*/ 344011 h 987097"/>
                <a:gd name="connsiteX72" fmla="*/ 506293 w 680918"/>
                <a:gd name="connsiteY72" fmla="*/ 359378 h 987097"/>
                <a:gd name="connsiteX73" fmla="*/ 500705 w 680918"/>
                <a:gd name="connsiteY73" fmla="*/ 367760 h 987097"/>
                <a:gd name="connsiteX74" fmla="*/ 493720 w 680918"/>
                <a:gd name="connsiteY74" fmla="*/ 383127 h 987097"/>
                <a:gd name="connsiteX75" fmla="*/ 456001 w 680918"/>
                <a:gd name="connsiteY75" fmla="*/ 452977 h 987097"/>
                <a:gd name="connsiteX76" fmla="*/ 436443 w 680918"/>
                <a:gd name="connsiteY76" fmla="*/ 490696 h 987097"/>
                <a:gd name="connsiteX77" fmla="*/ 414091 w 680918"/>
                <a:gd name="connsiteY77" fmla="*/ 534003 h 987097"/>
                <a:gd name="connsiteX78" fmla="*/ 395930 w 680918"/>
                <a:gd name="connsiteY78" fmla="*/ 585692 h 987097"/>
                <a:gd name="connsiteX79" fmla="*/ 387548 w 680918"/>
                <a:gd name="connsiteY79" fmla="*/ 612235 h 987097"/>
                <a:gd name="connsiteX80" fmla="*/ 384754 w 680918"/>
                <a:gd name="connsiteY80" fmla="*/ 619220 h 987097"/>
                <a:gd name="connsiteX81" fmla="*/ 361005 w 680918"/>
                <a:gd name="connsiteY81" fmla="*/ 728187 h 987097"/>
                <a:gd name="connsiteX82" fmla="*/ 359608 w 680918"/>
                <a:gd name="connsiteY82" fmla="*/ 735171 h 987097"/>
                <a:gd name="connsiteX83" fmla="*/ 358211 w 680918"/>
                <a:gd name="connsiteY83" fmla="*/ 749141 h 987097"/>
                <a:gd name="connsiteX84" fmla="*/ 354020 w 680918"/>
                <a:gd name="connsiteY84" fmla="*/ 771493 h 987097"/>
                <a:gd name="connsiteX85" fmla="*/ 351226 w 680918"/>
                <a:gd name="connsiteY85" fmla="*/ 810609 h 987097"/>
                <a:gd name="connsiteX86" fmla="*/ 348432 w 680918"/>
                <a:gd name="connsiteY86" fmla="*/ 835756 h 987097"/>
                <a:gd name="connsiteX87" fmla="*/ 340050 w 680918"/>
                <a:gd name="connsiteY87" fmla="*/ 948912 h 987097"/>
                <a:gd name="connsiteX88" fmla="*/ 342717 w 680918"/>
                <a:gd name="connsiteY88" fmla="*/ 959708 h 987097"/>
                <a:gd name="connsiteX89" fmla="*/ 335859 w 680918"/>
                <a:gd name="connsiteY89" fmla="*/ 958692 h 987097"/>
                <a:gd name="connsiteX90" fmla="*/ 323286 w 680918"/>
                <a:gd name="connsiteY90" fmla="*/ 957295 h 987097"/>
                <a:gd name="connsiteX91" fmla="*/ 314904 w 680918"/>
                <a:gd name="connsiteY91" fmla="*/ 958692 h 987097"/>
                <a:gd name="connsiteX92" fmla="*/ 307919 w 680918"/>
                <a:gd name="connsiteY92" fmla="*/ 955898 h 987097"/>
                <a:gd name="connsiteX93" fmla="*/ 268803 w 680918"/>
                <a:gd name="connsiteY93" fmla="*/ 955898 h 987097"/>
                <a:gd name="connsiteX94" fmla="*/ 229687 w 680918"/>
                <a:gd name="connsiteY94" fmla="*/ 958692 h 987097"/>
                <a:gd name="connsiteX95" fmla="*/ 222702 w 680918"/>
                <a:gd name="connsiteY95" fmla="*/ 957295 h 987097"/>
                <a:gd name="connsiteX96" fmla="*/ 211526 w 680918"/>
                <a:gd name="connsiteY96" fmla="*/ 958692 h 987097"/>
                <a:gd name="connsiteX97" fmla="*/ 157043 w 680918"/>
                <a:gd name="connsiteY97" fmla="*/ 951706 h 987097"/>
                <a:gd name="connsiteX98" fmla="*/ 155646 w 680918"/>
                <a:gd name="connsiteY98" fmla="*/ 941928 h 987097"/>
                <a:gd name="connsiteX99" fmla="*/ 179395 w 680918"/>
                <a:gd name="connsiteY99" fmla="*/ 807815 h 987097"/>
                <a:gd name="connsiteX100" fmla="*/ 218511 w 680918"/>
                <a:gd name="connsiteY100" fmla="*/ 661131 h 987097"/>
                <a:gd name="connsiteX101" fmla="*/ 224099 w 680918"/>
                <a:gd name="connsiteY101" fmla="*/ 642969 h 987097"/>
                <a:gd name="connsiteX102" fmla="*/ 229687 w 680918"/>
                <a:gd name="connsiteY102" fmla="*/ 624808 h 987097"/>
                <a:gd name="connsiteX103" fmla="*/ 344241 w 680918"/>
                <a:gd name="connsiteY103" fmla="*/ 413861 h 987097"/>
                <a:gd name="connsiteX104" fmla="*/ 464383 w 680918"/>
                <a:gd name="connsiteY104" fmla="*/ 218281 h 987097"/>
                <a:gd name="connsiteX105" fmla="*/ 433649 w 680918"/>
                <a:gd name="connsiteY105" fmla="*/ 173577 h 987097"/>
                <a:gd name="connsiteX106" fmla="*/ 425267 w 680918"/>
                <a:gd name="connsiteY106" fmla="*/ 174974 h 987097"/>
                <a:gd name="connsiteX107" fmla="*/ 347035 w 680918"/>
                <a:gd name="connsiteY107" fmla="*/ 170783 h 987097"/>
                <a:gd name="connsiteX108" fmla="*/ 27122 w 680918"/>
                <a:gd name="connsiteY108" fmla="*/ 173577 h 987097"/>
                <a:gd name="connsiteX109" fmla="*/ 29916 w 680918"/>
                <a:gd name="connsiteY109" fmla="*/ 40862 h 987097"/>
                <a:gd name="connsiteX110" fmla="*/ 28519 w 680918"/>
                <a:gd name="connsiteY110" fmla="*/ 28289 h 987097"/>
                <a:gd name="connsiteX111" fmla="*/ 623641 w 680918"/>
                <a:gd name="connsiteY111" fmla="*/ 26892 h 987097"/>
                <a:gd name="connsiteX112" fmla="*/ 640405 w 680918"/>
                <a:gd name="connsiteY112" fmla="*/ 32480 h 987097"/>
                <a:gd name="connsiteX113" fmla="*/ 644596 w 680918"/>
                <a:gd name="connsiteY113" fmla="*/ 84169 h 987097"/>
                <a:gd name="connsiteX114" fmla="*/ 651581 w 680918"/>
                <a:gd name="connsiteY114" fmla="*/ 133064 h 987097"/>
                <a:gd name="connsiteX115" fmla="*/ 654375 w 680918"/>
                <a:gd name="connsiteY115" fmla="*/ 151225 h 987097"/>
                <a:gd name="connsiteX116" fmla="*/ 651581 w 680918"/>
                <a:gd name="connsiteY116" fmla="*/ 159607 h 98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80918" h="987097">
                  <a:moveTo>
                    <a:pt x="671139" y="81375"/>
                  </a:moveTo>
                  <a:cubicBezTo>
                    <a:pt x="669742" y="63214"/>
                    <a:pt x="666948" y="46450"/>
                    <a:pt x="666948" y="31083"/>
                  </a:cubicBezTo>
                  <a:cubicBezTo>
                    <a:pt x="664154" y="-6636"/>
                    <a:pt x="654375" y="1746"/>
                    <a:pt x="625038" y="349"/>
                  </a:cubicBezTo>
                  <a:cubicBezTo>
                    <a:pt x="622244" y="349"/>
                    <a:pt x="66238" y="-1048"/>
                    <a:pt x="20137" y="1746"/>
                  </a:cubicBezTo>
                  <a:cubicBezTo>
                    <a:pt x="-7803" y="4540"/>
                    <a:pt x="579" y="22701"/>
                    <a:pt x="3373" y="43656"/>
                  </a:cubicBezTo>
                  <a:cubicBezTo>
                    <a:pt x="3373" y="53435"/>
                    <a:pt x="1976" y="170783"/>
                    <a:pt x="1976" y="179165"/>
                  </a:cubicBezTo>
                  <a:lnTo>
                    <a:pt x="4770" y="188944"/>
                  </a:lnTo>
                  <a:cubicBezTo>
                    <a:pt x="10358" y="207105"/>
                    <a:pt x="78811" y="200120"/>
                    <a:pt x="88590" y="200120"/>
                  </a:cubicBezTo>
                  <a:cubicBezTo>
                    <a:pt x="155646" y="200120"/>
                    <a:pt x="380563" y="190341"/>
                    <a:pt x="423870" y="201517"/>
                  </a:cubicBezTo>
                  <a:cubicBezTo>
                    <a:pt x="428061" y="201517"/>
                    <a:pt x="437840" y="198723"/>
                    <a:pt x="442031" y="202914"/>
                  </a:cubicBezTo>
                  <a:cubicBezTo>
                    <a:pt x="419679" y="233648"/>
                    <a:pt x="398724" y="265779"/>
                    <a:pt x="379166" y="299307"/>
                  </a:cubicBezTo>
                  <a:cubicBezTo>
                    <a:pt x="320492" y="401288"/>
                    <a:pt x="264612" y="503269"/>
                    <a:pt x="205938" y="613632"/>
                  </a:cubicBezTo>
                  <a:lnTo>
                    <a:pt x="203144" y="620617"/>
                  </a:lnTo>
                  <a:cubicBezTo>
                    <a:pt x="198953" y="630396"/>
                    <a:pt x="196159" y="641572"/>
                    <a:pt x="193365" y="652748"/>
                  </a:cubicBezTo>
                  <a:cubicBezTo>
                    <a:pt x="175204" y="700246"/>
                    <a:pt x="166822" y="750538"/>
                    <a:pt x="154249" y="799434"/>
                  </a:cubicBezTo>
                  <a:cubicBezTo>
                    <a:pt x="138882" y="842740"/>
                    <a:pt x="145867" y="891636"/>
                    <a:pt x="129103" y="936340"/>
                  </a:cubicBezTo>
                  <a:cubicBezTo>
                    <a:pt x="129103" y="937737"/>
                    <a:pt x="129103" y="944721"/>
                    <a:pt x="130500" y="947515"/>
                  </a:cubicBezTo>
                  <a:lnTo>
                    <a:pt x="129103" y="953103"/>
                  </a:lnTo>
                  <a:cubicBezTo>
                    <a:pt x="129103" y="954500"/>
                    <a:pt x="130500" y="961486"/>
                    <a:pt x="134691" y="967074"/>
                  </a:cubicBezTo>
                  <a:lnTo>
                    <a:pt x="137485" y="974059"/>
                  </a:lnTo>
                  <a:cubicBezTo>
                    <a:pt x="144470" y="990823"/>
                    <a:pt x="198953" y="985234"/>
                    <a:pt x="212923" y="985234"/>
                  </a:cubicBezTo>
                  <a:lnTo>
                    <a:pt x="229687" y="985234"/>
                  </a:lnTo>
                  <a:cubicBezTo>
                    <a:pt x="240863" y="985234"/>
                    <a:pt x="257627" y="982440"/>
                    <a:pt x="267406" y="982440"/>
                  </a:cubicBezTo>
                  <a:cubicBezTo>
                    <a:pt x="272994" y="983837"/>
                    <a:pt x="279979" y="982440"/>
                    <a:pt x="286964" y="982440"/>
                  </a:cubicBezTo>
                  <a:lnTo>
                    <a:pt x="302331" y="982440"/>
                  </a:lnTo>
                  <a:cubicBezTo>
                    <a:pt x="306522" y="983837"/>
                    <a:pt x="313507" y="986631"/>
                    <a:pt x="323286" y="983837"/>
                  </a:cubicBezTo>
                  <a:cubicBezTo>
                    <a:pt x="326080" y="983837"/>
                    <a:pt x="328874" y="983837"/>
                    <a:pt x="331668" y="985234"/>
                  </a:cubicBezTo>
                  <a:cubicBezTo>
                    <a:pt x="351226" y="988029"/>
                    <a:pt x="354020" y="990823"/>
                    <a:pt x="367990" y="968471"/>
                  </a:cubicBezTo>
                  <a:cubicBezTo>
                    <a:pt x="369387" y="964280"/>
                    <a:pt x="369387" y="960089"/>
                    <a:pt x="369387" y="957295"/>
                  </a:cubicBezTo>
                  <a:lnTo>
                    <a:pt x="366593" y="946118"/>
                  </a:lnTo>
                  <a:cubicBezTo>
                    <a:pt x="372181" y="911193"/>
                    <a:pt x="366593" y="873475"/>
                    <a:pt x="374975" y="835756"/>
                  </a:cubicBezTo>
                  <a:cubicBezTo>
                    <a:pt x="373578" y="828771"/>
                    <a:pt x="374975" y="823182"/>
                    <a:pt x="377769" y="814800"/>
                  </a:cubicBezTo>
                  <a:cubicBezTo>
                    <a:pt x="377769" y="814800"/>
                    <a:pt x="380563" y="782669"/>
                    <a:pt x="380563" y="772890"/>
                  </a:cubicBezTo>
                  <a:lnTo>
                    <a:pt x="384754" y="753332"/>
                  </a:lnTo>
                  <a:lnTo>
                    <a:pt x="386151" y="739362"/>
                  </a:lnTo>
                  <a:cubicBezTo>
                    <a:pt x="391739" y="701643"/>
                    <a:pt x="404312" y="665321"/>
                    <a:pt x="412694" y="620617"/>
                  </a:cubicBezTo>
                  <a:lnTo>
                    <a:pt x="415488" y="612235"/>
                  </a:lnTo>
                  <a:cubicBezTo>
                    <a:pt x="416885" y="606647"/>
                    <a:pt x="418282" y="602456"/>
                    <a:pt x="422473" y="592677"/>
                  </a:cubicBezTo>
                  <a:cubicBezTo>
                    <a:pt x="425267" y="574516"/>
                    <a:pt x="435046" y="559149"/>
                    <a:pt x="440634" y="540988"/>
                  </a:cubicBezTo>
                  <a:cubicBezTo>
                    <a:pt x="442031" y="535400"/>
                    <a:pt x="446222" y="528415"/>
                    <a:pt x="449016" y="521430"/>
                  </a:cubicBezTo>
                  <a:lnTo>
                    <a:pt x="460192" y="503269"/>
                  </a:lnTo>
                  <a:cubicBezTo>
                    <a:pt x="467177" y="489299"/>
                    <a:pt x="472765" y="476726"/>
                    <a:pt x="479750" y="465550"/>
                  </a:cubicBezTo>
                  <a:lnTo>
                    <a:pt x="516072" y="395700"/>
                  </a:lnTo>
                  <a:lnTo>
                    <a:pt x="524454" y="380333"/>
                  </a:lnTo>
                  <a:cubicBezTo>
                    <a:pt x="525851" y="377539"/>
                    <a:pt x="527248" y="374745"/>
                    <a:pt x="531439" y="367760"/>
                  </a:cubicBezTo>
                  <a:cubicBezTo>
                    <a:pt x="532836" y="367760"/>
                    <a:pt x="534233" y="366363"/>
                    <a:pt x="538424" y="362172"/>
                  </a:cubicBezTo>
                  <a:cubicBezTo>
                    <a:pt x="541218" y="359378"/>
                    <a:pt x="544012" y="355187"/>
                    <a:pt x="546806" y="350996"/>
                  </a:cubicBezTo>
                  <a:lnTo>
                    <a:pt x="555188" y="337026"/>
                  </a:lnTo>
                  <a:cubicBezTo>
                    <a:pt x="557982" y="331438"/>
                    <a:pt x="563570" y="320262"/>
                    <a:pt x="570555" y="316071"/>
                  </a:cubicBezTo>
                  <a:cubicBezTo>
                    <a:pt x="578937" y="310483"/>
                    <a:pt x="584525" y="302101"/>
                    <a:pt x="588716" y="295116"/>
                  </a:cubicBezTo>
                  <a:cubicBezTo>
                    <a:pt x="594304" y="286734"/>
                    <a:pt x="598495" y="279749"/>
                    <a:pt x="604083" y="272764"/>
                  </a:cubicBezTo>
                  <a:cubicBezTo>
                    <a:pt x="616656" y="257397"/>
                    <a:pt x="630626" y="243427"/>
                    <a:pt x="641802" y="228060"/>
                  </a:cubicBezTo>
                  <a:cubicBezTo>
                    <a:pt x="648787" y="222472"/>
                    <a:pt x="650184" y="215487"/>
                    <a:pt x="657169" y="207105"/>
                  </a:cubicBezTo>
                  <a:cubicBezTo>
                    <a:pt x="665551" y="201517"/>
                    <a:pt x="664154" y="202914"/>
                    <a:pt x="669742" y="193135"/>
                  </a:cubicBezTo>
                  <a:lnTo>
                    <a:pt x="676727" y="174974"/>
                  </a:lnTo>
                  <a:cubicBezTo>
                    <a:pt x="676727" y="172180"/>
                    <a:pt x="676727" y="169386"/>
                    <a:pt x="679521" y="159607"/>
                  </a:cubicBezTo>
                  <a:lnTo>
                    <a:pt x="680918" y="152622"/>
                  </a:lnTo>
                  <a:lnTo>
                    <a:pt x="680918" y="147034"/>
                  </a:lnTo>
                  <a:lnTo>
                    <a:pt x="678124" y="128873"/>
                  </a:lnTo>
                  <a:lnTo>
                    <a:pt x="671139" y="81375"/>
                  </a:lnTo>
                  <a:close/>
                  <a:moveTo>
                    <a:pt x="651581" y="159607"/>
                  </a:moveTo>
                  <a:cubicBezTo>
                    <a:pt x="650184" y="165195"/>
                    <a:pt x="648787" y="169386"/>
                    <a:pt x="648787" y="172180"/>
                  </a:cubicBezTo>
                  <a:lnTo>
                    <a:pt x="644596" y="183356"/>
                  </a:lnTo>
                  <a:cubicBezTo>
                    <a:pt x="641802" y="186150"/>
                    <a:pt x="637611" y="187547"/>
                    <a:pt x="636214" y="190341"/>
                  </a:cubicBezTo>
                  <a:cubicBezTo>
                    <a:pt x="633420" y="194532"/>
                    <a:pt x="629229" y="198723"/>
                    <a:pt x="625038" y="207105"/>
                  </a:cubicBezTo>
                  <a:lnTo>
                    <a:pt x="622244" y="209899"/>
                  </a:lnTo>
                  <a:cubicBezTo>
                    <a:pt x="609671" y="226663"/>
                    <a:pt x="595701" y="239236"/>
                    <a:pt x="583128" y="256000"/>
                  </a:cubicBezTo>
                  <a:cubicBezTo>
                    <a:pt x="580334" y="260191"/>
                    <a:pt x="577540" y="264382"/>
                    <a:pt x="573349" y="268573"/>
                  </a:cubicBezTo>
                  <a:lnTo>
                    <a:pt x="566364" y="279749"/>
                  </a:lnTo>
                  <a:cubicBezTo>
                    <a:pt x="562173" y="286734"/>
                    <a:pt x="557982" y="290925"/>
                    <a:pt x="553791" y="293719"/>
                  </a:cubicBezTo>
                  <a:cubicBezTo>
                    <a:pt x="544012" y="302101"/>
                    <a:pt x="537027" y="313277"/>
                    <a:pt x="531439" y="324453"/>
                  </a:cubicBezTo>
                  <a:lnTo>
                    <a:pt x="520263" y="344011"/>
                  </a:lnTo>
                  <a:cubicBezTo>
                    <a:pt x="513278" y="346805"/>
                    <a:pt x="509087" y="352393"/>
                    <a:pt x="506293" y="359378"/>
                  </a:cubicBezTo>
                  <a:lnTo>
                    <a:pt x="500705" y="367760"/>
                  </a:lnTo>
                  <a:lnTo>
                    <a:pt x="493720" y="383127"/>
                  </a:lnTo>
                  <a:lnTo>
                    <a:pt x="456001" y="452977"/>
                  </a:lnTo>
                  <a:cubicBezTo>
                    <a:pt x="449016" y="464153"/>
                    <a:pt x="443428" y="476726"/>
                    <a:pt x="436443" y="490696"/>
                  </a:cubicBezTo>
                  <a:cubicBezTo>
                    <a:pt x="428061" y="504666"/>
                    <a:pt x="419679" y="518636"/>
                    <a:pt x="414091" y="534003"/>
                  </a:cubicBezTo>
                  <a:cubicBezTo>
                    <a:pt x="409900" y="552164"/>
                    <a:pt x="400121" y="567531"/>
                    <a:pt x="395930" y="585692"/>
                  </a:cubicBezTo>
                  <a:cubicBezTo>
                    <a:pt x="393136" y="592677"/>
                    <a:pt x="390342" y="598265"/>
                    <a:pt x="387548" y="612235"/>
                  </a:cubicBezTo>
                  <a:lnTo>
                    <a:pt x="384754" y="619220"/>
                  </a:lnTo>
                  <a:cubicBezTo>
                    <a:pt x="379166" y="655542"/>
                    <a:pt x="365196" y="690467"/>
                    <a:pt x="361005" y="728187"/>
                  </a:cubicBezTo>
                  <a:lnTo>
                    <a:pt x="359608" y="735171"/>
                  </a:lnTo>
                  <a:lnTo>
                    <a:pt x="358211" y="749141"/>
                  </a:lnTo>
                  <a:lnTo>
                    <a:pt x="354020" y="771493"/>
                  </a:lnTo>
                  <a:cubicBezTo>
                    <a:pt x="354020" y="778478"/>
                    <a:pt x="351226" y="805021"/>
                    <a:pt x="351226" y="810609"/>
                  </a:cubicBezTo>
                  <a:cubicBezTo>
                    <a:pt x="348432" y="817594"/>
                    <a:pt x="347035" y="825977"/>
                    <a:pt x="348432" y="835756"/>
                  </a:cubicBezTo>
                  <a:cubicBezTo>
                    <a:pt x="340050" y="872078"/>
                    <a:pt x="345638" y="908400"/>
                    <a:pt x="340050" y="948912"/>
                  </a:cubicBezTo>
                  <a:lnTo>
                    <a:pt x="342717" y="959708"/>
                  </a:lnTo>
                  <a:lnTo>
                    <a:pt x="335859" y="958692"/>
                  </a:lnTo>
                  <a:cubicBezTo>
                    <a:pt x="331668" y="957295"/>
                    <a:pt x="327477" y="957295"/>
                    <a:pt x="323286" y="957295"/>
                  </a:cubicBezTo>
                  <a:cubicBezTo>
                    <a:pt x="320492" y="957295"/>
                    <a:pt x="317698" y="957295"/>
                    <a:pt x="314904" y="958692"/>
                  </a:cubicBezTo>
                  <a:lnTo>
                    <a:pt x="307919" y="955898"/>
                  </a:lnTo>
                  <a:lnTo>
                    <a:pt x="268803" y="955898"/>
                  </a:lnTo>
                  <a:cubicBezTo>
                    <a:pt x="259024" y="955898"/>
                    <a:pt x="242260" y="958692"/>
                    <a:pt x="229687" y="958692"/>
                  </a:cubicBezTo>
                  <a:lnTo>
                    <a:pt x="222702" y="957295"/>
                  </a:lnTo>
                  <a:lnTo>
                    <a:pt x="211526" y="958692"/>
                  </a:lnTo>
                  <a:cubicBezTo>
                    <a:pt x="194762" y="958692"/>
                    <a:pt x="175204" y="960089"/>
                    <a:pt x="157043" y="951706"/>
                  </a:cubicBezTo>
                  <a:lnTo>
                    <a:pt x="155646" y="941928"/>
                  </a:lnTo>
                  <a:cubicBezTo>
                    <a:pt x="169616" y="898621"/>
                    <a:pt x="164028" y="849725"/>
                    <a:pt x="179395" y="807815"/>
                  </a:cubicBezTo>
                  <a:cubicBezTo>
                    <a:pt x="191968" y="760318"/>
                    <a:pt x="200350" y="708628"/>
                    <a:pt x="218511" y="661131"/>
                  </a:cubicBezTo>
                  <a:cubicBezTo>
                    <a:pt x="218511" y="661131"/>
                    <a:pt x="221305" y="652748"/>
                    <a:pt x="224099" y="642969"/>
                  </a:cubicBezTo>
                  <a:lnTo>
                    <a:pt x="229687" y="624808"/>
                  </a:lnTo>
                  <a:cubicBezTo>
                    <a:pt x="270200" y="550767"/>
                    <a:pt x="303728" y="479520"/>
                    <a:pt x="344241" y="413861"/>
                  </a:cubicBezTo>
                  <a:cubicBezTo>
                    <a:pt x="383357" y="348202"/>
                    <a:pt x="418282" y="279749"/>
                    <a:pt x="464383" y="218281"/>
                  </a:cubicBezTo>
                  <a:cubicBezTo>
                    <a:pt x="479750" y="197326"/>
                    <a:pt x="457398" y="173577"/>
                    <a:pt x="433649" y="173577"/>
                  </a:cubicBezTo>
                  <a:lnTo>
                    <a:pt x="425267" y="174974"/>
                  </a:lnTo>
                  <a:cubicBezTo>
                    <a:pt x="409900" y="172180"/>
                    <a:pt x="380563" y="170783"/>
                    <a:pt x="347035" y="170783"/>
                  </a:cubicBezTo>
                  <a:cubicBezTo>
                    <a:pt x="240863" y="169386"/>
                    <a:pt x="133294" y="177768"/>
                    <a:pt x="27122" y="173577"/>
                  </a:cubicBezTo>
                  <a:cubicBezTo>
                    <a:pt x="28519" y="172180"/>
                    <a:pt x="29916" y="50641"/>
                    <a:pt x="29916" y="40862"/>
                  </a:cubicBezTo>
                  <a:lnTo>
                    <a:pt x="28519" y="28289"/>
                  </a:lnTo>
                  <a:cubicBezTo>
                    <a:pt x="105354" y="26892"/>
                    <a:pt x="620847" y="26892"/>
                    <a:pt x="623641" y="26892"/>
                  </a:cubicBezTo>
                  <a:cubicBezTo>
                    <a:pt x="626435" y="26892"/>
                    <a:pt x="633420" y="26892"/>
                    <a:pt x="640405" y="32480"/>
                  </a:cubicBezTo>
                  <a:cubicBezTo>
                    <a:pt x="640405" y="47847"/>
                    <a:pt x="643199" y="66008"/>
                    <a:pt x="644596" y="84169"/>
                  </a:cubicBezTo>
                  <a:lnTo>
                    <a:pt x="651581" y="133064"/>
                  </a:lnTo>
                  <a:lnTo>
                    <a:pt x="654375" y="151225"/>
                  </a:lnTo>
                  <a:lnTo>
                    <a:pt x="651581" y="1596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67179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49327-C8C1-4B7A-96E3-3281421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/Else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0FD60F-CBAE-B306-EFD7-5DF27BCD7097}"/>
              </a:ext>
            </a:extLst>
          </p:cNvPr>
          <p:cNvSpPr txBox="1"/>
          <p:nvPr/>
        </p:nvSpPr>
        <p:spPr>
          <a:xfrm>
            <a:off x="695325" y="1545335"/>
            <a:ext cx="609452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If/Else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18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$age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Volljährig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Minderjährig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8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0F725-795F-40C7-9FC8-EB90546C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/Else/</a:t>
            </a:r>
            <a:r>
              <a:rPr lang="de-DE" dirty="0" err="1"/>
              <a:t>ElseIf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A350C26-01C2-2B1E-7440-2EC2ED315FF6}"/>
              </a:ext>
            </a:extLst>
          </p:cNvPr>
          <p:cNvSpPr txBox="1"/>
          <p:nvPr/>
        </p:nvSpPr>
        <p:spPr>
          <a:xfrm>
            <a:off x="695325" y="1758137"/>
            <a:ext cx="609452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85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# &gt;=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Ausgezeichnet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# &gt;=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Gut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Befriedigend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elseif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$score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Ausreichend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Ungenügend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546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FB368-D28E-4324-875B-E2D659B8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Switch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D6372E-23FD-AD0D-58F2-3EE3C622C7CD}"/>
              </a:ext>
            </a:extLst>
          </p:cNvPr>
          <p:cNvSpPr txBox="1"/>
          <p:nvPr/>
        </p:nvSpPr>
        <p:spPr>
          <a:xfrm>
            <a:off x="695325" y="1753080"/>
            <a:ext cx="609452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Eins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Zwei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Drei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$_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Große Zahl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Andere Zahl: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$_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836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05F09BB1-6780-4490-BE05-53A498A3331B}"/>
              </a:ext>
            </a:extLst>
          </p:cNvPr>
          <p:cNvGrpSpPr/>
          <p:nvPr/>
        </p:nvGrpSpPr>
        <p:grpSpPr>
          <a:xfrm>
            <a:off x="776417" y="1600993"/>
            <a:ext cx="1073384" cy="1037387"/>
            <a:chOff x="5411108" y="4242363"/>
            <a:chExt cx="1073384" cy="1037387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0A4C8B3-1EA4-407A-BFE3-AA96E7229F8E}"/>
                </a:ext>
              </a:extLst>
            </p:cNvPr>
            <p:cNvSpPr/>
            <p:nvPr/>
          </p:nvSpPr>
          <p:spPr>
            <a:xfrm>
              <a:off x="5627498" y="4819437"/>
              <a:ext cx="311254" cy="287066"/>
            </a:xfrm>
            <a:custGeom>
              <a:avLst/>
              <a:gdLst>
                <a:gd name="connsiteX0" fmla="*/ 289813 w 311254"/>
                <a:gd name="connsiteY0" fmla="*/ 60919 h 287066"/>
                <a:gd name="connsiteX1" fmla="*/ 115188 w 311254"/>
                <a:gd name="connsiteY1" fmla="*/ 5039 h 287066"/>
                <a:gd name="connsiteX2" fmla="*/ 55117 w 311254"/>
                <a:gd name="connsiteY2" fmla="*/ 35773 h 287066"/>
                <a:gd name="connsiteX3" fmla="*/ 32765 w 311254"/>
                <a:gd name="connsiteY3" fmla="*/ 55331 h 287066"/>
                <a:gd name="connsiteX4" fmla="*/ 20192 w 311254"/>
                <a:gd name="connsiteY4" fmla="*/ 63713 h 287066"/>
                <a:gd name="connsiteX5" fmla="*/ 14604 w 311254"/>
                <a:gd name="connsiteY5" fmla="*/ 70698 h 287066"/>
                <a:gd name="connsiteX6" fmla="*/ 10413 w 311254"/>
                <a:gd name="connsiteY6" fmla="*/ 80477 h 287066"/>
                <a:gd name="connsiteX7" fmla="*/ 4825 w 311254"/>
                <a:gd name="connsiteY7" fmla="*/ 87462 h 287066"/>
                <a:gd name="connsiteX8" fmla="*/ 9016 w 311254"/>
                <a:gd name="connsiteY8" fmla="*/ 182458 h 287066"/>
                <a:gd name="connsiteX9" fmla="*/ 16001 w 311254"/>
                <a:gd name="connsiteY9" fmla="*/ 196428 h 287066"/>
                <a:gd name="connsiteX10" fmla="*/ 186435 w 311254"/>
                <a:gd name="connsiteY10" fmla="*/ 285836 h 287066"/>
                <a:gd name="connsiteX11" fmla="*/ 309371 w 311254"/>
                <a:gd name="connsiteY11" fmla="*/ 179664 h 287066"/>
                <a:gd name="connsiteX12" fmla="*/ 309371 w 311254"/>
                <a:gd name="connsiteY12" fmla="*/ 172679 h 287066"/>
                <a:gd name="connsiteX13" fmla="*/ 310768 w 311254"/>
                <a:gd name="connsiteY13" fmla="*/ 160106 h 287066"/>
                <a:gd name="connsiteX14" fmla="*/ 303783 w 311254"/>
                <a:gd name="connsiteY14" fmla="*/ 100035 h 287066"/>
                <a:gd name="connsiteX15" fmla="*/ 289813 w 311254"/>
                <a:gd name="connsiteY15" fmla="*/ 60919 h 28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1254" h="287066">
                  <a:moveTo>
                    <a:pt x="289813" y="60919"/>
                  </a:moveTo>
                  <a:cubicBezTo>
                    <a:pt x="257682" y="5039"/>
                    <a:pt x="173862" y="-8931"/>
                    <a:pt x="115188" y="5039"/>
                  </a:cubicBezTo>
                  <a:cubicBezTo>
                    <a:pt x="91439" y="10627"/>
                    <a:pt x="71881" y="23200"/>
                    <a:pt x="55117" y="35773"/>
                  </a:cubicBezTo>
                  <a:cubicBezTo>
                    <a:pt x="49529" y="44155"/>
                    <a:pt x="39750" y="49743"/>
                    <a:pt x="32765" y="55331"/>
                  </a:cubicBezTo>
                  <a:lnTo>
                    <a:pt x="20192" y="63713"/>
                  </a:lnTo>
                  <a:lnTo>
                    <a:pt x="14604" y="70698"/>
                  </a:lnTo>
                  <a:lnTo>
                    <a:pt x="10413" y="80477"/>
                  </a:lnTo>
                  <a:lnTo>
                    <a:pt x="4825" y="87462"/>
                  </a:lnTo>
                  <a:cubicBezTo>
                    <a:pt x="-6351" y="115402"/>
                    <a:pt x="4825" y="153121"/>
                    <a:pt x="9016" y="182458"/>
                  </a:cubicBezTo>
                  <a:lnTo>
                    <a:pt x="16001" y="196428"/>
                  </a:lnTo>
                  <a:cubicBezTo>
                    <a:pt x="46735" y="259293"/>
                    <a:pt x="110997" y="294218"/>
                    <a:pt x="186435" y="285836"/>
                  </a:cubicBezTo>
                  <a:cubicBezTo>
                    <a:pt x="225551" y="290027"/>
                    <a:pt x="313562" y="229956"/>
                    <a:pt x="309371" y="179664"/>
                  </a:cubicBezTo>
                  <a:lnTo>
                    <a:pt x="309371" y="172679"/>
                  </a:lnTo>
                  <a:lnTo>
                    <a:pt x="310768" y="160106"/>
                  </a:lnTo>
                  <a:cubicBezTo>
                    <a:pt x="312165" y="137754"/>
                    <a:pt x="310768" y="122387"/>
                    <a:pt x="303783" y="100035"/>
                  </a:cubicBezTo>
                  <a:cubicBezTo>
                    <a:pt x="303783" y="84668"/>
                    <a:pt x="295401" y="67904"/>
                    <a:pt x="289813" y="6091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12EC45D-3707-4263-86DB-460D42DD734F}"/>
                </a:ext>
              </a:extLst>
            </p:cNvPr>
            <p:cNvSpPr/>
            <p:nvPr/>
          </p:nvSpPr>
          <p:spPr>
            <a:xfrm>
              <a:off x="5650350" y="4423536"/>
              <a:ext cx="269754" cy="240431"/>
            </a:xfrm>
            <a:custGeom>
              <a:avLst/>
              <a:gdLst>
                <a:gd name="connsiteX0" fmla="*/ 26677 w 269754"/>
                <a:gd name="connsiteY0" fmla="*/ 196977 h 240431"/>
                <a:gd name="connsiteX1" fmla="*/ 37853 w 269754"/>
                <a:gd name="connsiteY1" fmla="*/ 209550 h 240431"/>
                <a:gd name="connsiteX2" fmla="*/ 146818 w 269754"/>
                <a:gd name="connsiteY2" fmla="*/ 240284 h 240431"/>
                <a:gd name="connsiteX3" fmla="*/ 204096 w 269754"/>
                <a:gd name="connsiteY3" fmla="*/ 237490 h 240431"/>
                <a:gd name="connsiteX4" fmla="*/ 212478 w 269754"/>
                <a:gd name="connsiteY4" fmla="*/ 234696 h 240431"/>
                <a:gd name="connsiteX5" fmla="*/ 264166 w 269754"/>
                <a:gd name="connsiteY5" fmla="*/ 150876 h 240431"/>
                <a:gd name="connsiteX6" fmla="*/ 266960 w 269754"/>
                <a:gd name="connsiteY6" fmla="*/ 143891 h 240431"/>
                <a:gd name="connsiteX7" fmla="*/ 268358 w 269754"/>
                <a:gd name="connsiteY7" fmla="*/ 129921 h 240431"/>
                <a:gd name="connsiteX8" fmla="*/ 269754 w 269754"/>
                <a:gd name="connsiteY8" fmla="*/ 131318 h 240431"/>
                <a:gd name="connsiteX9" fmla="*/ 265564 w 269754"/>
                <a:gd name="connsiteY9" fmla="*/ 124333 h 240431"/>
                <a:gd name="connsiteX10" fmla="*/ 265564 w 269754"/>
                <a:gd name="connsiteY10" fmla="*/ 107569 h 240431"/>
                <a:gd name="connsiteX11" fmla="*/ 268358 w 269754"/>
                <a:gd name="connsiteY11" fmla="*/ 94996 h 240431"/>
                <a:gd name="connsiteX12" fmla="*/ 259976 w 269754"/>
                <a:gd name="connsiteY12" fmla="*/ 68453 h 240431"/>
                <a:gd name="connsiteX13" fmla="*/ 227845 w 269754"/>
                <a:gd name="connsiteY13" fmla="*/ 25146 h 240431"/>
                <a:gd name="connsiteX14" fmla="*/ 219462 w 269754"/>
                <a:gd name="connsiteY14" fmla="*/ 18161 h 240431"/>
                <a:gd name="connsiteX15" fmla="*/ 212478 w 269754"/>
                <a:gd name="connsiteY15" fmla="*/ 15367 h 240431"/>
                <a:gd name="connsiteX16" fmla="*/ 197110 w 269754"/>
                <a:gd name="connsiteY16" fmla="*/ 9779 h 240431"/>
                <a:gd name="connsiteX17" fmla="*/ 128658 w 269754"/>
                <a:gd name="connsiteY17" fmla="*/ 0 h 240431"/>
                <a:gd name="connsiteX18" fmla="*/ 40646 w 269754"/>
                <a:gd name="connsiteY18" fmla="*/ 26543 h 240431"/>
                <a:gd name="connsiteX19" fmla="*/ 12706 w 269754"/>
                <a:gd name="connsiteY19" fmla="*/ 64262 h 240431"/>
                <a:gd name="connsiteX20" fmla="*/ 7118 w 269754"/>
                <a:gd name="connsiteY20" fmla="*/ 79629 h 240431"/>
                <a:gd name="connsiteX21" fmla="*/ 1530 w 269754"/>
                <a:gd name="connsiteY21" fmla="*/ 96393 h 240431"/>
                <a:gd name="connsiteX22" fmla="*/ 16897 w 269754"/>
                <a:gd name="connsiteY22" fmla="*/ 187198 h 240431"/>
                <a:gd name="connsiteX23" fmla="*/ 26677 w 269754"/>
                <a:gd name="connsiteY23" fmla="*/ 196977 h 240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9754" h="240431">
                  <a:moveTo>
                    <a:pt x="26677" y="196977"/>
                  </a:moveTo>
                  <a:lnTo>
                    <a:pt x="37853" y="209550"/>
                  </a:lnTo>
                  <a:cubicBezTo>
                    <a:pt x="71380" y="233299"/>
                    <a:pt x="103511" y="241681"/>
                    <a:pt x="146818" y="240284"/>
                  </a:cubicBezTo>
                  <a:cubicBezTo>
                    <a:pt x="166377" y="238887"/>
                    <a:pt x="183140" y="237490"/>
                    <a:pt x="204096" y="237490"/>
                  </a:cubicBezTo>
                  <a:lnTo>
                    <a:pt x="212478" y="234696"/>
                  </a:lnTo>
                  <a:cubicBezTo>
                    <a:pt x="243211" y="213741"/>
                    <a:pt x="258578" y="185801"/>
                    <a:pt x="264166" y="150876"/>
                  </a:cubicBezTo>
                  <a:lnTo>
                    <a:pt x="266960" y="143891"/>
                  </a:lnTo>
                  <a:cubicBezTo>
                    <a:pt x="268358" y="139700"/>
                    <a:pt x="268358" y="134112"/>
                    <a:pt x="268358" y="129921"/>
                  </a:cubicBezTo>
                  <a:lnTo>
                    <a:pt x="269754" y="131318"/>
                  </a:lnTo>
                  <a:lnTo>
                    <a:pt x="265564" y="124333"/>
                  </a:lnTo>
                  <a:lnTo>
                    <a:pt x="265564" y="107569"/>
                  </a:lnTo>
                  <a:lnTo>
                    <a:pt x="268358" y="94996"/>
                  </a:lnTo>
                  <a:cubicBezTo>
                    <a:pt x="268358" y="83820"/>
                    <a:pt x="264166" y="75438"/>
                    <a:pt x="259976" y="68453"/>
                  </a:cubicBezTo>
                  <a:cubicBezTo>
                    <a:pt x="250196" y="53086"/>
                    <a:pt x="241815" y="34925"/>
                    <a:pt x="227845" y="25146"/>
                  </a:cubicBezTo>
                  <a:lnTo>
                    <a:pt x="219462" y="18161"/>
                  </a:lnTo>
                  <a:lnTo>
                    <a:pt x="212478" y="15367"/>
                  </a:lnTo>
                  <a:cubicBezTo>
                    <a:pt x="205492" y="11176"/>
                    <a:pt x="204096" y="9779"/>
                    <a:pt x="197110" y="9779"/>
                  </a:cubicBezTo>
                  <a:cubicBezTo>
                    <a:pt x="166377" y="0"/>
                    <a:pt x="155201" y="2794"/>
                    <a:pt x="128658" y="0"/>
                  </a:cubicBezTo>
                  <a:cubicBezTo>
                    <a:pt x="95129" y="0"/>
                    <a:pt x="71380" y="15367"/>
                    <a:pt x="40646" y="26543"/>
                  </a:cubicBezTo>
                  <a:cubicBezTo>
                    <a:pt x="28073" y="40513"/>
                    <a:pt x="18295" y="53086"/>
                    <a:pt x="12706" y="64262"/>
                  </a:cubicBezTo>
                  <a:lnTo>
                    <a:pt x="7118" y="79629"/>
                  </a:lnTo>
                  <a:cubicBezTo>
                    <a:pt x="4324" y="86614"/>
                    <a:pt x="2928" y="92202"/>
                    <a:pt x="1530" y="96393"/>
                  </a:cubicBezTo>
                  <a:cubicBezTo>
                    <a:pt x="-2660" y="128524"/>
                    <a:pt x="1530" y="164846"/>
                    <a:pt x="16897" y="187198"/>
                  </a:cubicBezTo>
                  <a:cubicBezTo>
                    <a:pt x="21089" y="188595"/>
                    <a:pt x="26677" y="195580"/>
                    <a:pt x="26677" y="196977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ABDB06B-07D0-4391-A391-6B542CFDF877}"/>
                </a:ext>
              </a:extLst>
            </p:cNvPr>
            <p:cNvSpPr/>
            <p:nvPr/>
          </p:nvSpPr>
          <p:spPr>
            <a:xfrm>
              <a:off x="5438026" y="4269866"/>
              <a:ext cx="693211" cy="983488"/>
            </a:xfrm>
            <a:custGeom>
              <a:avLst/>
              <a:gdLst>
                <a:gd name="connsiteX0" fmla="*/ 693025 w 693211"/>
                <a:gd name="connsiteY0" fmla="*/ 677545 h 983488"/>
                <a:gd name="connsiteX1" fmla="*/ 690231 w 693211"/>
                <a:gd name="connsiteY1" fmla="*/ 659384 h 983488"/>
                <a:gd name="connsiteX2" fmla="*/ 688834 w 693211"/>
                <a:gd name="connsiteY2" fmla="*/ 651002 h 983488"/>
                <a:gd name="connsiteX3" fmla="*/ 687437 w 693211"/>
                <a:gd name="connsiteY3" fmla="*/ 639826 h 983488"/>
                <a:gd name="connsiteX4" fmla="*/ 684643 w 693211"/>
                <a:gd name="connsiteY4" fmla="*/ 634238 h 983488"/>
                <a:gd name="connsiteX5" fmla="*/ 681849 w 693211"/>
                <a:gd name="connsiteY5" fmla="*/ 624459 h 983488"/>
                <a:gd name="connsiteX6" fmla="*/ 674864 w 693211"/>
                <a:gd name="connsiteY6" fmla="*/ 611886 h 983488"/>
                <a:gd name="connsiteX7" fmla="*/ 667879 w 693211"/>
                <a:gd name="connsiteY7" fmla="*/ 603504 h 983488"/>
                <a:gd name="connsiteX8" fmla="*/ 628763 w 693211"/>
                <a:gd name="connsiteY8" fmla="*/ 546227 h 983488"/>
                <a:gd name="connsiteX9" fmla="*/ 561707 w 693211"/>
                <a:gd name="connsiteY9" fmla="*/ 500126 h 983488"/>
                <a:gd name="connsiteX10" fmla="*/ 546340 w 693211"/>
                <a:gd name="connsiteY10" fmla="*/ 490347 h 983488"/>
                <a:gd name="connsiteX11" fmla="*/ 557516 w 693211"/>
                <a:gd name="connsiteY11" fmla="*/ 431673 h 983488"/>
                <a:gd name="connsiteX12" fmla="*/ 572883 w 693211"/>
                <a:gd name="connsiteY12" fmla="*/ 419100 h 983488"/>
                <a:gd name="connsiteX13" fmla="*/ 579868 w 693211"/>
                <a:gd name="connsiteY13" fmla="*/ 413512 h 983488"/>
                <a:gd name="connsiteX14" fmla="*/ 592441 w 693211"/>
                <a:gd name="connsiteY14" fmla="*/ 402336 h 983488"/>
                <a:gd name="connsiteX15" fmla="*/ 600823 w 693211"/>
                <a:gd name="connsiteY15" fmla="*/ 395351 h 983488"/>
                <a:gd name="connsiteX16" fmla="*/ 646924 w 693211"/>
                <a:gd name="connsiteY16" fmla="*/ 324104 h 983488"/>
                <a:gd name="connsiteX17" fmla="*/ 652512 w 693211"/>
                <a:gd name="connsiteY17" fmla="*/ 300355 h 983488"/>
                <a:gd name="connsiteX18" fmla="*/ 651115 w 693211"/>
                <a:gd name="connsiteY18" fmla="*/ 290576 h 983488"/>
                <a:gd name="connsiteX19" fmla="*/ 652512 w 693211"/>
                <a:gd name="connsiteY19" fmla="*/ 276606 h 983488"/>
                <a:gd name="connsiteX20" fmla="*/ 653909 w 693211"/>
                <a:gd name="connsiteY20" fmla="*/ 250063 h 983488"/>
                <a:gd name="connsiteX21" fmla="*/ 652512 w 693211"/>
                <a:gd name="connsiteY21" fmla="*/ 237490 h 983488"/>
                <a:gd name="connsiteX22" fmla="*/ 624572 w 693211"/>
                <a:gd name="connsiteY22" fmla="*/ 171831 h 983488"/>
                <a:gd name="connsiteX23" fmla="*/ 618984 w 693211"/>
                <a:gd name="connsiteY23" fmla="*/ 159258 h 983488"/>
                <a:gd name="connsiteX24" fmla="*/ 512812 w 693211"/>
                <a:gd name="connsiteY24" fmla="*/ 39116 h 983488"/>
                <a:gd name="connsiteX25" fmla="*/ 482078 w 693211"/>
                <a:gd name="connsiteY25" fmla="*/ 20955 h 983488"/>
                <a:gd name="connsiteX26" fmla="*/ 465314 w 693211"/>
                <a:gd name="connsiteY26" fmla="*/ 18161 h 983488"/>
                <a:gd name="connsiteX27" fmla="*/ 455535 w 693211"/>
                <a:gd name="connsiteY27" fmla="*/ 16764 h 983488"/>
                <a:gd name="connsiteX28" fmla="*/ 427595 w 693211"/>
                <a:gd name="connsiteY28" fmla="*/ 6985 h 983488"/>
                <a:gd name="connsiteX29" fmla="*/ 378700 w 693211"/>
                <a:gd name="connsiteY29" fmla="*/ 0 h 983488"/>
                <a:gd name="connsiteX30" fmla="*/ 354951 w 693211"/>
                <a:gd name="connsiteY30" fmla="*/ 1397 h 983488"/>
                <a:gd name="connsiteX31" fmla="*/ 320026 w 693211"/>
                <a:gd name="connsiteY31" fmla="*/ 1397 h 983488"/>
                <a:gd name="connsiteX32" fmla="*/ 311644 w 693211"/>
                <a:gd name="connsiteY32" fmla="*/ 4191 h 983488"/>
                <a:gd name="connsiteX33" fmla="*/ 294880 w 693211"/>
                <a:gd name="connsiteY33" fmla="*/ 6985 h 983488"/>
                <a:gd name="connsiteX34" fmla="*/ 285101 w 693211"/>
                <a:gd name="connsiteY34" fmla="*/ 6985 h 983488"/>
                <a:gd name="connsiteX35" fmla="*/ 183120 w 693211"/>
                <a:gd name="connsiteY35" fmla="*/ 43307 h 983488"/>
                <a:gd name="connsiteX36" fmla="*/ 176135 w 693211"/>
                <a:gd name="connsiteY36" fmla="*/ 50292 h 983488"/>
                <a:gd name="connsiteX37" fmla="*/ 162165 w 693211"/>
                <a:gd name="connsiteY37" fmla="*/ 62865 h 983488"/>
                <a:gd name="connsiteX38" fmla="*/ 148195 w 693211"/>
                <a:gd name="connsiteY38" fmla="*/ 71247 h 983488"/>
                <a:gd name="connsiteX39" fmla="*/ 72757 w 693211"/>
                <a:gd name="connsiteY39" fmla="*/ 142494 h 983488"/>
                <a:gd name="connsiteX40" fmla="*/ 36435 w 693211"/>
                <a:gd name="connsiteY40" fmla="*/ 243078 h 983488"/>
                <a:gd name="connsiteX41" fmla="*/ 35038 w 693211"/>
                <a:gd name="connsiteY41" fmla="*/ 301752 h 983488"/>
                <a:gd name="connsiteX42" fmla="*/ 43420 w 693211"/>
                <a:gd name="connsiteY42" fmla="*/ 325501 h 983488"/>
                <a:gd name="connsiteX43" fmla="*/ 54596 w 693211"/>
                <a:gd name="connsiteY43" fmla="*/ 349250 h 983488"/>
                <a:gd name="connsiteX44" fmla="*/ 72757 w 693211"/>
                <a:gd name="connsiteY44" fmla="*/ 377190 h 983488"/>
                <a:gd name="connsiteX45" fmla="*/ 144004 w 693211"/>
                <a:gd name="connsiteY45" fmla="*/ 419100 h 983488"/>
                <a:gd name="connsiteX46" fmla="*/ 157974 w 693211"/>
                <a:gd name="connsiteY46" fmla="*/ 423291 h 983488"/>
                <a:gd name="connsiteX47" fmla="*/ 166356 w 693211"/>
                <a:gd name="connsiteY47" fmla="*/ 431673 h 983488"/>
                <a:gd name="connsiteX48" fmla="*/ 173341 w 693211"/>
                <a:gd name="connsiteY48" fmla="*/ 451231 h 983488"/>
                <a:gd name="connsiteX49" fmla="*/ 114667 w 693211"/>
                <a:gd name="connsiteY49" fmla="*/ 497332 h 983488"/>
                <a:gd name="connsiteX50" fmla="*/ 76948 w 693211"/>
                <a:gd name="connsiteY50" fmla="*/ 528066 h 983488"/>
                <a:gd name="connsiteX51" fmla="*/ 44817 w 693211"/>
                <a:gd name="connsiteY51" fmla="*/ 567182 h 983488"/>
                <a:gd name="connsiteX52" fmla="*/ 35038 w 693211"/>
                <a:gd name="connsiteY52" fmla="*/ 589534 h 983488"/>
                <a:gd name="connsiteX53" fmla="*/ 25259 w 693211"/>
                <a:gd name="connsiteY53" fmla="*/ 606298 h 983488"/>
                <a:gd name="connsiteX54" fmla="*/ 21068 w 693211"/>
                <a:gd name="connsiteY54" fmla="*/ 614680 h 983488"/>
                <a:gd name="connsiteX55" fmla="*/ 8495 w 693211"/>
                <a:gd name="connsiteY55" fmla="*/ 645414 h 983488"/>
                <a:gd name="connsiteX56" fmla="*/ 2907 w 693211"/>
                <a:gd name="connsiteY56" fmla="*/ 727837 h 983488"/>
                <a:gd name="connsiteX57" fmla="*/ 2907 w 693211"/>
                <a:gd name="connsiteY57" fmla="*/ 739013 h 983488"/>
                <a:gd name="connsiteX58" fmla="*/ 113 w 693211"/>
                <a:gd name="connsiteY58" fmla="*/ 745998 h 983488"/>
                <a:gd name="connsiteX59" fmla="*/ 1510 w 693211"/>
                <a:gd name="connsiteY59" fmla="*/ 752983 h 983488"/>
                <a:gd name="connsiteX60" fmla="*/ 2907 w 693211"/>
                <a:gd name="connsiteY60" fmla="*/ 761365 h 983488"/>
                <a:gd name="connsiteX61" fmla="*/ 7098 w 693211"/>
                <a:gd name="connsiteY61" fmla="*/ 768350 h 983488"/>
                <a:gd name="connsiteX62" fmla="*/ 11289 w 693211"/>
                <a:gd name="connsiteY62" fmla="*/ 778129 h 983488"/>
                <a:gd name="connsiteX63" fmla="*/ 55993 w 693211"/>
                <a:gd name="connsiteY63" fmla="*/ 859155 h 983488"/>
                <a:gd name="connsiteX64" fmla="*/ 69963 w 693211"/>
                <a:gd name="connsiteY64" fmla="*/ 877316 h 983488"/>
                <a:gd name="connsiteX65" fmla="*/ 78345 w 693211"/>
                <a:gd name="connsiteY65" fmla="*/ 891286 h 983488"/>
                <a:gd name="connsiteX66" fmla="*/ 92315 w 693211"/>
                <a:gd name="connsiteY66" fmla="*/ 896874 h 983488"/>
                <a:gd name="connsiteX67" fmla="*/ 174738 w 693211"/>
                <a:gd name="connsiteY67" fmla="*/ 952754 h 983488"/>
                <a:gd name="connsiteX68" fmla="*/ 255764 w 693211"/>
                <a:gd name="connsiteY68" fmla="*/ 976503 h 983488"/>
                <a:gd name="connsiteX69" fmla="*/ 301865 w 693211"/>
                <a:gd name="connsiteY69" fmla="*/ 980694 h 983488"/>
                <a:gd name="connsiteX70" fmla="*/ 313041 w 693211"/>
                <a:gd name="connsiteY70" fmla="*/ 982091 h 983488"/>
                <a:gd name="connsiteX71" fmla="*/ 391273 w 693211"/>
                <a:gd name="connsiteY71" fmla="*/ 980694 h 983488"/>
                <a:gd name="connsiteX72" fmla="*/ 401052 w 693211"/>
                <a:gd name="connsiteY72" fmla="*/ 977900 h 983488"/>
                <a:gd name="connsiteX73" fmla="*/ 413625 w 693211"/>
                <a:gd name="connsiteY73" fmla="*/ 977900 h 983488"/>
                <a:gd name="connsiteX74" fmla="*/ 424801 w 693211"/>
                <a:gd name="connsiteY74" fmla="*/ 975106 h 983488"/>
                <a:gd name="connsiteX75" fmla="*/ 442962 w 693211"/>
                <a:gd name="connsiteY75" fmla="*/ 969518 h 983488"/>
                <a:gd name="connsiteX76" fmla="*/ 505827 w 693211"/>
                <a:gd name="connsiteY76" fmla="*/ 941578 h 983488"/>
                <a:gd name="connsiteX77" fmla="*/ 558913 w 693211"/>
                <a:gd name="connsiteY77" fmla="*/ 920623 h 983488"/>
                <a:gd name="connsiteX78" fmla="*/ 568692 w 693211"/>
                <a:gd name="connsiteY78" fmla="*/ 916432 h 983488"/>
                <a:gd name="connsiteX79" fmla="*/ 652512 w 693211"/>
                <a:gd name="connsiteY79" fmla="*/ 829818 h 983488"/>
                <a:gd name="connsiteX80" fmla="*/ 656703 w 693211"/>
                <a:gd name="connsiteY80" fmla="*/ 822833 h 983488"/>
                <a:gd name="connsiteX81" fmla="*/ 663688 w 693211"/>
                <a:gd name="connsiteY81" fmla="*/ 811657 h 983488"/>
                <a:gd name="connsiteX82" fmla="*/ 667879 w 693211"/>
                <a:gd name="connsiteY82" fmla="*/ 801878 h 983488"/>
                <a:gd name="connsiteX83" fmla="*/ 674864 w 693211"/>
                <a:gd name="connsiteY83" fmla="*/ 780923 h 983488"/>
                <a:gd name="connsiteX84" fmla="*/ 679055 w 693211"/>
                <a:gd name="connsiteY84" fmla="*/ 761365 h 983488"/>
                <a:gd name="connsiteX85" fmla="*/ 684643 w 693211"/>
                <a:gd name="connsiteY85" fmla="*/ 748792 h 983488"/>
                <a:gd name="connsiteX86" fmla="*/ 687437 w 693211"/>
                <a:gd name="connsiteY86" fmla="*/ 734822 h 983488"/>
                <a:gd name="connsiteX87" fmla="*/ 688834 w 693211"/>
                <a:gd name="connsiteY87" fmla="*/ 725043 h 983488"/>
                <a:gd name="connsiteX88" fmla="*/ 693025 w 693211"/>
                <a:gd name="connsiteY88" fmla="*/ 677545 h 983488"/>
                <a:gd name="connsiteX89" fmla="*/ 188708 w 693211"/>
                <a:gd name="connsiteY89" fmla="*/ 244475 h 983488"/>
                <a:gd name="connsiteX90" fmla="*/ 201281 w 693211"/>
                <a:gd name="connsiteY90" fmla="*/ 208153 h 983488"/>
                <a:gd name="connsiteX91" fmla="*/ 236206 w 693211"/>
                <a:gd name="connsiteY91" fmla="*/ 159258 h 983488"/>
                <a:gd name="connsiteX92" fmla="*/ 342378 w 693211"/>
                <a:gd name="connsiteY92" fmla="*/ 127127 h 983488"/>
                <a:gd name="connsiteX93" fmla="*/ 412228 w 693211"/>
                <a:gd name="connsiteY93" fmla="*/ 136906 h 983488"/>
                <a:gd name="connsiteX94" fmla="*/ 424801 w 693211"/>
                <a:gd name="connsiteY94" fmla="*/ 138303 h 983488"/>
                <a:gd name="connsiteX95" fmla="*/ 437374 w 693211"/>
                <a:gd name="connsiteY95" fmla="*/ 145288 h 983488"/>
                <a:gd name="connsiteX96" fmla="*/ 455535 w 693211"/>
                <a:gd name="connsiteY96" fmla="*/ 156464 h 983488"/>
                <a:gd name="connsiteX97" fmla="*/ 496048 w 693211"/>
                <a:gd name="connsiteY97" fmla="*/ 209550 h 983488"/>
                <a:gd name="connsiteX98" fmla="*/ 507224 w 693211"/>
                <a:gd name="connsiteY98" fmla="*/ 245872 h 983488"/>
                <a:gd name="connsiteX99" fmla="*/ 505827 w 693211"/>
                <a:gd name="connsiteY99" fmla="*/ 254254 h 983488"/>
                <a:gd name="connsiteX100" fmla="*/ 504430 w 693211"/>
                <a:gd name="connsiteY100" fmla="*/ 261239 h 983488"/>
                <a:gd name="connsiteX101" fmla="*/ 504430 w 693211"/>
                <a:gd name="connsiteY101" fmla="*/ 273812 h 983488"/>
                <a:gd name="connsiteX102" fmla="*/ 505827 w 693211"/>
                <a:gd name="connsiteY102" fmla="*/ 303149 h 983488"/>
                <a:gd name="connsiteX103" fmla="*/ 501636 w 693211"/>
                <a:gd name="connsiteY103" fmla="*/ 311531 h 983488"/>
                <a:gd name="connsiteX104" fmla="*/ 445756 w 693211"/>
                <a:gd name="connsiteY104" fmla="*/ 406527 h 983488"/>
                <a:gd name="connsiteX105" fmla="*/ 430389 w 693211"/>
                <a:gd name="connsiteY105" fmla="*/ 414909 h 983488"/>
                <a:gd name="connsiteX106" fmla="*/ 423404 w 693211"/>
                <a:gd name="connsiteY106" fmla="*/ 417703 h 983488"/>
                <a:gd name="connsiteX107" fmla="*/ 360539 w 693211"/>
                <a:gd name="connsiteY107" fmla="*/ 420497 h 983488"/>
                <a:gd name="connsiteX108" fmla="*/ 241794 w 693211"/>
                <a:gd name="connsiteY108" fmla="*/ 391160 h 983488"/>
                <a:gd name="connsiteX109" fmla="*/ 230618 w 693211"/>
                <a:gd name="connsiteY109" fmla="*/ 381381 h 983488"/>
                <a:gd name="connsiteX110" fmla="*/ 223633 w 693211"/>
                <a:gd name="connsiteY110" fmla="*/ 372999 h 983488"/>
                <a:gd name="connsiteX111" fmla="*/ 215251 w 693211"/>
                <a:gd name="connsiteY111" fmla="*/ 364617 h 983488"/>
                <a:gd name="connsiteX112" fmla="*/ 188708 w 693211"/>
                <a:gd name="connsiteY112" fmla="*/ 244475 h 983488"/>
                <a:gd name="connsiteX113" fmla="*/ 526782 w 693211"/>
                <a:gd name="connsiteY113" fmla="*/ 712470 h 983488"/>
                <a:gd name="connsiteX114" fmla="*/ 525385 w 693211"/>
                <a:gd name="connsiteY114" fmla="*/ 723646 h 983488"/>
                <a:gd name="connsiteX115" fmla="*/ 377303 w 693211"/>
                <a:gd name="connsiteY115" fmla="*/ 861949 h 983488"/>
                <a:gd name="connsiteX116" fmla="*/ 181723 w 693211"/>
                <a:gd name="connsiteY116" fmla="*/ 758571 h 983488"/>
                <a:gd name="connsiteX117" fmla="*/ 176135 w 693211"/>
                <a:gd name="connsiteY117" fmla="*/ 748792 h 983488"/>
                <a:gd name="connsiteX118" fmla="*/ 173341 w 693211"/>
                <a:gd name="connsiteY118" fmla="*/ 739013 h 983488"/>
                <a:gd name="connsiteX119" fmla="*/ 170547 w 693211"/>
                <a:gd name="connsiteY119" fmla="*/ 625856 h 983488"/>
                <a:gd name="connsiteX120" fmla="*/ 177532 w 693211"/>
                <a:gd name="connsiteY120" fmla="*/ 616077 h 983488"/>
                <a:gd name="connsiteX121" fmla="*/ 180326 w 693211"/>
                <a:gd name="connsiteY121" fmla="*/ 607695 h 983488"/>
                <a:gd name="connsiteX122" fmla="*/ 183120 w 693211"/>
                <a:gd name="connsiteY122" fmla="*/ 600710 h 983488"/>
                <a:gd name="connsiteX123" fmla="*/ 194296 w 693211"/>
                <a:gd name="connsiteY123" fmla="*/ 590931 h 983488"/>
                <a:gd name="connsiteX124" fmla="*/ 206869 w 693211"/>
                <a:gd name="connsiteY124" fmla="*/ 582549 h 983488"/>
                <a:gd name="connsiteX125" fmla="*/ 218045 w 693211"/>
                <a:gd name="connsiteY125" fmla="*/ 574167 h 983488"/>
                <a:gd name="connsiteX126" fmla="*/ 226427 w 693211"/>
                <a:gd name="connsiteY126" fmla="*/ 567182 h 983488"/>
                <a:gd name="connsiteX127" fmla="*/ 299071 w 693211"/>
                <a:gd name="connsiteY127" fmla="*/ 528066 h 983488"/>
                <a:gd name="connsiteX128" fmla="*/ 500239 w 693211"/>
                <a:gd name="connsiteY128" fmla="*/ 593725 h 983488"/>
                <a:gd name="connsiteX129" fmla="*/ 519797 w 693211"/>
                <a:gd name="connsiteY129" fmla="*/ 644017 h 983488"/>
                <a:gd name="connsiteX130" fmla="*/ 526782 w 693211"/>
                <a:gd name="connsiteY130" fmla="*/ 712470 h 98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693211" h="983488">
                  <a:moveTo>
                    <a:pt x="693025" y="677545"/>
                  </a:moveTo>
                  <a:cubicBezTo>
                    <a:pt x="691628" y="671957"/>
                    <a:pt x="690231" y="666369"/>
                    <a:pt x="690231" y="659384"/>
                  </a:cubicBezTo>
                  <a:lnTo>
                    <a:pt x="688834" y="651002"/>
                  </a:lnTo>
                  <a:cubicBezTo>
                    <a:pt x="688834" y="646811"/>
                    <a:pt x="687437" y="645414"/>
                    <a:pt x="687437" y="639826"/>
                  </a:cubicBezTo>
                  <a:lnTo>
                    <a:pt x="684643" y="634238"/>
                  </a:lnTo>
                  <a:lnTo>
                    <a:pt x="681849" y="624459"/>
                  </a:lnTo>
                  <a:lnTo>
                    <a:pt x="674864" y="611886"/>
                  </a:lnTo>
                  <a:lnTo>
                    <a:pt x="667879" y="603504"/>
                  </a:lnTo>
                  <a:cubicBezTo>
                    <a:pt x="656703" y="581152"/>
                    <a:pt x="641336" y="564388"/>
                    <a:pt x="628763" y="546227"/>
                  </a:cubicBezTo>
                  <a:cubicBezTo>
                    <a:pt x="611999" y="523875"/>
                    <a:pt x="585456" y="511302"/>
                    <a:pt x="561707" y="500126"/>
                  </a:cubicBezTo>
                  <a:cubicBezTo>
                    <a:pt x="554722" y="495935"/>
                    <a:pt x="550531" y="494538"/>
                    <a:pt x="546340" y="490347"/>
                  </a:cubicBezTo>
                  <a:cubicBezTo>
                    <a:pt x="503033" y="461010"/>
                    <a:pt x="535164" y="451231"/>
                    <a:pt x="557516" y="431673"/>
                  </a:cubicBezTo>
                  <a:cubicBezTo>
                    <a:pt x="561707" y="427482"/>
                    <a:pt x="567295" y="423291"/>
                    <a:pt x="572883" y="419100"/>
                  </a:cubicBezTo>
                  <a:lnTo>
                    <a:pt x="579868" y="413512"/>
                  </a:lnTo>
                  <a:lnTo>
                    <a:pt x="592441" y="402336"/>
                  </a:lnTo>
                  <a:lnTo>
                    <a:pt x="600823" y="395351"/>
                  </a:lnTo>
                  <a:cubicBezTo>
                    <a:pt x="620381" y="371602"/>
                    <a:pt x="644130" y="356235"/>
                    <a:pt x="646924" y="324104"/>
                  </a:cubicBezTo>
                  <a:cubicBezTo>
                    <a:pt x="648321" y="314325"/>
                    <a:pt x="649718" y="308737"/>
                    <a:pt x="652512" y="300355"/>
                  </a:cubicBezTo>
                  <a:cubicBezTo>
                    <a:pt x="651115" y="296164"/>
                    <a:pt x="651115" y="293370"/>
                    <a:pt x="651115" y="290576"/>
                  </a:cubicBezTo>
                  <a:lnTo>
                    <a:pt x="652512" y="276606"/>
                  </a:lnTo>
                  <a:cubicBezTo>
                    <a:pt x="653909" y="268224"/>
                    <a:pt x="653909" y="258445"/>
                    <a:pt x="653909" y="250063"/>
                  </a:cubicBezTo>
                  <a:lnTo>
                    <a:pt x="652512" y="237490"/>
                  </a:lnTo>
                  <a:cubicBezTo>
                    <a:pt x="645527" y="220726"/>
                    <a:pt x="638542" y="198374"/>
                    <a:pt x="624572" y="171831"/>
                  </a:cubicBezTo>
                  <a:cubicBezTo>
                    <a:pt x="623175" y="167640"/>
                    <a:pt x="621778" y="164846"/>
                    <a:pt x="618984" y="159258"/>
                  </a:cubicBezTo>
                  <a:cubicBezTo>
                    <a:pt x="599426" y="113157"/>
                    <a:pt x="557516" y="68453"/>
                    <a:pt x="512812" y="39116"/>
                  </a:cubicBezTo>
                  <a:cubicBezTo>
                    <a:pt x="497445" y="30734"/>
                    <a:pt x="489063" y="26543"/>
                    <a:pt x="482078" y="20955"/>
                  </a:cubicBezTo>
                  <a:cubicBezTo>
                    <a:pt x="475093" y="20955"/>
                    <a:pt x="470902" y="19558"/>
                    <a:pt x="465314" y="18161"/>
                  </a:cubicBezTo>
                  <a:cubicBezTo>
                    <a:pt x="463917" y="18161"/>
                    <a:pt x="461123" y="16764"/>
                    <a:pt x="455535" y="16764"/>
                  </a:cubicBezTo>
                  <a:cubicBezTo>
                    <a:pt x="444359" y="12573"/>
                    <a:pt x="435977" y="11176"/>
                    <a:pt x="427595" y="6985"/>
                  </a:cubicBezTo>
                  <a:cubicBezTo>
                    <a:pt x="410831" y="6985"/>
                    <a:pt x="394067" y="5588"/>
                    <a:pt x="378700" y="0"/>
                  </a:cubicBezTo>
                  <a:cubicBezTo>
                    <a:pt x="370318" y="1397"/>
                    <a:pt x="361936" y="1397"/>
                    <a:pt x="354951" y="1397"/>
                  </a:cubicBezTo>
                  <a:lnTo>
                    <a:pt x="320026" y="1397"/>
                  </a:lnTo>
                  <a:lnTo>
                    <a:pt x="311644" y="4191"/>
                  </a:lnTo>
                  <a:cubicBezTo>
                    <a:pt x="306056" y="5588"/>
                    <a:pt x="299071" y="6985"/>
                    <a:pt x="294880" y="6985"/>
                  </a:cubicBezTo>
                  <a:lnTo>
                    <a:pt x="285101" y="6985"/>
                  </a:lnTo>
                  <a:cubicBezTo>
                    <a:pt x="250176" y="11176"/>
                    <a:pt x="205472" y="25146"/>
                    <a:pt x="183120" y="43307"/>
                  </a:cubicBezTo>
                  <a:cubicBezTo>
                    <a:pt x="181723" y="44704"/>
                    <a:pt x="180326" y="47498"/>
                    <a:pt x="176135" y="50292"/>
                  </a:cubicBezTo>
                  <a:cubicBezTo>
                    <a:pt x="171944" y="55880"/>
                    <a:pt x="166356" y="58674"/>
                    <a:pt x="162165" y="62865"/>
                  </a:cubicBezTo>
                  <a:lnTo>
                    <a:pt x="148195" y="71247"/>
                  </a:lnTo>
                  <a:cubicBezTo>
                    <a:pt x="120255" y="94996"/>
                    <a:pt x="92315" y="110363"/>
                    <a:pt x="72757" y="142494"/>
                  </a:cubicBezTo>
                  <a:cubicBezTo>
                    <a:pt x="49008" y="162052"/>
                    <a:pt x="33641" y="198374"/>
                    <a:pt x="36435" y="243078"/>
                  </a:cubicBezTo>
                  <a:cubicBezTo>
                    <a:pt x="32244" y="261239"/>
                    <a:pt x="32244" y="279400"/>
                    <a:pt x="35038" y="301752"/>
                  </a:cubicBezTo>
                  <a:cubicBezTo>
                    <a:pt x="36435" y="312928"/>
                    <a:pt x="39229" y="318516"/>
                    <a:pt x="43420" y="325501"/>
                  </a:cubicBezTo>
                  <a:cubicBezTo>
                    <a:pt x="47611" y="336677"/>
                    <a:pt x="50405" y="342265"/>
                    <a:pt x="54596" y="349250"/>
                  </a:cubicBezTo>
                  <a:cubicBezTo>
                    <a:pt x="61581" y="357632"/>
                    <a:pt x="68566" y="367411"/>
                    <a:pt x="72757" y="377190"/>
                  </a:cubicBezTo>
                  <a:cubicBezTo>
                    <a:pt x="96506" y="392557"/>
                    <a:pt x="113270" y="419100"/>
                    <a:pt x="144004" y="419100"/>
                  </a:cubicBezTo>
                  <a:cubicBezTo>
                    <a:pt x="149592" y="419100"/>
                    <a:pt x="155180" y="421894"/>
                    <a:pt x="157974" y="423291"/>
                  </a:cubicBezTo>
                  <a:lnTo>
                    <a:pt x="166356" y="431673"/>
                  </a:lnTo>
                  <a:cubicBezTo>
                    <a:pt x="170547" y="437261"/>
                    <a:pt x="173341" y="444246"/>
                    <a:pt x="173341" y="451231"/>
                  </a:cubicBezTo>
                  <a:cubicBezTo>
                    <a:pt x="173341" y="474980"/>
                    <a:pt x="130034" y="487553"/>
                    <a:pt x="114667" y="497332"/>
                  </a:cubicBezTo>
                  <a:cubicBezTo>
                    <a:pt x="100697" y="505714"/>
                    <a:pt x="89521" y="514096"/>
                    <a:pt x="76948" y="528066"/>
                  </a:cubicBezTo>
                  <a:cubicBezTo>
                    <a:pt x="58787" y="539242"/>
                    <a:pt x="51802" y="553212"/>
                    <a:pt x="44817" y="567182"/>
                  </a:cubicBezTo>
                  <a:lnTo>
                    <a:pt x="35038" y="589534"/>
                  </a:lnTo>
                  <a:lnTo>
                    <a:pt x="25259" y="606298"/>
                  </a:lnTo>
                  <a:cubicBezTo>
                    <a:pt x="23862" y="609092"/>
                    <a:pt x="22465" y="611886"/>
                    <a:pt x="21068" y="614680"/>
                  </a:cubicBezTo>
                  <a:cubicBezTo>
                    <a:pt x="18274" y="627253"/>
                    <a:pt x="12686" y="635635"/>
                    <a:pt x="8495" y="645414"/>
                  </a:cubicBezTo>
                  <a:cubicBezTo>
                    <a:pt x="113" y="670560"/>
                    <a:pt x="-2681" y="706882"/>
                    <a:pt x="2907" y="727837"/>
                  </a:cubicBezTo>
                  <a:lnTo>
                    <a:pt x="2907" y="739013"/>
                  </a:lnTo>
                  <a:lnTo>
                    <a:pt x="113" y="745998"/>
                  </a:lnTo>
                  <a:cubicBezTo>
                    <a:pt x="1510" y="748792"/>
                    <a:pt x="1510" y="751586"/>
                    <a:pt x="1510" y="752983"/>
                  </a:cubicBezTo>
                  <a:lnTo>
                    <a:pt x="2907" y="761365"/>
                  </a:lnTo>
                  <a:cubicBezTo>
                    <a:pt x="4304" y="764159"/>
                    <a:pt x="4304" y="766953"/>
                    <a:pt x="7098" y="768350"/>
                  </a:cubicBezTo>
                  <a:lnTo>
                    <a:pt x="11289" y="778129"/>
                  </a:lnTo>
                  <a:cubicBezTo>
                    <a:pt x="22465" y="807466"/>
                    <a:pt x="36435" y="832612"/>
                    <a:pt x="55993" y="859155"/>
                  </a:cubicBezTo>
                  <a:lnTo>
                    <a:pt x="69963" y="877316"/>
                  </a:lnTo>
                  <a:cubicBezTo>
                    <a:pt x="72757" y="881507"/>
                    <a:pt x="76948" y="887095"/>
                    <a:pt x="78345" y="891286"/>
                  </a:cubicBezTo>
                  <a:lnTo>
                    <a:pt x="92315" y="896874"/>
                  </a:lnTo>
                  <a:cubicBezTo>
                    <a:pt x="114667" y="923417"/>
                    <a:pt x="138416" y="937387"/>
                    <a:pt x="174738" y="952754"/>
                  </a:cubicBezTo>
                  <a:cubicBezTo>
                    <a:pt x="199884" y="962533"/>
                    <a:pt x="229221" y="975106"/>
                    <a:pt x="255764" y="976503"/>
                  </a:cubicBezTo>
                  <a:cubicBezTo>
                    <a:pt x="271131" y="976503"/>
                    <a:pt x="285101" y="979297"/>
                    <a:pt x="301865" y="980694"/>
                  </a:cubicBezTo>
                  <a:lnTo>
                    <a:pt x="313041" y="982091"/>
                  </a:lnTo>
                  <a:cubicBezTo>
                    <a:pt x="343775" y="983488"/>
                    <a:pt x="371715" y="984885"/>
                    <a:pt x="391273" y="980694"/>
                  </a:cubicBezTo>
                  <a:lnTo>
                    <a:pt x="401052" y="977900"/>
                  </a:lnTo>
                  <a:lnTo>
                    <a:pt x="413625" y="977900"/>
                  </a:lnTo>
                  <a:cubicBezTo>
                    <a:pt x="416419" y="977900"/>
                    <a:pt x="419213" y="976503"/>
                    <a:pt x="424801" y="975106"/>
                  </a:cubicBezTo>
                  <a:lnTo>
                    <a:pt x="442962" y="969518"/>
                  </a:lnTo>
                  <a:lnTo>
                    <a:pt x="505827" y="941578"/>
                  </a:lnTo>
                  <a:cubicBezTo>
                    <a:pt x="521194" y="931799"/>
                    <a:pt x="542149" y="926211"/>
                    <a:pt x="558913" y="920623"/>
                  </a:cubicBezTo>
                  <a:lnTo>
                    <a:pt x="568692" y="916432"/>
                  </a:lnTo>
                  <a:cubicBezTo>
                    <a:pt x="606411" y="896874"/>
                    <a:pt x="628763" y="870331"/>
                    <a:pt x="652512" y="829818"/>
                  </a:cubicBezTo>
                  <a:lnTo>
                    <a:pt x="656703" y="822833"/>
                  </a:lnTo>
                  <a:lnTo>
                    <a:pt x="663688" y="811657"/>
                  </a:lnTo>
                  <a:lnTo>
                    <a:pt x="667879" y="801878"/>
                  </a:lnTo>
                  <a:cubicBezTo>
                    <a:pt x="669276" y="790702"/>
                    <a:pt x="672070" y="785114"/>
                    <a:pt x="674864" y="780923"/>
                  </a:cubicBezTo>
                  <a:cubicBezTo>
                    <a:pt x="676261" y="775335"/>
                    <a:pt x="677658" y="769747"/>
                    <a:pt x="679055" y="761365"/>
                  </a:cubicBezTo>
                  <a:lnTo>
                    <a:pt x="684643" y="748792"/>
                  </a:lnTo>
                  <a:cubicBezTo>
                    <a:pt x="686040" y="745998"/>
                    <a:pt x="686040" y="740410"/>
                    <a:pt x="687437" y="734822"/>
                  </a:cubicBezTo>
                  <a:lnTo>
                    <a:pt x="688834" y="725043"/>
                  </a:lnTo>
                  <a:cubicBezTo>
                    <a:pt x="687437" y="709676"/>
                    <a:pt x="694422" y="694309"/>
                    <a:pt x="693025" y="677545"/>
                  </a:cubicBezTo>
                  <a:close/>
                  <a:moveTo>
                    <a:pt x="188708" y="244475"/>
                  </a:moveTo>
                  <a:cubicBezTo>
                    <a:pt x="190105" y="233299"/>
                    <a:pt x="195693" y="219329"/>
                    <a:pt x="201281" y="208153"/>
                  </a:cubicBezTo>
                  <a:cubicBezTo>
                    <a:pt x="208266" y="191389"/>
                    <a:pt x="222236" y="174625"/>
                    <a:pt x="236206" y="159258"/>
                  </a:cubicBezTo>
                  <a:cubicBezTo>
                    <a:pt x="278116" y="142494"/>
                    <a:pt x="301865" y="127127"/>
                    <a:pt x="342378" y="127127"/>
                  </a:cubicBezTo>
                  <a:cubicBezTo>
                    <a:pt x="368921" y="128524"/>
                    <a:pt x="385685" y="127127"/>
                    <a:pt x="412228" y="136906"/>
                  </a:cubicBezTo>
                  <a:cubicBezTo>
                    <a:pt x="416419" y="136906"/>
                    <a:pt x="420610" y="136906"/>
                    <a:pt x="424801" y="138303"/>
                  </a:cubicBezTo>
                  <a:cubicBezTo>
                    <a:pt x="428992" y="139700"/>
                    <a:pt x="433183" y="142494"/>
                    <a:pt x="437374" y="145288"/>
                  </a:cubicBezTo>
                  <a:cubicBezTo>
                    <a:pt x="444359" y="146685"/>
                    <a:pt x="449947" y="152273"/>
                    <a:pt x="455535" y="156464"/>
                  </a:cubicBezTo>
                  <a:cubicBezTo>
                    <a:pt x="473696" y="170434"/>
                    <a:pt x="484872" y="189992"/>
                    <a:pt x="496048" y="209550"/>
                  </a:cubicBezTo>
                  <a:cubicBezTo>
                    <a:pt x="501636" y="220726"/>
                    <a:pt x="507224" y="233299"/>
                    <a:pt x="507224" y="245872"/>
                  </a:cubicBezTo>
                  <a:cubicBezTo>
                    <a:pt x="507224" y="248666"/>
                    <a:pt x="507224" y="251460"/>
                    <a:pt x="505827" y="254254"/>
                  </a:cubicBezTo>
                  <a:lnTo>
                    <a:pt x="504430" y="261239"/>
                  </a:lnTo>
                  <a:lnTo>
                    <a:pt x="504430" y="273812"/>
                  </a:lnTo>
                  <a:cubicBezTo>
                    <a:pt x="508621" y="282194"/>
                    <a:pt x="507224" y="294767"/>
                    <a:pt x="505827" y="303149"/>
                  </a:cubicBezTo>
                  <a:lnTo>
                    <a:pt x="501636" y="311531"/>
                  </a:lnTo>
                  <a:cubicBezTo>
                    <a:pt x="496048" y="350647"/>
                    <a:pt x="477887" y="384175"/>
                    <a:pt x="445756" y="406527"/>
                  </a:cubicBezTo>
                  <a:cubicBezTo>
                    <a:pt x="441565" y="410718"/>
                    <a:pt x="435977" y="413512"/>
                    <a:pt x="430389" y="414909"/>
                  </a:cubicBezTo>
                  <a:lnTo>
                    <a:pt x="423404" y="417703"/>
                  </a:lnTo>
                  <a:cubicBezTo>
                    <a:pt x="398258" y="417703"/>
                    <a:pt x="380097" y="419100"/>
                    <a:pt x="360539" y="420497"/>
                  </a:cubicBezTo>
                  <a:cubicBezTo>
                    <a:pt x="311644" y="423291"/>
                    <a:pt x="275322" y="412115"/>
                    <a:pt x="241794" y="391160"/>
                  </a:cubicBezTo>
                  <a:lnTo>
                    <a:pt x="230618" y="381381"/>
                  </a:lnTo>
                  <a:lnTo>
                    <a:pt x="223633" y="372999"/>
                  </a:lnTo>
                  <a:cubicBezTo>
                    <a:pt x="219442" y="368808"/>
                    <a:pt x="216648" y="366014"/>
                    <a:pt x="215251" y="364617"/>
                  </a:cubicBezTo>
                  <a:cubicBezTo>
                    <a:pt x="183120" y="346456"/>
                    <a:pt x="183120" y="273812"/>
                    <a:pt x="188708" y="244475"/>
                  </a:cubicBezTo>
                  <a:close/>
                  <a:moveTo>
                    <a:pt x="526782" y="712470"/>
                  </a:moveTo>
                  <a:lnTo>
                    <a:pt x="525385" y="723646"/>
                  </a:lnTo>
                  <a:cubicBezTo>
                    <a:pt x="530973" y="799084"/>
                    <a:pt x="424801" y="866140"/>
                    <a:pt x="377303" y="861949"/>
                  </a:cubicBezTo>
                  <a:cubicBezTo>
                    <a:pt x="292086" y="870331"/>
                    <a:pt x="216648" y="831215"/>
                    <a:pt x="181723" y="758571"/>
                  </a:cubicBezTo>
                  <a:lnTo>
                    <a:pt x="176135" y="748792"/>
                  </a:lnTo>
                  <a:lnTo>
                    <a:pt x="173341" y="739013"/>
                  </a:lnTo>
                  <a:cubicBezTo>
                    <a:pt x="166356" y="699897"/>
                    <a:pt x="155180" y="662178"/>
                    <a:pt x="170547" y="625856"/>
                  </a:cubicBezTo>
                  <a:cubicBezTo>
                    <a:pt x="171944" y="621665"/>
                    <a:pt x="174738" y="618871"/>
                    <a:pt x="177532" y="616077"/>
                  </a:cubicBezTo>
                  <a:lnTo>
                    <a:pt x="180326" y="607695"/>
                  </a:lnTo>
                  <a:cubicBezTo>
                    <a:pt x="181723" y="606298"/>
                    <a:pt x="181723" y="603504"/>
                    <a:pt x="183120" y="600710"/>
                  </a:cubicBezTo>
                  <a:lnTo>
                    <a:pt x="194296" y="590931"/>
                  </a:lnTo>
                  <a:lnTo>
                    <a:pt x="206869" y="582549"/>
                  </a:lnTo>
                  <a:cubicBezTo>
                    <a:pt x="211060" y="579755"/>
                    <a:pt x="215251" y="576961"/>
                    <a:pt x="218045" y="574167"/>
                  </a:cubicBezTo>
                  <a:lnTo>
                    <a:pt x="226427" y="567182"/>
                  </a:lnTo>
                  <a:cubicBezTo>
                    <a:pt x="243191" y="551815"/>
                    <a:pt x="268337" y="535051"/>
                    <a:pt x="299071" y="528066"/>
                  </a:cubicBezTo>
                  <a:cubicBezTo>
                    <a:pt x="361936" y="514096"/>
                    <a:pt x="459726" y="525272"/>
                    <a:pt x="500239" y="593725"/>
                  </a:cubicBezTo>
                  <a:cubicBezTo>
                    <a:pt x="508621" y="603504"/>
                    <a:pt x="519797" y="625856"/>
                    <a:pt x="519797" y="644017"/>
                  </a:cubicBezTo>
                  <a:cubicBezTo>
                    <a:pt x="526782" y="667766"/>
                    <a:pt x="528179" y="687324"/>
                    <a:pt x="526782" y="71247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88F4D7FF-E407-4A68-B6C7-9F4E44D6C632}"/>
                </a:ext>
              </a:extLst>
            </p:cNvPr>
            <p:cNvSpPr/>
            <p:nvPr/>
          </p:nvSpPr>
          <p:spPr>
            <a:xfrm>
              <a:off x="6276340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D86CDE84-CCBE-4C75-85D1-E0F614475123}"/>
                </a:ext>
              </a:extLst>
            </p:cNvPr>
            <p:cNvSpPr/>
            <p:nvPr/>
          </p:nvSpPr>
          <p:spPr>
            <a:xfrm>
              <a:off x="6249796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92629EB7-CBD8-4788-8606-FF28681D55FE}"/>
                </a:ext>
              </a:extLst>
            </p:cNvPr>
            <p:cNvSpPr/>
            <p:nvPr/>
          </p:nvSpPr>
          <p:spPr>
            <a:xfrm>
              <a:off x="5623929" y="4396993"/>
              <a:ext cx="321321" cy="293793"/>
            </a:xfrm>
            <a:custGeom>
              <a:avLst/>
              <a:gdLst>
                <a:gd name="connsiteX0" fmla="*/ 29348 w 321321"/>
                <a:gd name="connsiteY0" fmla="*/ 237490 h 293793"/>
                <a:gd name="connsiteX1" fmla="*/ 37730 w 321321"/>
                <a:gd name="connsiteY1" fmla="*/ 245872 h 293793"/>
                <a:gd name="connsiteX2" fmla="*/ 44715 w 321321"/>
                <a:gd name="connsiteY2" fmla="*/ 254254 h 293793"/>
                <a:gd name="connsiteX3" fmla="*/ 55891 w 321321"/>
                <a:gd name="connsiteY3" fmla="*/ 264033 h 293793"/>
                <a:gd name="connsiteX4" fmla="*/ 174636 w 321321"/>
                <a:gd name="connsiteY4" fmla="*/ 293370 h 293793"/>
                <a:gd name="connsiteX5" fmla="*/ 237501 w 321321"/>
                <a:gd name="connsiteY5" fmla="*/ 290576 h 293793"/>
                <a:gd name="connsiteX6" fmla="*/ 244486 w 321321"/>
                <a:gd name="connsiteY6" fmla="*/ 287782 h 293793"/>
                <a:gd name="connsiteX7" fmla="*/ 259853 w 321321"/>
                <a:gd name="connsiteY7" fmla="*/ 279400 h 293793"/>
                <a:gd name="connsiteX8" fmla="*/ 315733 w 321321"/>
                <a:gd name="connsiteY8" fmla="*/ 184404 h 293793"/>
                <a:gd name="connsiteX9" fmla="*/ 319924 w 321321"/>
                <a:gd name="connsiteY9" fmla="*/ 176022 h 293793"/>
                <a:gd name="connsiteX10" fmla="*/ 318527 w 321321"/>
                <a:gd name="connsiteY10" fmla="*/ 146685 h 293793"/>
                <a:gd name="connsiteX11" fmla="*/ 318527 w 321321"/>
                <a:gd name="connsiteY11" fmla="*/ 134112 h 293793"/>
                <a:gd name="connsiteX12" fmla="*/ 319924 w 321321"/>
                <a:gd name="connsiteY12" fmla="*/ 127127 h 293793"/>
                <a:gd name="connsiteX13" fmla="*/ 321321 w 321321"/>
                <a:gd name="connsiteY13" fmla="*/ 118745 h 293793"/>
                <a:gd name="connsiteX14" fmla="*/ 310145 w 321321"/>
                <a:gd name="connsiteY14" fmla="*/ 82423 h 293793"/>
                <a:gd name="connsiteX15" fmla="*/ 269632 w 321321"/>
                <a:gd name="connsiteY15" fmla="*/ 29337 h 293793"/>
                <a:gd name="connsiteX16" fmla="*/ 251471 w 321321"/>
                <a:gd name="connsiteY16" fmla="*/ 18161 h 293793"/>
                <a:gd name="connsiteX17" fmla="*/ 238898 w 321321"/>
                <a:gd name="connsiteY17" fmla="*/ 11176 h 293793"/>
                <a:gd name="connsiteX18" fmla="*/ 226325 w 321321"/>
                <a:gd name="connsiteY18" fmla="*/ 9779 h 293793"/>
                <a:gd name="connsiteX19" fmla="*/ 156475 w 321321"/>
                <a:gd name="connsiteY19" fmla="*/ 0 h 293793"/>
                <a:gd name="connsiteX20" fmla="*/ 50303 w 321321"/>
                <a:gd name="connsiteY20" fmla="*/ 32131 h 293793"/>
                <a:gd name="connsiteX21" fmla="*/ 15378 w 321321"/>
                <a:gd name="connsiteY21" fmla="*/ 81026 h 293793"/>
                <a:gd name="connsiteX22" fmla="*/ 2805 w 321321"/>
                <a:gd name="connsiteY22" fmla="*/ 117348 h 293793"/>
                <a:gd name="connsiteX23" fmla="*/ 29348 w 321321"/>
                <a:gd name="connsiteY23" fmla="*/ 237490 h 293793"/>
                <a:gd name="connsiteX24" fmla="*/ 27951 w 321321"/>
                <a:gd name="connsiteY24" fmla="*/ 122936 h 293793"/>
                <a:gd name="connsiteX25" fmla="*/ 33539 w 321321"/>
                <a:gd name="connsiteY25" fmla="*/ 106172 h 293793"/>
                <a:gd name="connsiteX26" fmla="*/ 39127 w 321321"/>
                <a:gd name="connsiteY26" fmla="*/ 90805 h 293793"/>
                <a:gd name="connsiteX27" fmla="*/ 67067 w 321321"/>
                <a:gd name="connsiteY27" fmla="*/ 53086 h 293793"/>
                <a:gd name="connsiteX28" fmla="*/ 155078 w 321321"/>
                <a:gd name="connsiteY28" fmla="*/ 26543 h 293793"/>
                <a:gd name="connsiteX29" fmla="*/ 223531 w 321321"/>
                <a:gd name="connsiteY29" fmla="*/ 36322 h 293793"/>
                <a:gd name="connsiteX30" fmla="*/ 238898 w 321321"/>
                <a:gd name="connsiteY30" fmla="*/ 41910 h 293793"/>
                <a:gd name="connsiteX31" fmla="*/ 245883 w 321321"/>
                <a:gd name="connsiteY31" fmla="*/ 44704 h 293793"/>
                <a:gd name="connsiteX32" fmla="*/ 254265 w 321321"/>
                <a:gd name="connsiteY32" fmla="*/ 51689 h 293793"/>
                <a:gd name="connsiteX33" fmla="*/ 286396 w 321321"/>
                <a:gd name="connsiteY33" fmla="*/ 94996 h 293793"/>
                <a:gd name="connsiteX34" fmla="*/ 294778 w 321321"/>
                <a:gd name="connsiteY34" fmla="*/ 121539 h 293793"/>
                <a:gd name="connsiteX35" fmla="*/ 291984 w 321321"/>
                <a:gd name="connsiteY35" fmla="*/ 134112 h 293793"/>
                <a:gd name="connsiteX36" fmla="*/ 291984 w 321321"/>
                <a:gd name="connsiteY36" fmla="*/ 150876 h 293793"/>
                <a:gd name="connsiteX37" fmla="*/ 296175 w 321321"/>
                <a:gd name="connsiteY37" fmla="*/ 157861 h 293793"/>
                <a:gd name="connsiteX38" fmla="*/ 294778 w 321321"/>
                <a:gd name="connsiteY38" fmla="*/ 156464 h 293793"/>
                <a:gd name="connsiteX39" fmla="*/ 293381 w 321321"/>
                <a:gd name="connsiteY39" fmla="*/ 170434 h 293793"/>
                <a:gd name="connsiteX40" fmla="*/ 290587 w 321321"/>
                <a:gd name="connsiteY40" fmla="*/ 177419 h 293793"/>
                <a:gd name="connsiteX41" fmla="*/ 238898 w 321321"/>
                <a:gd name="connsiteY41" fmla="*/ 261239 h 293793"/>
                <a:gd name="connsiteX42" fmla="*/ 230516 w 321321"/>
                <a:gd name="connsiteY42" fmla="*/ 264033 h 293793"/>
                <a:gd name="connsiteX43" fmla="*/ 173239 w 321321"/>
                <a:gd name="connsiteY43" fmla="*/ 266827 h 293793"/>
                <a:gd name="connsiteX44" fmla="*/ 64273 w 321321"/>
                <a:gd name="connsiteY44" fmla="*/ 236093 h 293793"/>
                <a:gd name="connsiteX45" fmla="*/ 53097 w 321321"/>
                <a:gd name="connsiteY45" fmla="*/ 223520 h 293793"/>
                <a:gd name="connsiteX46" fmla="*/ 43318 w 321321"/>
                <a:gd name="connsiteY46" fmla="*/ 213741 h 293793"/>
                <a:gd name="connsiteX47" fmla="*/ 27951 w 321321"/>
                <a:gd name="connsiteY47" fmla="*/ 122936 h 29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21321" h="293793">
                  <a:moveTo>
                    <a:pt x="29348" y="237490"/>
                  </a:moveTo>
                  <a:cubicBezTo>
                    <a:pt x="30745" y="238887"/>
                    <a:pt x="33539" y="241681"/>
                    <a:pt x="37730" y="245872"/>
                  </a:cubicBezTo>
                  <a:lnTo>
                    <a:pt x="44715" y="254254"/>
                  </a:lnTo>
                  <a:lnTo>
                    <a:pt x="55891" y="264033"/>
                  </a:lnTo>
                  <a:cubicBezTo>
                    <a:pt x="89419" y="284988"/>
                    <a:pt x="125741" y="296164"/>
                    <a:pt x="174636" y="293370"/>
                  </a:cubicBezTo>
                  <a:cubicBezTo>
                    <a:pt x="194194" y="291973"/>
                    <a:pt x="212355" y="290576"/>
                    <a:pt x="237501" y="290576"/>
                  </a:cubicBezTo>
                  <a:lnTo>
                    <a:pt x="244486" y="287782"/>
                  </a:lnTo>
                  <a:cubicBezTo>
                    <a:pt x="250074" y="286385"/>
                    <a:pt x="255662" y="283591"/>
                    <a:pt x="259853" y="279400"/>
                  </a:cubicBezTo>
                  <a:cubicBezTo>
                    <a:pt x="291984" y="257048"/>
                    <a:pt x="310145" y="223520"/>
                    <a:pt x="315733" y="184404"/>
                  </a:cubicBezTo>
                  <a:lnTo>
                    <a:pt x="319924" y="176022"/>
                  </a:lnTo>
                  <a:cubicBezTo>
                    <a:pt x="321321" y="167640"/>
                    <a:pt x="322718" y="155067"/>
                    <a:pt x="318527" y="146685"/>
                  </a:cubicBezTo>
                  <a:lnTo>
                    <a:pt x="318527" y="134112"/>
                  </a:lnTo>
                  <a:lnTo>
                    <a:pt x="319924" y="127127"/>
                  </a:lnTo>
                  <a:cubicBezTo>
                    <a:pt x="321321" y="124333"/>
                    <a:pt x="321321" y="121539"/>
                    <a:pt x="321321" y="118745"/>
                  </a:cubicBezTo>
                  <a:cubicBezTo>
                    <a:pt x="321321" y="106172"/>
                    <a:pt x="315733" y="93599"/>
                    <a:pt x="310145" y="82423"/>
                  </a:cubicBezTo>
                  <a:cubicBezTo>
                    <a:pt x="298969" y="62865"/>
                    <a:pt x="287793" y="43307"/>
                    <a:pt x="269632" y="29337"/>
                  </a:cubicBezTo>
                  <a:cubicBezTo>
                    <a:pt x="264044" y="25146"/>
                    <a:pt x="258456" y="19558"/>
                    <a:pt x="251471" y="18161"/>
                  </a:cubicBezTo>
                  <a:cubicBezTo>
                    <a:pt x="247280" y="15367"/>
                    <a:pt x="243089" y="12573"/>
                    <a:pt x="238898" y="11176"/>
                  </a:cubicBezTo>
                  <a:cubicBezTo>
                    <a:pt x="234707" y="9779"/>
                    <a:pt x="230516" y="9779"/>
                    <a:pt x="226325" y="9779"/>
                  </a:cubicBezTo>
                  <a:cubicBezTo>
                    <a:pt x="199782" y="0"/>
                    <a:pt x="183018" y="1397"/>
                    <a:pt x="156475" y="0"/>
                  </a:cubicBezTo>
                  <a:cubicBezTo>
                    <a:pt x="115962" y="0"/>
                    <a:pt x="92213" y="15367"/>
                    <a:pt x="50303" y="32131"/>
                  </a:cubicBezTo>
                  <a:cubicBezTo>
                    <a:pt x="36333" y="47498"/>
                    <a:pt x="22363" y="64262"/>
                    <a:pt x="15378" y="81026"/>
                  </a:cubicBezTo>
                  <a:cubicBezTo>
                    <a:pt x="9790" y="92202"/>
                    <a:pt x="4202" y="106172"/>
                    <a:pt x="2805" y="117348"/>
                  </a:cubicBezTo>
                  <a:cubicBezTo>
                    <a:pt x="-2783" y="146685"/>
                    <a:pt x="-2783" y="219329"/>
                    <a:pt x="29348" y="237490"/>
                  </a:cubicBezTo>
                  <a:close/>
                  <a:moveTo>
                    <a:pt x="27951" y="122936"/>
                  </a:moveTo>
                  <a:cubicBezTo>
                    <a:pt x="29348" y="118745"/>
                    <a:pt x="30745" y="113157"/>
                    <a:pt x="33539" y="106172"/>
                  </a:cubicBezTo>
                  <a:lnTo>
                    <a:pt x="39127" y="90805"/>
                  </a:lnTo>
                  <a:cubicBezTo>
                    <a:pt x="44715" y="79629"/>
                    <a:pt x="54494" y="67056"/>
                    <a:pt x="67067" y="53086"/>
                  </a:cubicBezTo>
                  <a:cubicBezTo>
                    <a:pt x="97801" y="41910"/>
                    <a:pt x="121550" y="26543"/>
                    <a:pt x="155078" y="26543"/>
                  </a:cubicBezTo>
                  <a:cubicBezTo>
                    <a:pt x="181621" y="29337"/>
                    <a:pt x="192797" y="26543"/>
                    <a:pt x="223531" y="36322"/>
                  </a:cubicBezTo>
                  <a:cubicBezTo>
                    <a:pt x="230516" y="36322"/>
                    <a:pt x="231913" y="37719"/>
                    <a:pt x="238898" y="41910"/>
                  </a:cubicBezTo>
                  <a:lnTo>
                    <a:pt x="245883" y="44704"/>
                  </a:lnTo>
                  <a:lnTo>
                    <a:pt x="254265" y="51689"/>
                  </a:lnTo>
                  <a:cubicBezTo>
                    <a:pt x="268235" y="61468"/>
                    <a:pt x="276617" y="79629"/>
                    <a:pt x="286396" y="94996"/>
                  </a:cubicBezTo>
                  <a:cubicBezTo>
                    <a:pt x="290587" y="101981"/>
                    <a:pt x="294778" y="110363"/>
                    <a:pt x="294778" y="121539"/>
                  </a:cubicBezTo>
                  <a:lnTo>
                    <a:pt x="291984" y="134112"/>
                  </a:lnTo>
                  <a:lnTo>
                    <a:pt x="291984" y="150876"/>
                  </a:lnTo>
                  <a:lnTo>
                    <a:pt x="296175" y="157861"/>
                  </a:lnTo>
                  <a:lnTo>
                    <a:pt x="294778" y="156464"/>
                  </a:lnTo>
                  <a:cubicBezTo>
                    <a:pt x="294778" y="160655"/>
                    <a:pt x="294778" y="166243"/>
                    <a:pt x="293381" y="170434"/>
                  </a:cubicBezTo>
                  <a:lnTo>
                    <a:pt x="290587" y="177419"/>
                  </a:lnTo>
                  <a:cubicBezTo>
                    <a:pt x="284999" y="212344"/>
                    <a:pt x="269632" y="240284"/>
                    <a:pt x="238898" y="261239"/>
                  </a:cubicBezTo>
                  <a:lnTo>
                    <a:pt x="230516" y="264033"/>
                  </a:lnTo>
                  <a:cubicBezTo>
                    <a:pt x="209561" y="264033"/>
                    <a:pt x="192797" y="265430"/>
                    <a:pt x="173239" y="266827"/>
                  </a:cubicBezTo>
                  <a:cubicBezTo>
                    <a:pt x="129932" y="268224"/>
                    <a:pt x="97801" y="259842"/>
                    <a:pt x="64273" y="236093"/>
                  </a:cubicBezTo>
                  <a:lnTo>
                    <a:pt x="53097" y="223520"/>
                  </a:lnTo>
                  <a:cubicBezTo>
                    <a:pt x="53097" y="222123"/>
                    <a:pt x="47509" y="215138"/>
                    <a:pt x="43318" y="213741"/>
                  </a:cubicBezTo>
                  <a:cubicBezTo>
                    <a:pt x="27951" y="191389"/>
                    <a:pt x="23760" y="155067"/>
                    <a:pt x="27951" y="122936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6A034E8-0049-4EFA-B5CE-E25C6E9DA355}"/>
                </a:ext>
              </a:extLst>
            </p:cNvPr>
            <p:cNvSpPr/>
            <p:nvPr/>
          </p:nvSpPr>
          <p:spPr>
            <a:xfrm>
              <a:off x="5600860" y="4792663"/>
              <a:ext cx="364435" cy="340271"/>
            </a:xfrm>
            <a:custGeom>
              <a:avLst/>
              <a:gdLst>
                <a:gd name="connsiteX0" fmla="*/ 337405 w 364435"/>
                <a:gd name="connsiteY0" fmla="*/ 70928 h 340271"/>
                <a:gd name="connsiteX1" fmla="*/ 136237 w 364435"/>
                <a:gd name="connsiteY1" fmla="*/ 5269 h 340271"/>
                <a:gd name="connsiteX2" fmla="*/ 63593 w 364435"/>
                <a:gd name="connsiteY2" fmla="*/ 44385 h 340271"/>
                <a:gd name="connsiteX3" fmla="*/ 55211 w 364435"/>
                <a:gd name="connsiteY3" fmla="*/ 51370 h 340271"/>
                <a:gd name="connsiteX4" fmla="*/ 44035 w 364435"/>
                <a:gd name="connsiteY4" fmla="*/ 59752 h 340271"/>
                <a:gd name="connsiteX5" fmla="*/ 31462 w 364435"/>
                <a:gd name="connsiteY5" fmla="*/ 68134 h 340271"/>
                <a:gd name="connsiteX6" fmla="*/ 20286 w 364435"/>
                <a:gd name="connsiteY6" fmla="*/ 77913 h 340271"/>
                <a:gd name="connsiteX7" fmla="*/ 17492 w 364435"/>
                <a:gd name="connsiteY7" fmla="*/ 84898 h 340271"/>
                <a:gd name="connsiteX8" fmla="*/ 14698 w 364435"/>
                <a:gd name="connsiteY8" fmla="*/ 93280 h 340271"/>
                <a:gd name="connsiteX9" fmla="*/ 7713 w 364435"/>
                <a:gd name="connsiteY9" fmla="*/ 103059 h 340271"/>
                <a:gd name="connsiteX10" fmla="*/ 10507 w 364435"/>
                <a:gd name="connsiteY10" fmla="*/ 216216 h 340271"/>
                <a:gd name="connsiteX11" fmla="*/ 13301 w 364435"/>
                <a:gd name="connsiteY11" fmla="*/ 225995 h 340271"/>
                <a:gd name="connsiteX12" fmla="*/ 18889 w 364435"/>
                <a:gd name="connsiteY12" fmla="*/ 235774 h 340271"/>
                <a:gd name="connsiteX13" fmla="*/ 214469 w 364435"/>
                <a:gd name="connsiteY13" fmla="*/ 339152 h 340271"/>
                <a:gd name="connsiteX14" fmla="*/ 362551 w 364435"/>
                <a:gd name="connsiteY14" fmla="*/ 200849 h 340271"/>
                <a:gd name="connsiteX15" fmla="*/ 363948 w 364435"/>
                <a:gd name="connsiteY15" fmla="*/ 189673 h 340271"/>
                <a:gd name="connsiteX16" fmla="*/ 356963 w 364435"/>
                <a:gd name="connsiteY16" fmla="*/ 121220 h 340271"/>
                <a:gd name="connsiteX17" fmla="*/ 337405 w 364435"/>
                <a:gd name="connsiteY17" fmla="*/ 70928 h 340271"/>
                <a:gd name="connsiteX18" fmla="*/ 337405 w 364435"/>
                <a:gd name="connsiteY18" fmla="*/ 186879 h 340271"/>
                <a:gd name="connsiteX19" fmla="*/ 336008 w 364435"/>
                <a:gd name="connsiteY19" fmla="*/ 199452 h 340271"/>
                <a:gd name="connsiteX20" fmla="*/ 336008 w 364435"/>
                <a:gd name="connsiteY20" fmla="*/ 206437 h 340271"/>
                <a:gd name="connsiteX21" fmla="*/ 213072 w 364435"/>
                <a:gd name="connsiteY21" fmla="*/ 312609 h 340271"/>
                <a:gd name="connsiteX22" fmla="*/ 42638 w 364435"/>
                <a:gd name="connsiteY22" fmla="*/ 223201 h 340271"/>
                <a:gd name="connsiteX23" fmla="*/ 35653 w 364435"/>
                <a:gd name="connsiteY23" fmla="*/ 209231 h 340271"/>
                <a:gd name="connsiteX24" fmla="*/ 31462 w 364435"/>
                <a:gd name="connsiteY24" fmla="*/ 114235 h 340271"/>
                <a:gd name="connsiteX25" fmla="*/ 37050 w 364435"/>
                <a:gd name="connsiteY25" fmla="*/ 107250 h 340271"/>
                <a:gd name="connsiteX26" fmla="*/ 41241 w 364435"/>
                <a:gd name="connsiteY26" fmla="*/ 97471 h 340271"/>
                <a:gd name="connsiteX27" fmla="*/ 46829 w 364435"/>
                <a:gd name="connsiteY27" fmla="*/ 90486 h 340271"/>
                <a:gd name="connsiteX28" fmla="*/ 59402 w 364435"/>
                <a:gd name="connsiteY28" fmla="*/ 82104 h 340271"/>
                <a:gd name="connsiteX29" fmla="*/ 81754 w 364435"/>
                <a:gd name="connsiteY29" fmla="*/ 62546 h 340271"/>
                <a:gd name="connsiteX30" fmla="*/ 141825 w 364435"/>
                <a:gd name="connsiteY30" fmla="*/ 31812 h 340271"/>
                <a:gd name="connsiteX31" fmla="*/ 316450 w 364435"/>
                <a:gd name="connsiteY31" fmla="*/ 87692 h 340271"/>
                <a:gd name="connsiteX32" fmla="*/ 330420 w 364435"/>
                <a:gd name="connsiteY32" fmla="*/ 126808 h 340271"/>
                <a:gd name="connsiteX33" fmla="*/ 337405 w 364435"/>
                <a:gd name="connsiteY33" fmla="*/ 186879 h 34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4435" h="340271">
                  <a:moveTo>
                    <a:pt x="337405" y="70928"/>
                  </a:moveTo>
                  <a:cubicBezTo>
                    <a:pt x="296892" y="2475"/>
                    <a:pt x="199102" y="-8701"/>
                    <a:pt x="136237" y="5269"/>
                  </a:cubicBezTo>
                  <a:cubicBezTo>
                    <a:pt x="105503" y="12254"/>
                    <a:pt x="80357" y="29018"/>
                    <a:pt x="63593" y="44385"/>
                  </a:cubicBezTo>
                  <a:lnTo>
                    <a:pt x="55211" y="51370"/>
                  </a:lnTo>
                  <a:cubicBezTo>
                    <a:pt x="52417" y="54164"/>
                    <a:pt x="48226" y="56958"/>
                    <a:pt x="44035" y="59752"/>
                  </a:cubicBezTo>
                  <a:lnTo>
                    <a:pt x="31462" y="68134"/>
                  </a:lnTo>
                  <a:lnTo>
                    <a:pt x="20286" y="77913"/>
                  </a:lnTo>
                  <a:cubicBezTo>
                    <a:pt x="18889" y="80707"/>
                    <a:pt x="18889" y="83501"/>
                    <a:pt x="17492" y="84898"/>
                  </a:cubicBezTo>
                  <a:lnTo>
                    <a:pt x="14698" y="93280"/>
                  </a:lnTo>
                  <a:cubicBezTo>
                    <a:pt x="11904" y="96074"/>
                    <a:pt x="9110" y="98868"/>
                    <a:pt x="7713" y="103059"/>
                  </a:cubicBezTo>
                  <a:cubicBezTo>
                    <a:pt x="-7654" y="139381"/>
                    <a:pt x="3522" y="177100"/>
                    <a:pt x="10507" y="216216"/>
                  </a:cubicBezTo>
                  <a:lnTo>
                    <a:pt x="13301" y="225995"/>
                  </a:lnTo>
                  <a:lnTo>
                    <a:pt x="18889" y="235774"/>
                  </a:lnTo>
                  <a:cubicBezTo>
                    <a:pt x="53814" y="308418"/>
                    <a:pt x="129252" y="347534"/>
                    <a:pt x="214469" y="339152"/>
                  </a:cubicBezTo>
                  <a:cubicBezTo>
                    <a:pt x="261967" y="343343"/>
                    <a:pt x="368139" y="276287"/>
                    <a:pt x="362551" y="200849"/>
                  </a:cubicBezTo>
                  <a:lnTo>
                    <a:pt x="363948" y="189673"/>
                  </a:lnTo>
                  <a:cubicBezTo>
                    <a:pt x="365345" y="164527"/>
                    <a:pt x="363948" y="144969"/>
                    <a:pt x="356963" y="121220"/>
                  </a:cubicBezTo>
                  <a:cubicBezTo>
                    <a:pt x="356963" y="103059"/>
                    <a:pt x="345787" y="80707"/>
                    <a:pt x="337405" y="70928"/>
                  </a:cubicBezTo>
                  <a:close/>
                  <a:moveTo>
                    <a:pt x="337405" y="186879"/>
                  </a:moveTo>
                  <a:lnTo>
                    <a:pt x="336008" y="199452"/>
                  </a:lnTo>
                  <a:lnTo>
                    <a:pt x="336008" y="206437"/>
                  </a:lnTo>
                  <a:cubicBezTo>
                    <a:pt x="340199" y="256729"/>
                    <a:pt x="252188" y="316800"/>
                    <a:pt x="213072" y="312609"/>
                  </a:cubicBezTo>
                  <a:cubicBezTo>
                    <a:pt x="137634" y="320991"/>
                    <a:pt x="73372" y="286066"/>
                    <a:pt x="42638" y="223201"/>
                  </a:cubicBezTo>
                  <a:lnTo>
                    <a:pt x="35653" y="209231"/>
                  </a:lnTo>
                  <a:cubicBezTo>
                    <a:pt x="31462" y="179894"/>
                    <a:pt x="20286" y="142175"/>
                    <a:pt x="31462" y="114235"/>
                  </a:cubicBezTo>
                  <a:lnTo>
                    <a:pt x="37050" y="107250"/>
                  </a:lnTo>
                  <a:lnTo>
                    <a:pt x="41241" y="97471"/>
                  </a:lnTo>
                  <a:lnTo>
                    <a:pt x="46829" y="90486"/>
                  </a:lnTo>
                  <a:lnTo>
                    <a:pt x="59402" y="82104"/>
                  </a:lnTo>
                  <a:cubicBezTo>
                    <a:pt x="66387" y="76516"/>
                    <a:pt x="76166" y="70928"/>
                    <a:pt x="81754" y="62546"/>
                  </a:cubicBezTo>
                  <a:cubicBezTo>
                    <a:pt x="98518" y="49973"/>
                    <a:pt x="118076" y="37400"/>
                    <a:pt x="141825" y="31812"/>
                  </a:cubicBezTo>
                  <a:cubicBezTo>
                    <a:pt x="200499" y="17842"/>
                    <a:pt x="284319" y="31812"/>
                    <a:pt x="316450" y="87692"/>
                  </a:cubicBezTo>
                  <a:cubicBezTo>
                    <a:pt x="322038" y="94677"/>
                    <a:pt x="330420" y="111441"/>
                    <a:pt x="330420" y="126808"/>
                  </a:cubicBezTo>
                  <a:cubicBezTo>
                    <a:pt x="337405" y="149160"/>
                    <a:pt x="338802" y="164527"/>
                    <a:pt x="337405" y="186879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00A4A3E-E55F-4FED-B2CE-DC47B72F18F7}"/>
                </a:ext>
              </a:extLst>
            </p:cNvPr>
            <p:cNvSpPr/>
            <p:nvPr/>
          </p:nvSpPr>
          <p:spPr>
            <a:xfrm>
              <a:off x="5411108" y="4242363"/>
              <a:ext cx="746543" cy="1037387"/>
            </a:xfrm>
            <a:custGeom>
              <a:avLst/>
              <a:gdLst>
                <a:gd name="connsiteX0" fmla="*/ 745090 w 746543"/>
                <a:gd name="connsiteY0" fmla="*/ 696667 h 1037387"/>
                <a:gd name="connsiteX1" fmla="*/ 743693 w 746543"/>
                <a:gd name="connsiteY1" fmla="*/ 682697 h 1037387"/>
                <a:gd name="connsiteX2" fmla="*/ 742296 w 746543"/>
                <a:gd name="connsiteY2" fmla="*/ 672918 h 1037387"/>
                <a:gd name="connsiteX3" fmla="*/ 740899 w 746543"/>
                <a:gd name="connsiteY3" fmla="*/ 663139 h 1037387"/>
                <a:gd name="connsiteX4" fmla="*/ 738105 w 746543"/>
                <a:gd name="connsiteY4" fmla="*/ 654757 h 1037387"/>
                <a:gd name="connsiteX5" fmla="*/ 732517 w 746543"/>
                <a:gd name="connsiteY5" fmla="*/ 639390 h 1037387"/>
                <a:gd name="connsiteX6" fmla="*/ 715753 w 746543"/>
                <a:gd name="connsiteY6" fmla="*/ 612847 h 1037387"/>
                <a:gd name="connsiteX7" fmla="*/ 678034 w 746543"/>
                <a:gd name="connsiteY7" fmla="*/ 558364 h 1037387"/>
                <a:gd name="connsiteX8" fmla="*/ 605390 w 746543"/>
                <a:gd name="connsiteY8" fmla="*/ 506675 h 1037387"/>
                <a:gd name="connsiteX9" fmla="*/ 591420 w 746543"/>
                <a:gd name="connsiteY9" fmla="*/ 498293 h 1037387"/>
                <a:gd name="connsiteX10" fmla="*/ 583038 w 746543"/>
                <a:gd name="connsiteY10" fmla="*/ 492705 h 1037387"/>
                <a:gd name="connsiteX11" fmla="*/ 616566 w 746543"/>
                <a:gd name="connsiteY11" fmla="*/ 467559 h 1037387"/>
                <a:gd name="connsiteX12" fmla="*/ 627742 w 746543"/>
                <a:gd name="connsiteY12" fmla="*/ 457780 h 1037387"/>
                <a:gd name="connsiteX13" fmla="*/ 640315 w 746543"/>
                <a:gd name="connsiteY13" fmla="*/ 448001 h 1037387"/>
                <a:gd name="connsiteX14" fmla="*/ 647300 w 746543"/>
                <a:gd name="connsiteY14" fmla="*/ 441016 h 1037387"/>
                <a:gd name="connsiteX15" fmla="*/ 700386 w 746543"/>
                <a:gd name="connsiteY15" fmla="*/ 354402 h 1037387"/>
                <a:gd name="connsiteX16" fmla="*/ 705974 w 746543"/>
                <a:gd name="connsiteY16" fmla="*/ 326462 h 1037387"/>
                <a:gd name="connsiteX17" fmla="*/ 705974 w 746543"/>
                <a:gd name="connsiteY17" fmla="*/ 319477 h 1037387"/>
                <a:gd name="connsiteX18" fmla="*/ 705974 w 746543"/>
                <a:gd name="connsiteY18" fmla="*/ 306904 h 1037387"/>
                <a:gd name="connsiteX19" fmla="*/ 707371 w 746543"/>
                <a:gd name="connsiteY19" fmla="*/ 276170 h 1037387"/>
                <a:gd name="connsiteX20" fmla="*/ 705974 w 746543"/>
                <a:gd name="connsiteY20" fmla="*/ 267788 h 1037387"/>
                <a:gd name="connsiteX21" fmla="*/ 704577 w 746543"/>
                <a:gd name="connsiteY21" fmla="*/ 258009 h 1037387"/>
                <a:gd name="connsiteX22" fmla="*/ 675240 w 746543"/>
                <a:gd name="connsiteY22" fmla="*/ 186762 h 1037387"/>
                <a:gd name="connsiteX23" fmla="*/ 669652 w 746543"/>
                <a:gd name="connsiteY23" fmla="*/ 175586 h 1037387"/>
                <a:gd name="connsiteX24" fmla="*/ 556495 w 746543"/>
                <a:gd name="connsiteY24" fmla="*/ 45665 h 1037387"/>
                <a:gd name="connsiteX25" fmla="*/ 507600 w 746543"/>
                <a:gd name="connsiteY25" fmla="*/ 21916 h 1037387"/>
                <a:gd name="connsiteX26" fmla="*/ 497821 w 746543"/>
                <a:gd name="connsiteY26" fmla="*/ 19122 h 1037387"/>
                <a:gd name="connsiteX27" fmla="*/ 486645 w 746543"/>
                <a:gd name="connsiteY27" fmla="*/ 17725 h 1037387"/>
                <a:gd name="connsiteX28" fmla="*/ 458705 w 746543"/>
                <a:gd name="connsiteY28" fmla="*/ 7945 h 1037387"/>
                <a:gd name="connsiteX29" fmla="*/ 412604 w 746543"/>
                <a:gd name="connsiteY29" fmla="*/ 960 h 1037387"/>
                <a:gd name="connsiteX30" fmla="*/ 381870 w 746543"/>
                <a:gd name="connsiteY30" fmla="*/ 2357 h 1037387"/>
                <a:gd name="connsiteX31" fmla="*/ 349739 w 746543"/>
                <a:gd name="connsiteY31" fmla="*/ 2357 h 1037387"/>
                <a:gd name="connsiteX32" fmla="*/ 338563 w 746543"/>
                <a:gd name="connsiteY32" fmla="*/ 3754 h 1037387"/>
                <a:gd name="connsiteX33" fmla="*/ 331578 w 746543"/>
                <a:gd name="connsiteY33" fmla="*/ 6548 h 1037387"/>
                <a:gd name="connsiteX34" fmla="*/ 320402 w 746543"/>
                <a:gd name="connsiteY34" fmla="*/ 7945 h 1037387"/>
                <a:gd name="connsiteX35" fmla="*/ 309226 w 746543"/>
                <a:gd name="connsiteY35" fmla="*/ 7945 h 1037387"/>
                <a:gd name="connsiteX36" fmla="*/ 191878 w 746543"/>
                <a:gd name="connsiteY36" fmla="*/ 51253 h 1037387"/>
                <a:gd name="connsiteX37" fmla="*/ 184893 w 746543"/>
                <a:gd name="connsiteY37" fmla="*/ 58238 h 1037387"/>
                <a:gd name="connsiteX38" fmla="*/ 173717 w 746543"/>
                <a:gd name="connsiteY38" fmla="*/ 68016 h 1037387"/>
                <a:gd name="connsiteX39" fmla="*/ 159747 w 746543"/>
                <a:gd name="connsiteY39" fmla="*/ 77796 h 1037387"/>
                <a:gd name="connsiteX40" fmla="*/ 77324 w 746543"/>
                <a:gd name="connsiteY40" fmla="*/ 154631 h 1037387"/>
                <a:gd name="connsiteX41" fmla="*/ 36811 w 746543"/>
                <a:gd name="connsiteY41" fmla="*/ 270582 h 1037387"/>
                <a:gd name="connsiteX42" fmla="*/ 35414 w 746543"/>
                <a:gd name="connsiteY42" fmla="*/ 332050 h 1037387"/>
                <a:gd name="connsiteX43" fmla="*/ 47987 w 746543"/>
                <a:gd name="connsiteY43" fmla="*/ 366975 h 1037387"/>
                <a:gd name="connsiteX44" fmla="*/ 60560 w 746543"/>
                <a:gd name="connsiteY44" fmla="*/ 393518 h 1037387"/>
                <a:gd name="connsiteX45" fmla="*/ 81515 w 746543"/>
                <a:gd name="connsiteY45" fmla="*/ 425649 h 1037387"/>
                <a:gd name="connsiteX46" fmla="*/ 173717 w 746543"/>
                <a:gd name="connsiteY46" fmla="*/ 477338 h 1037387"/>
                <a:gd name="connsiteX47" fmla="*/ 84309 w 746543"/>
                <a:gd name="connsiteY47" fmla="*/ 536012 h 1037387"/>
                <a:gd name="connsiteX48" fmla="*/ 47987 w 746543"/>
                <a:gd name="connsiteY48" fmla="*/ 583510 h 1037387"/>
                <a:gd name="connsiteX49" fmla="*/ 38208 w 746543"/>
                <a:gd name="connsiteY49" fmla="*/ 604465 h 1037387"/>
                <a:gd name="connsiteX50" fmla="*/ 28429 w 746543"/>
                <a:gd name="connsiteY50" fmla="*/ 619832 h 1037387"/>
                <a:gd name="connsiteX51" fmla="*/ 21444 w 746543"/>
                <a:gd name="connsiteY51" fmla="*/ 635199 h 1037387"/>
                <a:gd name="connsiteX52" fmla="*/ 10268 w 746543"/>
                <a:gd name="connsiteY52" fmla="*/ 663139 h 1037387"/>
                <a:gd name="connsiteX53" fmla="*/ 1886 w 746543"/>
                <a:gd name="connsiteY53" fmla="*/ 765120 h 1037387"/>
                <a:gd name="connsiteX54" fmla="*/ 1886 w 746543"/>
                <a:gd name="connsiteY54" fmla="*/ 784678 h 1037387"/>
                <a:gd name="connsiteX55" fmla="*/ 3283 w 746543"/>
                <a:gd name="connsiteY55" fmla="*/ 795854 h 1037387"/>
                <a:gd name="connsiteX56" fmla="*/ 13062 w 746543"/>
                <a:gd name="connsiteY56" fmla="*/ 815412 h 1037387"/>
                <a:gd name="connsiteX57" fmla="*/ 61957 w 746543"/>
                <a:gd name="connsiteY57" fmla="*/ 903423 h 1037387"/>
                <a:gd name="connsiteX58" fmla="*/ 74530 w 746543"/>
                <a:gd name="connsiteY58" fmla="*/ 920187 h 1037387"/>
                <a:gd name="connsiteX59" fmla="*/ 98279 w 746543"/>
                <a:gd name="connsiteY59" fmla="*/ 945333 h 1037387"/>
                <a:gd name="connsiteX60" fmla="*/ 105264 w 746543"/>
                <a:gd name="connsiteY60" fmla="*/ 948127 h 1037387"/>
                <a:gd name="connsiteX61" fmla="*/ 191878 w 746543"/>
                <a:gd name="connsiteY61" fmla="*/ 1004007 h 1037387"/>
                <a:gd name="connsiteX62" fmla="*/ 282683 w 746543"/>
                <a:gd name="connsiteY62" fmla="*/ 1030550 h 1037387"/>
                <a:gd name="connsiteX63" fmla="*/ 331578 w 746543"/>
                <a:gd name="connsiteY63" fmla="*/ 1036138 h 1037387"/>
                <a:gd name="connsiteX64" fmla="*/ 339960 w 746543"/>
                <a:gd name="connsiteY64" fmla="*/ 1036138 h 1037387"/>
                <a:gd name="connsiteX65" fmla="*/ 423780 w 746543"/>
                <a:gd name="connsiteY65" fmla="*/ 1033344 h 1037387"/>
                <a:gd name="connsiteX66" fmla="*/ 432162 w 746543"/>
                <a:gd name="connsiteY66" fmla="*/ 1031947 h 1037387"/>
                <a:gd name="connsiteX67" fmla="*/ 441941 w 746543"/>
                <a:gd name="connsiteY67" fmla="*/ 1031947 h 1037387"/>
                <a:gd name="connsiteX68" fmla="*/ 460102 w 746543"/>
                <a:gd name="connsiteY68" fmla="*/ 1027756 h 1037387"/>
                <a:gd name="connsiteX69" fmla="*/ 481057 w 746543"/>
                <a:gd name="connsiteY69" fmla="*/ 1020771 h 1037387"/>
                <a:gd name="connsiteX70" fmla="*/ 545319 w 746543"/>
                <a:gd name="connsiteY70" fmla="*/ 992831 h 1037387"/>
                <a:gd name="connsiteX71" fmla="*/ 559289 w 746543"/>
                <a:gd name="connsiteY71" fmla="*/ 985846 h 1037387"/>
                <a:gd name="connsiteX72" fmla="*/ 573259 w 746543"/>
                <a:gd name="connsiteY72" fmla="*/ 981655 h 1037387"/>
                <a:gd name="connsiteX73" fmla="*/ 606787 w 746543"/>
                <a:gd name="connsiteY73" fmla="*/ 969082 h 1037387"/>
                <a:gd name="connsiteX74" fmla="*/ 609581 w 746543"/>
                <a:gd name="connsiteY74" fmla="*/ 967685 h 1037387"/>
                <a:gd name="connsiteX75" fmla="*/ 701783 w 746543"/>
                <a:gd name="connsiteY75" fmla="*/ 871292 h 1037387"/>
                <a:gd name="connsiteX76" fmla="*/ 707371 w 746543"/>
                <a:gd name="connsiteY76" fmla="*/ 862910 h 1037387"/>
                <a:gd name="connsiteX77" fmla="*/ 714356 w 746543"/>
                <a:gd name="connsiteY77" fmla="*/ 851734 h 1037387"/>
                <a:gd name="connsiteX78" fmla="*/ 721341 w 746543"/>
                <a:gd name="connsiteY78" fmla="*/ 836367 h 1037387"/>
                <a:gd name="connsiteX79" fmla="*/ 724135 w 746543"/>
                <a:gd name="connsiteY79" fmla="*/ 823794 h 1037387"/>
                <a:gd name="connsiteX80" fmla="*/ 726929 w 746543"/>
                <a:gd name="connsiteY80" fmla="*/ 815412 h 1037387"/>
                <a:gd name="connsiteX81" fmla="*/ 732517 w 746543"/>
                <a:gd name="connsiteY81" fmla="*/ 795854 h 1037387"/>
                <a:gd name="connsiteX82" fmla="*/ 736708 w 746543"/>
                <a:gd name="connsiteY82" fmla="*/ 786075 h 1037387"/>
                <a:gd name="connsiteX83" fmla="*/ 740899 w 746543"/>
                <a:gd name="connsiteY83" fmla="*/ 769311 h 1037387"/>
                <a:gd name="connsiteX84" fmla="*/ 743693 w 746543"/>
                <a:gd name="connsiteY84" fmla="*/ 760929 h 1037387"/>
                <a:gd name="connsiteX85" fmla="*/ 742296 w 746543"/>
                <a:gd name="connsiteY85" fmla="*/ 751150 h 1037387"/>
                <a:gd name="connsiteX86" fmla="*/ 745090 w 746543"/>
                <a:gd name="connsiteY86" fmla="*/ 696667 h 1037387"/>
                <a:gd name="connsiteX87" fmla="*/ 715753 w 746543"/>
                <a:gd name="connsiteY87" fmla="*/ 752547 h 1037387"/>
                <a:gd name="connsiteX88" fmla="*/ 714356 w 746543"/>
                <a:gd name="connsiteY88" fmla="*/ 762326 h 1037387"/>
                <a:gd name="connsiteX89" fmla="*/ 711562 w 746543"/>
                <a:gd name="connsiteY89" fmla="*/ 776296 h 1037387"/>
                <a:gd name="connsiteX90" fmla="*/ 705974 w 746543"/>
                <a:gd name="connsiteY90" fmla="*/ 788869 h 1037387"/>
                <a:gd name="connsiteX91" fmla="*/ 701783 w 746543"/>
                <a:gd name="connsiteY91" fmla="*/ 808427 h 1037387"/>
                <a:gd name="connsiteX92" fmla="*/ 694798 w 746543"/>
                <a:gd name="connsiteY92" fmla="*/ 829382 h 1037387"/>
                <a:gd name="connsiteX93" fmla="*/ 690607 w 746543"/>
                <a:gd name="connsiteY93" fmla="*/ 839161 h 1037387"/>
                <a:gd name="connsiteX94" fmla="*/ 683622 w 746543"/>
                <a:gd name="connsiteY94" fmla="*/ 850337 h 1037387"/>
                <a:gd name="connsiteX95" fmla="*/ 679431 w 746543"/>
                <a:gd name="connsiteY95" fmla="*/ 857322 h 1037387"/>
                <a:gd name="connsiteX96" fmla="*/ 595611 w 746543"/>
                <a:gd name="connsiteY96" fmla="*/ 943936 h 1037387"/>
                <a:gd name="connsiteX97" fmla="*/ 585832 w 746543"/>
                <a:gd name="connsiteY97" fmla="*/ 948127 h 1037387"/>
                <a:gd name="connsiteX98" fmla="*/ 532746 w 746543"/>
                <a:gd name="connsiteY98" fmla="*/ 969082 h 1037387"/>
                <a:gd name="connsiteX99" fmla="*/ 469881 w 746543"/>
                <a:gd name="connsiteY99" fmla="*/ 997022 h 1037387"/>
                <a:gd name="connsiteX100" fmla="*/ 451720 w 746543"/>
                <a:gd name="connsiteY100" fmla="*/ 1002610 h 1037387"/>
                <a:gd name="connsiteX101" fmla="*/ 440544 w 746543"/>
                <a:gd name="connsiteY101" fmla="*/ 1005404 h 1037387"/>
                <a:gd name="connsiteX102" fmla="*/ 427971 w 746543"/>
                <a:gd name="connsiteY102" fmla="*/ 1005404 h 1037387"/>
                <a:gd name="connsiteX103" fmla="*/ 418192 w 746543"/>
                <a:gd name="connsiteY103" fmla="*/ 1008198 h 1037387"/>
                <a:gd name="connsiteX104" fmla="*/ 339960 w 746543"/>
                <a:gd name="connsiteY104" fmla="*/ 1009595 h 1037387"/>
                <a:gd name="connsiteX105" fmla="*/ 328784 w 746543"/>
                <a:gd name="connsiteY105" fmla="*/ 1008198 h 1037387"/>
                <a:gd name="connsiteX106" fmla="*/ 282683 w 746543"/>
                <a:gd name="connsiteY106" fmla="*/ 1004007 h 1037387"/>
                <a:gd name="connsiteX107" fmla="*/ 201657 w 746543"/>
                <a:gd name="connsiteY107" fmla="*/ 980258 h 1037387"/>
                <a:gd name="connsiteX108" fmla="*/ 119234 w 746543"/>
                <a:gd name="connsiteY108" fmla="*/ 924378 h 1037387"/>
                <a:gd name="connsiteX109" fmla="*/ 105264 w 746543"/>
                <a:gd name="connsiteY109" fmla="*/ 918790 h 1037387"/>
                <a:gd name="connsiteX110" fmla="*/ 96882 w 746543"/>
                <a:gd name="connsiteY110" fmla="*/ 904820 h 1037387"/>
                <a:gd name="connsiteX111" fmla="*/ 82912 w 746543"/>
                <a:gd name="connsiteY111" fmla="*/ 886659 h 1037387"/>
                <a:gd name="connsiteX112" fmla="*/ 38208 w 746543"/>
                <a:gd name="connsiteY112" fmla="*/ 805633 h 1037387"/>
                <a:gd name="connsiteX113" fmla="*/ 34017 w 746543"/>
                <a:gd name="connsiteY113" fmla="*/ 795854 h 1037387"/>
                <a:gd name="connsiteX114" fmla="*/ 29826 w 746543"/>
                <a:gd name="connsiteY114" fmla="*/ 788869 h 1037387"/>
                <a:gd name="connsiteX115" fmla="*/ 28429 w 746543"/>
                <a:gd name="connsiteY115" fmla="*/ 780487 h 1037387"/>
                <a:gd name="connsiteX116" fmla="*/ 27032 w 746543"/>
                <a:gd name="connsiteY116" fmla="*/ 773502 h 1037387"/>
                <a:gd name="connsiteX117" fmla="*/ 29826 w 746543"/>
                <a:gd name="connsiteY117" fmla="*/ 766517 h 1037387"/>
                <a:gd name="connsiteX118" fmla="*/ 29826 w 746543"/>
                <a:gd name="connsiteY118" fmla="*/ 755341 h 1037387"/>
                <a:gd name="connsiteX119" fmla="*/ 35414 w 746543"/>
                <a:gd name="connsiteY119" fmla="*/ 672918 h 1037387"/>
                <a:gd name="connsiteX120" fmla="*/ 47987 w 746543"/>
                <a:gd name="connsiteY120" fmla="*/ 642184 h 1037387"/>
                <a:gd name="connsiteX121" fmla="*/ 52178 w 746543"/>
                <a:gd name="connsiteY121" fmla="*/ 633802 h 1037387"/>
                <a:gd name="connsiteX122" fmla="*/ 61957 w 746543"/>
                <a:gd name="connsiteY122" fmla="*/ 617038 h 1037387"/>
                <a:gd name="connsiteX123" fmla="*/ 71736 w 746543"/>
                <a:gd name="connsiteY123" fmla="*/ 594686 h 1037387"/>
                <a:gd name="connsiteX124" fmla="*/ 103867 w 746543"/>
                <a:gd name="connsiteY124" fmla="*/ 555570 h 1037387"/>
                <a:gd name="connsiteX125" fmla="*/ 141586 w 746543"/>
                <a:gd name="connsiteY125" fmla="*/ 524836 h 1037387"/>
                <a:gd name="connsiteX126" fmla="*/ 200260 w 746543"/>
                <a:gd name="connsiteY126" fmla="*/ 478735 h 1037387"/>
                <a:gd name="connsiteX127" fmla="*/ 193275 w 746543"/>
                <a:gd name="connsiteY127" fmla="*/ 459177 h 1037387"/>
                <a:gd name="connsiteX128" fmla="*/ 184893 w 746543"/>
                <a:gd name="connsiteY128" fmla="*/ 450795 h 1037387"/>
                <a:gd name="connsiteX129" fmla="*/ 170923 w 746543"/>
                <a:gd name="connsiteY129" fmla="*/ 446604 h 1037387"/>
                <a:gd name="connsiteX130" fmla="*/ 99676 w 746543"/>
                <a:gd name="connsiteY130" fmla="*/ 404694 h 1037387"/>
                <a:gd name="connsiteX131" fmla="*/ 81515 w 746543"/>
                <a:gd name="connsiteY131" fmla="*/ 376754 h 1037387"/>
                <a:gd name="connsiteX132" fmla="*/ 70339 w 746543"/>
                <a:gd name="connsiteY132" fmla="*/ 353005 h 1037387"/>
                <a:gd name="connsiteX133" fmla="*/ 61957 w 746543"/>
                <a:gd name="connsiteY133" fmla="*/ 329256 h 1037387"/>
                <a:gd name="connsiteX134" fmla="*/ 63354 w 746543"/>
                <a:gd name="connsiteY134" fmla="*/ 270582 h 1037387"/>
                <a:gd name="connsiteX135" fmla="*/ 99676 w 746543"/>
                <a:gd name="connsiteY135" fmla="*/ 169997 h 1037387"/>
                <a:gd name="connsiteX136" fmla="*/ 175114 w 746543"/>
                <a:gd name="connsiteY136" fmla="*/ 98751 h 1037387"/>
                <a:gd name="connsiteX137" fmla="*/ 189084 w 746543"/>
                <a:gd name="connsiteY137" fmla="*/ 90369 h 1037387"/>
                <a:gd name="connsiteX138" fmla="*/ 203054 w 746543"/>
                <a:gd name="connsiteY138" fmla="*/ 77796 h 1037387"/>
                <a:gd name="connsiteX139" fmla="*/ 210039 w 746543"/>
                <a:gd name="connsiteY139" fmla="*/ 70810 h 1037387"/>
                <a:gd name="connsiteX140" fmla="*/ 312020 w 746543"/>
                <a:gd name="connsiteY140" fmla="*/ 34488 h 1037387"/>
                <a:gd name="connsiteX141" fmla="*/ 321799 w 746543"/>
                <a:gd name="connsiteY141" fmla="*/ 34488 h 1037387"/>
                <a:gd name="connsiteX142" fmla="*/ 338563 w 746543"/>
                <a:gd name="connsiteY142" fmla="*/ 31694 h 1037387"/>
                <a:gd name="connsiteX143" fmla="*/ 346945 w 746543"/>
                <a:gd name="connsiteY143" fmla="*/ 28901 h 1037387"/>
                <a:gd name="connsiteX144" fmla="*/ 381870 w 746543"/>
                <a:gd name="connsiteY144" fmla="*/ 28901 h 1037387"/>
                <a:gd name="connsiteX145" fmla="*/ 405619 w 746543"/>
                <a:gd name="connsiteY145" fmla="*/ 27504 h 1037387"/>
                <a:gd name="connsiteX146" fmla="*/ 454514 w 746543"/>
                <a:gd name="connsiteY146" fmla="*/ 34488 h 1037387"/>
                <a:gd name="connsiteX147" fmla="*/ 482454 w 746543"/>
                <a:gd name="connsiteY147" fmla="*/ 44268 h 1037387"/>
                <a:gd name="connsiteX148" fmla="*/ 492233 w 746543"/>
                <a:gd name="connsiteY148" fmla="*/ 45665 h 1037387"/>
                <a:gd name="connsiteX149" fmla="*/ 508997 w 746543"/>
                <a:gd name="connsiteY149" fmla="*/ 48459 h 1037387"/>
                <a:gd name="connsiteX150" fmla="*/ 539731 w 746543"/>
                <a:gd name="connsiteY150" fmla="*/ 66619 h 1037387"/>
                <a:gd name="connsiteX151" fmla="*/ 645903 w 746543"/>
                <a:gd name="connsiteY151" fmla="*/ 186762 h 1037387"/>
                <a:gd name="connsiteX152" fmla="*/ 651491 w 746543"/>
                <a:gd name="connsiteY152" fmla="*/ 199335 h 1037387"/>
                <a:gd name="connsiteX153" fmla="*/ 679431 w 746543"/>
                <a:gd name="connsiteY153" fmla="*/ 264994 h 1037387"/>
                <a:gd name="connsiteX154" fmla="*/ 680828 w 746543"/>
                <a:gd name="connsiteY154" fmla="*/ 277567 h 1037387"/>
                <a:gd name="connsiteX155" fmla="*/ 679431 w 746543"/>
                <a:gd name="connsiteY155" fmla="*/ 304110 h 1037387"/>
                <a:gd name="connsiteX156" fmla="*/ 678034 w 746543"/>
                <a:gd name="connsiteY156" fmla="*/ 318080 h 1037387"/>
                <a:gd name="connsiteX157" fmla="*/ 679431 w 746543"/>
                <a:gd name="connsiteY157" fmla="*/ 327859 h 1037387"/>
                <a:gd name="connsiteX158" fmla="*/ 673843 w 746543"/>
                <a:gd name="connsiteY158" fmla="*/ 351608 h 1037387"/>
                <a:gd name="connsiteX159" fmla="*/ 627742 w 746543"/>
                <a:gd name="connsiteY159" fmla="*/ 422855 h 1037387"/>
                <a:gd name="connsiteX160" fmla="*/ 619360 w 746543"/>
                <a:gd name="connsiteY160" fmla="*/ 429840 h 1037387"/>
                <a:gd name="connsiteX161" fmla="*/ 606787 w 746543"/>
                <a:gd name="connsiteY161" fmla="*/ 441016 h 1037387"/>
                <a:gd name="connsiteX162" fmla="*/ 599802 w 746543"/>
                <a:gd name="connsiteY162" fmla="*/ 446604 h 1037387"/>
                <a:gd name="connsiteX163" fmla="*/ 584435 w 746543"/>
                <a:gd name="connsiteY163" fmla="*/ 459177 h 1037387"/>
                <a:gd name="connsiteX164" fmla="*/ 573259 w 746543"/>
                <a:gd name="connsiteY164" fmla="*/ 517851 h 1037387"/>
                <a:gd name="connsiteX165" fmla="*/ 588626 w 746543"/>
                <a:gd name="connsiteY165" fmla="*/ 527630 h 1037387"/>
                <a:gd name="connsiteX166" fmla="*/ 655682 w 746543"/>
                <a:gd name="connsiteY166" fmla="*/ 573731 h 1037387"/>
                <a:gd name="connsiteX167" fmla="*/ 694798 w 746543"/>
                <a:gd name="connsiteY167" fmla="*/ 631008 h 1037387"/>
                <a:gd name="connsiteX168" fmla="*/ 701783 w 746543"/>
                <a:gd name="connsiteY168" fmla="*/ 639390 h 1037387"/>
                <a:gd name="connsiteX169" fmla="*/ 708768 w 746543"/>
                <a:gd name="connsiteY169" fmla="*/ 651963 h 1037387"/>
                <a:gd name="connsiteX170" fmla="*/ 711562 w 746543"/>
                <a:gd name="connsiteY170" fmla="*/ 661742 h 1037387"/>
                <a:gd name="connsiteX171" fmla="*/ 714356 w 746543"/>
                <a:gd name="connsiteY171" fmla="*/ 667330 h 1037387"/>
                <a:gd name="connsiteX172" fmla="*/ 715753 w 746543"/>
                <a:gd name="connsiteY172" fmla="*/ 678506 h 1037387"/>
                <a:gd name="connsiteX173" fmla="*/ 717150 w 746543"/>
                <a:gd name="connsiteY173" fmla="*/ 686888 h 1037387"/>
                <a:gd name="connsiteX174" fmla="*/ 719944 w 746543"/>
                <a:gd name="connsiteY174" fmla="*/ 705049 h 1037387"/>
                <a:gd name="connsiteX175" fmla="*/ 715753 w 746543"/>
                <a:gd name="connsiteY175" fmla="*/ 752547 h 10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746543" h="1037387">
                  <a:moveTo>
                    <a:pt x="745090" y="696667"/>
                  </a:moveTo>
                  <a:cubicBezTo>
                    <a:pt x="745090" y="695270"/>
                    <a:pt x="743693" y="692476"/>
                    <a:pt x="743693" y="682697"/>
                  </a:cubicBezTo>
                  <a:lnTo>
                    <a:pt x="742296" y="672918"/>
                  </a:lnTo>
                  <a:cubicBezTo>
                    <a:pt x="741369" y="671051"/>
                    <a:pt x="740899" y="667800"/>
                    <a:pt x="740899" y="663139"/>
                  </a:cubicBezTo>
                  <a:lnTo>
                    <a:pt x="738105" y="654757"/>
                  </a:lnTo>
                  <a:lnTo>
                    <a:pt x="732517" y="639390"/>
                  </a:lnTo>
                  <a:cubicBezTo>
                    <a:pt x="726929" y="629611"/>
                    <a:pt x="724135" y="621229"/>
                    <a:pt x="715753" y="612847"/>
                  </a:cubicBezTo>
                  <a:cubicBezTo>
                    <a:pt x="704577" y="593289"/>
                    <a:pt x="690607" y="576525"/>
                    <a:pt x="678034" y="558364"/>
                  </a:cubicBezTo>
                  <a:cubicBezTo>
                    <a:pt x="658476" y="531821"/>
                    <a:pt x="629139" y="517851"/>
                    <a:pt x="605390" y="506675"/>
                  </a:cubicBezTo>
                  <a:cubicBezTo>
                    <a:pt x="605390" y="506675"/>
                    <a:pt x="570465" y="489911"/>
                    <a:pt x="591420" y="498293"/>
                  </a:cubicBezTo>
                  <a:lnTo>
                    <a:pt x="583038" y="492705"/>
                  </a:lnTo>
                  <a:cubicBezTo>
                    <a:pt x="594214" y="488514"/>
                    <a:pt x="601199" y="478735"/>
                    <a:pt x="616566" y="467559"/>
                  </a:cubicBezTo>
                  <a:cubicBezTo>
                    <a:pt x="619360" y="466162"/>
                    <a:pt x="622154" y="464765"/>
                    <a:pt x="627742" y="457780"/>
                  </a:cubicBezTo>
                  <a:lnTo>
                    <a:pt x="640315" y="448001"/>
                  </a:lnTo>
                  <a:lnTo>
                    <a:pt x="647300" y="441016"/>
                  </a:lnTo>
                  <a:cubicBezTo>
                    <a:pt x="672446" y="411679"/>
                    <a:pt x="696195" y="396312"/>
                    <a:pt x="700386" y="354402"/>
                  </a:cubicBezTo>
                  <a:cubicBezTo>
                    <a:pt x="701783" y="346020"/>
                    <a:pt x="703180" y="340432"/>
                    <a:pt x="705974" y="326462"/>
                  </a:cubicBezTo>
                  <a:cubicBezTo>
                    <a:pt x="704577" y="325065"/>
                    <a:pt x="705974" y="322271"/>
                    <a:pt x="705974" y="319477"/>
                  </a:cubicBezTo>
                  <a:lnTo>
                    <a:pt x="705974" y="306904"/>
                  </a:lnTo>
                  <a:cubicBezTo>
                    <a:pt x="707371" y="297125"/>
                    <a:pt x="707371" y="287346"/>
                    <a:pt x="707371" y="276170"/>
                  </a:cubicBezTo>
                  <a:lnTo>
                    <a:pt x="705974" y="267788"/>
                  </a:lnTo>
                  <a:lnTo>
                    <a:pt x="704577" y="258009"/>
                  </a:lnTo>
                  <a:cubicBezTo>
                    <a:pt x="697592" y="239848"/>
                    <a:pt x="690607" y="214702"/>
                    <a:pt x="675240" y="186762"/>
                  </a:cubicBezTo>
                  <a:cubicBezTo>
                    <a:pt x="673843" y="182571"/>
                    <a:pt x="672446" y="179777"/>
                    <a:pt x="669652" y="175586"/>
                  </a:cubicBezTo>
                  <a:cubicBezTo>
                    <a:pt x="647300" y="123897"/>
                    <a:pt x="603993" y="76399"/>
                    <a:pt x="556495" y="45665"/>
                  </a:cubicBezTo>
                  <a:cubicBezTo>
                    <a:pt x="546716" y="34488"/>
                    <a:pt x="520173" y="26107"/>
                    <a:pt x="507600" y="21916"/>
                  </a:cubicBezTo>
                  <a:cubicBezTo>
                    <a:pt x="506203" y="21916"/>
                    <a:pt x="504806" y="21916"/>
                    <a:pt x="497821" y="19122"/>
                  </a:cubicBezTo>
                  <a:cubicBezTo>
                    <a:pt x="495027" y="19122"/>
                    <a:pt x="492233" y="17725"/>
                    <a:pt x="486645" y="17725"/>
                  </a:cubicBezTo>
                  <a:cubicBezTo>
                    <a:pt x="482454" y="16328"/>
                    <a:pt x="460102" y="7945"/>
                    <a:pt x="458705" y="7945"/>
                  </a:cubicBezTo>
                  <a:cubicBezTo>
                    <a:pt x="443338" y="7945"/>
                    <a:pt x="426574" y="7945"/>
                    <a:pt x="412604" y="960"/>
                  </a:cubicBezTo>
                  <a:cubicBezTo>
                    <a:pt x="407016" y="-1834"/>
                    <a:pt x="388855" y="2357"/>
                    <a:pt x="381870" y="2357"/>
                  </a:cubicBezTo>
                  <a:lnTo>
                    <a:pt x="349739" y="2357"/>
                  </a:lnTo>
                  <a:lnTo>
                    <a:pt x="338563" y="3754"/>
                  </a:lnTo>
                  <a:lnTo>
                    <a:pt x="331578" y="6548"/>
                  </a:lnTo>
                  <a:cubicBezTo>
                    <a:pt x="328784" y="6548"/>
                    <a:pt x="324593" y="7945"/>
                    <a:pt x="320402" y="7945"/>
                  </a:cubicBezTo>
                  <a:lnTo>
                    <a:pt x="309226" y="7945"/>
                  </a:lnTo>
                  <a:cubicBezTo>
                    <a:pt x="271507" y="12137"/>
                    <a:pt x="219818" y="27504"/>
                    <a:pt x="191878" y="51253"/>
                  </a:cubicBezTo>
                  <a:lnTo>
                    <a:pt x="184893" y="58238"/>
                  </a:lnTo>
                  <a:cubicBezTo>
                    <a:pt x="182099" y="61032"/>
                    <a:pt x="177908" y="65222"/>
                    <a:pt x="173717" y="68016"/>
                  </a:cubicBezTo>
                  <a:lnTo>
                    <a:pt x="159747" y="77796"/>
                  </a:lnTo>
                  <a:cubicBezTo>
                    <a:pt x="127616" y="102941"/>
                    <a:pt x="99676" y="119706"/>
                    <a:pt x="77324" y="154631"/>
                  </a:cubicBezTo>
                  <a:cubicBezTo>
                    <a:pt x="49384" y="176983"/>
                    <a:pt x="34017" y="221687"/>
                    <a:pt x="36811" y="270582"/>
                  </a:cubicBezTo>
                  <a:cubicBezTo>
                    <a:pt x="31223" y="288743"/>
                    <a:pt x="32620" y="311095"/>
                    <a:pt x="35414" y="332050"/>
                  </a:cubicBezTo>
                  <a:cubicBezTo>
                    <a:pt x="36811" y="346020"/>
                    <a:pt x="39605" y="355799"/>
                    <a:pt x="47987" y="366975"/>
                  </a:cubicBezTo>
                  <a:cubicBezTo>
                    <a:pt x="50781" y="375357"/>
                    <a:pt x="54972" y="383739"/>
                    <a:pt x="60560" y="393518"/>
                  </a:cubicBezTo>
                  <a:cubicBezTo>
                    <a:pt x="67545" y="401900"/>
                    <a:pt x="74530" y="421458"/>
                    <a:pt x="81515" y="425649"/>
                  </a:cubicBezTo>
                  <a:cubicBezTo>
                    <a:pt x="113646" y="443810"/>
                    <a:pt x="124822" y="473147"/>
                    <a:pt x="173717" y="477338"/>
                  </a:cubicBezTo>
                  <a:cubicBezTo>
                    <a:pt x="140189" y="495499"/>
                    <a:pt x="110852" y="506675"/>
                    <a:pt x="84309" y="536012"/>
                  </a:cubicBezTo>
                  <a:cubicBezTo>
                    <a:pt x="66148" y="547188"/>
                    <a:pt x="56369" y="565349"/>
                    <a:pt x="47987" y="583510"/>
                  </a:cubicBezTo>
                  <a:lnTo>
                    <a:pt x="38208" y="604465"/>
                  </a:lnTo>
                  <a:lnTo>
                    <a:pt x="28429" y="619832"/>
                  </a:lnTo>
                  <a:cubicBezTo>
                    <a:pt x="25635" y="625420"/>
                    <a:pt x="24238" y="631008"/>
                    <a:pt x="21444" y="635199"/>
                  </a:cubicBezTo>
                  <a:cubicBezTo>
                    <a:pt x="20047" y="646375"/>
                    <a:pt x="14459" y="653360"/>
                    <a:pt x="10268" y="663139"/>
                  </a:cubicBezTo>
                  <a:cubicBezTo>
                    <a:pt x="489" y="692476"/>
                    <a:pt x="-2305" y="732989"/>
                    <a:pt x="1886" y="765120"/>
                  </a:cubicBezTo>
                  <a:cubicBezTo>
                    <a:pt x="-908" y="770708"/>
                    <a:pt x="1886" y="779090"/>
                    <a:pt x="1886" y="784678"/>
                  </a:cubicBezTo>
                  <a:lnTo>
                    <a:pt x="3283" y="795854"/>
                  </a:lnTo>
                  <a:cubicBezTo>
                    <a:pt x="4680" y="801442"/>
                    <a:pt x="8871" y="807030"/>
                    <a:pt x="13062" y="815412"/>
                  </a:cubicBezTo>
                  <a:cubicBezTo>
                    <a:pt x="25635" y="847543"/>
                    <a:pt x="39605" y="875483"/>
                    <a:pt x="61957" y="903423"/>
                  </a:cubicBezTo>
                  <a:lnTo>
                    <a:pt x="74530" y="920187"/>
                  </a:lnTo>
                  <a:cubicBezTo>
                    <a:pt x="78721" y="925775"/>
                    <a:pt x="81515" y="929966"/>
                    <a:pt x="98279" y="945333"/>
                  </a:cubicBezTo>
                  <a:lnTo>
                    <a:pt x="105264" y="948127"/>
                  </a:lnTo>
                  <a:cubicBezTo>
                    <a:pt x="126219" y="974670"/>
                    <a:pt x="156953" y="990037"/>
                    <a:pt x="191878" y="1004007"/>
                  </a:cubicBezTo>
                  <a:cubicBezTo>
                    <a:pt x="221215" y="1016580"/>
                    <a:pt x="250552" y="1029153"/>
                    <a:pt x="282683" y="1030550"/>
                  </a:cubicBezTo>
                  <a:cubicBezTo>
                    <a:pt x="296653" y="1030550"/>
                    <a:pt x="310623" y="1033344"/>
                    <a:pt x="331578" y="1036138"/>
                  </a:cubicBezTo>
                  <a:lnTo>
                    <a:pt x="339960" y="1036138"/>
                  </a:lnTo>
                  <a:cubicBezTo>
                    <a:pt x="367900" y="1037535"/>
                    <a:pt x="400031" y="1038932"/>
                    <a:pt x="423780" y="1033344"/>
                  </a:cubicBezTo>
                  <a:lnTo>
                    <a:pt x="432162" y="1031947"/>
                  </a:lnTo>
                  <a:lnTo>
                    <a:pt x="441941" y="1031947"/>
                  </a:lnTo>
                  <a:cubicBezTo>
                    <a:pt x="446132" y="1031947"/>
                    <a:pt x="453117" y="1030550"/>
                    <a:pt x="460102" y="1027756"/>
                  </a:cubicBezTo>
                  <a:lnTo>
                    <a:pt x="481057" y="1020771"/>
                  </a:lnTo>
                  <a:lnTo>
                    <a:pt x="545319" y="992831"/>
                  </a:lnTo>
                  <a:cubicBezTo>
                    <a:pt x="549510" y="990037"/>
                    <a:pt x="555098" y="988640"/>
                    <a:pt x="559289" y="985846"/>
                  </a:cubicBezTo>
                  <a:lnTo>
                    <a:pt x="573259" y="981655"/>
                  </a:lnTo>
                  <a:cubicBezTo>
                    <a:pt x="580244" y="978861"/>
                    <a:pt x="602596" y="973273"/>
                    <a:pt x="606787" y="969082"/>
                  </a:cubicBezTo>
                  <a:lnTo>
                    <a:pt x="609581" y="967685"/>
                  </a:lnTo>
                  <a:cubicBezTo>
                    <a:pt x="651491" y="946730"/>
                    <a:pt x="676637" y="913202"/>
                    <a:pt x="701783" y="871292"/>
                  </a:cubicBezTo>
                  <a:cubicBezTo>
                    <a:pt x="704577" y="868498"/>
                    <a:pt x="705974" y="865704"/>
                    <a:pt x="707371" y="862910"/>
                  </a:cubicBezTo>
                  <a:lnTo>
                    <a:pt x="714356" y="851734"/>
                  </a:lnTo>
                  <a:lnTo>
                    <a:pt x="721341" y="836367"/>
                  </a:lnTo>
                  <a:lnTo>
                    <a:pt x="724135" y="823794"/>
                  </a:lnTo>
                  <a:lnTo>
                    <a:pt x="726929" y="815412"/>
                  </a:lnTo>
                  <a:cubicBezTo>
                    <a:pt x="728326" y="809824"/>
                    <a:pt x="731120" y="802839"/>
                    <a:pt x="732517" y="795854"/>
                  </a:cubicBezTo>
                  <a:lnTo>
                    <a:pt x="736708" y="786075"/>
                  </a:lnTo>
                  <a:cubicBezTo>
                    <a:pt x="738105" y="781884"/>
                    <a:pt x="739502" y="774899"/>
                    <a:pt x="740899" y="769311"/>
                  </a:cubicBezTo>
                  <a:lnTo>
                    <a:pt x="743693" y="760929"/>
                  </a:lnTo>
                  <a:lnTo>
                    <a:pt x="742296" y="751150"/>
                  </a:lnTo>
                  <a:cubicBezTo>
                    <a:pt x="746487" y="738577"/>
                    <a:pt x="747884" y="714828"/>
                    <a:pt x="745090" y="696667"/>
                  </a:cubicBezTo>
                  <a:close/>
                  <a:moveTo>
                    <a:pt x="715753" y="752547"/>
                  </a:moveTo>
                  <a:lnTo>
                    <a:pt x="714356" y="762326"/>
                  </a:lnTo>
                  <a:cubicBezTo>
                    <a:pt x="712959" y="767914"/>
                    <a:pt x="712959" y="773502"/>
                    <a:pt x="711562" y="776296"/>
                  </a:cubicBezTo>
                  <a:lnTo>
                    <a:pt x="705974" y="788869"/>
                  </a:lnTo>
                  <a:cubicBezTo>
                    <a:pt x="704577" y="797251"/>
                    <a:pt x="703180" y="802839"/>
                    <a:pt x="701783" y="808427"/>
                  </a:cubicBezTo>
                  <a:cubicBezTo>
                    <a:pt x="698989" y="812618"/>
                    <a:pt x="696195" y="818206"/>
                    <a:pt x="694798" y="829382"/>
                  </a:cubicBezTo>
                  <a:lnTo>
                    <a:pt x="690607" y="839161"/>
                  </a:lnTo>
                  <a:lnTo>
                    <a:pt x="683622" y="850337"/>
                  </a:lnTo>
                  <a:lnTo>
                    <a:pt x="679431" y="857322"/>
                  </a:lnTo>
                  <a:cubicBezTo>
                    <a:pt x="655682" y="897835"/>
                    <a:pt x="633330" y="924378"/>
                    <a:pt x="595611" y="943936"/>
                  </a:cubicBezTo>
                  <a:lnTo>
                    <a:pt x="585832" y="948127"/>
                  </a:lnTo>
                  <a:cubicBezTo>
                    <a:pt x="569068" y="953715"/>
                    <a:pt x="548113" y="959303"/>
                    <a:pt x="532746" y="969082"/>
                  </a:cubicBezTo>
                  <a:lnTo>
                    <a:pt x="469881" y="997022"/>
                  </a:lnTo>
                  <a:lnTo>
                    <a:pt x="451720" y="1002610"/>
                  </a:lnTo>
                  <a:cubicBezTo>
                    <a:pt x="446132" y="1004007"/>
                    <a:pt x="443338" y="1005404"/>
                    <a:pt x="440544" y="1005404"/>
                  </a:cubicBezTo>
                  <a:lnTo>
                    <a:pt x="427971" y="1005404"/>
                  </a:lnTo>
                  <a:lnTo>
                    <a:pt x="418192" y="1008198"/>
                  </a:lnTo>
                  <a:cubicBezTo>
                    <a:pt x="398634" y="1012389"/>
                    <a:pt x="370694" y="1010992"/>
                    <a:pt x="339960" y="1009595"/>
                  </a:cubicBezTo>
                  <a:lnTo>
                    <a:pt x="328784" y="1008198"/>
                  </a:lnTo>
                  <a:cubicBezTo>
                    <a:pt x="312020" y="1006801"/>
                    <a:pt x="298050" y="1004007"/>
                    <a:pt x="282683" y="1004007"/>
                  </a:cubicBezTo>
                  <a:cubicBezTo>
                    <a:pt x="256140" y="1002610"/>
                    <a:pt x="226803" y="990037"/>
                    <a:pt x="201657" y="980258"/>
                  </a:cubicBezTo>
                  <a:cubicBezTo>
                    <a:pt x="165335" y="964891"/>
                    <a:pt x="141586" y="950921"/>
                    <a:pt x="119234" y="924378"/>
                  </a:cubicBezTo>
                  <a:lnTo>
                    <a:pt x="105264" y="918790"/>
                  </a:lnTo>
                  <a:cubicBezTo>
                    <a:pt x="103867" y="914599"/>
                    <a:pt x="99676" y="909011"/>
                    <a:pt x="96882" y="904820"/>
                  </a:cubicBezTo>
                  <a:lnTo>
                    <a:pt x="82912" y="886659"/>
                  </a:lnTo>
                  <a:cubicBezTo>
                    <a:pt x="63354" y="860116"/>
                    <a:pt x="49384" y="834970"/>
                    <a:pt x="38208" y="805633"/>
                  </a:cubicBezTo>
                  <a:lnTo>
                    <a:pt x="34017" y="795854"/>
                  </a:lnTo>
                  <a:cubicBezTo>
                    <a:pt x="31223" y="794457"/>
                    <a:pt x="31223" y="791663"/>
                    <a:pt x="29826" y="788869"/>
                  </a:cubicBezTo>
                  <a:lnTo>
                    <a:pt x="28429" y="780487"/>
                  </a:lnTo>
                  <a:cubicBezTo>
                    <a:pt x="28429" y="779090"/>
                    <a:pt x="28429" y="776296"/>
                    <a:pt x="27032" y="773502"/>
                  </a:cubicBezTo>
                  <a:lnTo>
                    <a:pt x="29826" y="766517"/>
                  </a:lnTo>
                  <a:lnTo>
                    <a:pt x="29826" y="755341"/>
                  </a:lnTo>
                  <a:cubicBezTo>
                    <a:pt x="24238" y="734386"/>
                    <a:pt x="27032" y="698064"/>
                    <a:pt x="35414" y="672918"/>
                  </a:cubicBezTo>
                  <a:cubicBezTo>
                    <a:pt x="39605" y="663139"/>
                    <a:pt x="45193" y="654757"/>
                    <a:pt x="47987" y="642184"/>
                  </a:cubicBezTo>
                  <a:cubicBezTo>
                    <a:pt x="49384" y="639390"/>
                    <a:pt x="50781" y="636596"/>
                    <a:pt x="52178" y="633802"/>
                  </a:cubicBezTo>
                  <a:lnTo>
                    <a:pt x="61957" y="617038"/>
                  </a:lnTo>
                  <a:lnTo>
                    <a:pt x="71736" y="594686"/>
                  </a:lnTo>
                  <a:cubicBezTo>
                    <a:pt x="78721" y="580716"/>
                    <a:pt x="85706" y="566746"/>
                    <a:pt x="103867" y="555570"/>
                  </a:cubicBezTo>
                  <a:cubicBezTo>
                    <a:pt x="116440" y="541600"/>
                    <a:pt x="127616" y="533218"/>
                    <a:pt x="141586" y="524836"/>
                  </a:cubicBezTo>
                  <a:cubicBezTo>
                    <a:pt x="156953" y="515057"/>
                    <a:pt x="200260" y="502484"/>
                    <a:pt x="200260" y="478735"/>
                  </a:cubicBezTo>
                  <a:cubicBezTo>
                    <a:pt x="200260" y="471750"/>
                    <a:pt x="197466" y="464765"/>
                    <a:pt x="193275" y="459177"/>
                  </a:cubicBezTo>
                  <a:lnTo>
                    <a:pt x="184893" y="450795"/>
                  </a:lnTo>
                  <a:cubicBezTo>
                    <a:pt x="182099" y="449398"/>
                    <a:pt x="176511" y="446604"/>
                    <a:pt x="170923" y="446604"/>
                  </a:cubicBezTo>
                  <a:cubicBezTo>
                    <a:pt x="140189" y="446604"/>
                    <a:pt x="123425" y="420061"/>
                    <a:pt x="99676" y="404694"/>
                  </a:cubicBezTo>
                  <a:cubicBezTo>
                    <a:pt x="95485" y="394915"/>
                    <a:pt x="88500" y="385136"/>
                    <a:pt x="81515" y="376754"/>
                  </a:cubicBezTo>
                  <a:cubicBezTo>
                    <a:pt x="77324" y="369769"/>
                    <a:pt x="74530" y="364181"/>
                    <a:pt x="70339" y="353005"/>
                  </a:cubicBezTo>
                  <a:cubicBezTo>
                    <a:pt x="66148" y="346020"/>
                    <a:pt x="63354" y="340432"/>
                    <a:pt x="61957" y="329256"/>
                  </a:cubicBezTo>
                  <a:cubicBezTo>
                    <a:pt x="59163" y="306904"/>
                    <a:pt x="59163" y="288743"/>
                    <a:pt x="63354" y="270582"/>
                  </a:cubicBezTo>
                  <a:cubicBezTo>
                    <a:pt x="60560" y="225878"/>
                    <a:pt x="75927" y="189556"/>
                    <a:pt x="99676" y="169997"/>
                  </a:cubicBezTo>
                  <a:cubicBezTo>
                    <a:pt x="119234" y="137866"/>
                    <a:pt x="147174" y="122500"/>
                    <a:pt x="175114" y="98751"/>
                  </a:cubicBezTo>
                  <a:lnTo>
                    <a:pt x="189084" y="90369"/>
                  </a:lnTo>
                  <a:cubicBezTo>
                    <a:pt x="193275" y="86178"/>
                    <a:pt x="198863" y="83384"/>
                    <a:pt x="203054" y="77796"/>
                  </a:cubicBezTo>
                  <a:cubicBezTo>
                    <a:pt x="207245" y="75001"/>
                    <a:pt x="208642" y="72207"/>
                    <a:pt x="210039" y="70810"/>
                  </a:cubicBezTo>
                  <a:cubicBezTo>
                    <a:pt x="232391" y="52650"/>
                    <a:pt x="277095" y="38679"/>
                    <a:pt x="312020" y="34488"/>
                  </a:cubicBezTo>
                  <a:lnTo>
                    <a:pt x="321799" y="34488"/>
                  </a:lnTo>
                  <a:cubicBezTo>
                    <a:pt x="325990" y="34488"/>
                    <a:pt x="332975" y="33091"/>
                    <a:pt x="338563" y="31694"/>
                  </a:cubicBezTo>
                  <a:lnTo>
                    <a:pt x="346945" y="28901"/>
                  </a:lnTo>
                  <a:lnTo>
                    <a:pt x="381870" y="28901"/>
                  </a:lnTo>
                  <a:cubicBezTo>
                    <a:pt x="388855" y="28901"/>
                    <a:pt x="397237" y="28901"/>
                    <a:pt x="405619" y="27504"/>
                  </a:cubicBezTo>
                  <a:cubicBezTo>
                    <a:pt x="420986" y="33091"/>
                    <a:pt x="437750" y="34488"/>
                    <a:pt x="454514" y="34488"/>
                  </a:cubicBezTo>
                  <a:cubicBezTo>
                    <a:pt x="462896" y="38679"/>
                    <a:pt x="471278" y="40076"/>
                    <a:pt x="482454" y="44268"/>
                  </a:cubicBezTo>
                  <a:cubicBezTo>
                    <a:pt x="488042" y="44268"/>
                    <a:pt x="490836" y="45665"/>
                    <a:pt x="492233" y="45665"/>
                  </a:cubicBezTo>
                  <a:cubicBezTo>
                    <a:pt x="497821" y="47062"/>
                    <a:pt x="502012" y="48459"/>
                    <a:pt x="508997" y="48459"/>
                  </a:cubicBezTo>
                  <a:cubicBezTo>
                    <a:pt x="515982" y="54047"/>
                    <a:pt x="524364" y="58238"/>
                    <a:pt x="539731" y="66619"/>
                  </a:cubicBezTo>
                  <a:cubicBezTo>
                    <a:pt x="584435" y="95957"/>
                    <a:pt x="626345" y="140660"/>
                    <a:pt x="645903" y="186762"/>
                  </a:cubicBezTo>
                  <a:cubicBezTo>
                    <a:pt x="648697" y="192350"/>
                    <a:pt x="650094" y="195144"/>
                    <a:pt x="651491" y="199335"/>
                  </a:cubicBezTo>
                  <a:cubicBezTo>
                    <a:pt x="665461" y="225878"/>
                    <a:pt x="672446" y="248230"/>
                    <a:pt x="679431" y="264994"/>
                  </a:cubicBezTo>
                  <a:lnTo>
                    <a:pt x="680828" y="277567"/>
                  </a:lnTo>
                  <a:cubicBezTo>
                    <a:pt x="680828" y="285949"/>
                    <a:pt x="680828" y="295728"/>
                    <a:pt x="679431" y="304110"/>
                  </a:cubicBezTo>
                  <a:lnTo>
                    <a:pt x="678034" y="318080"/>
                  </a:lnTo>
                  <a:cubicBezTo>
                    <a:pt x="678034" y="320874"/>
                    <a:pt x="678034" y="323668"/>
                    <a:pt x="679431" y="327859"/>
                  </a:cubicBezTo>
                  <a:cubicBezTo>
                    <a:pt x="676637" y="336241"/>
                    <a:pt x="675240" y="341829"/>
                    <a:pt x="673843" y="351608"/>
                  </a:cubicBezTo>
                  <a:cubicBezTo>
                    <a:pt x="671049" y="383739"/>
                    <a:pt x="647300" y="399106"/>
                    <a:pt x="627742" y="422855"/>
                  </a:cubicBezTo>
                  <a:lnTo>
                    <a:pt x="619360" y="429840"/>
                  </a:lnTo>
                  <a:lnTo>
                    <a:pt x="606787" y="441016"/>
                  </a:lnTo>
                  <a:lnTo>
                    <a:pt x="599802" y="446604"/>
                  </a:lnTo>
                  <a:cubicBezTo>
                    <a:pt x="594214" y="450795"/>
                    <a:pt x="588626" y="454986"/>
                    <a:pt x="584435" y="459177"/>
                  </a:cubicBezTo>
                  <a:cubicBezTo>
                    <a:pt x="562083" y="478735"/>
                    <a:pt x="529952" y="488514"/>
                    <a:pt x="573259" y="517851"/>
                  </a:cubicBezTo>
                  <a:cubicBezTo>
                    <a:pt x="577450" y="522042"/>
                    <a:pt x="581641" y="523439"/>
                    <a:pt x="588626" y="527630"/>
                  </a:cubicBezTo>
                  <a:cubicBezTo>
                    <a:pt x="612375" y="538806"/>
                    <a:pt x="638918" y="551379"/>
                    <a:pt x="655682" y="573731"/>
                  </a:cubicBezTo>
                  <a:cubicBezTo>
                    <a:pt x="668255" y="591892"/>
                    <a:pt x="683622" y="608656"/>
                    <a:pt x="694798" y="631008"/>
                  </a:cubicBezTo>
                  <a:lnTo>
                    <a:pt x="701783" y="639390"/>
                  </a:lnTo>
                  <a:lnTo>
                    <a:pt x="708768" y="651963"/>
                  </a:lnTo>
                  <a:lnTo>
                    <a:pt x="711562" y="661742"/>
                  </a:lnTo>
                  <a:lnTo>
                    <a:pt x="714356" y="667330"/>
                  </a:lnTo>
                  <a:cubicBezTo>
                    <a:pt x="714356" y="672918"/>
                    <a:pt x="715753" y="674315"/>
                    <a:pt x="715753" y="678506"/>
                  </a:cubicBezTo>
                  <a:lnTo>
                    <a:pt x="717150" y="686888"/>
                  </a:lnTo>
                  <a:cubicBezTo>
                    <a:pt x="717150" y="693873"/>
                    <a:pt x="718547" y="699461"/>
                    <a:pt x="719944" y="705049"/>
                  </a:cubicBezTo>
                  <a:cubicBezTo>
                    <a:pt x="721341" y="721813"/>
                    <a:pt x="714356" y="737180"/>
                    <a:pt x="715753" y="75254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Schleifen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971784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D0ADB-8793-4F25-BEC8-ECE7BD37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-Schleife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3B6A2C-4E1B-327C-E95D-75EA945353F2}"/>
              </a:ext>
            </a:extLst>
          </p:cNvPr>
          <p:cNvSpPr txBox="1"/>
          <p:nvPr/>
        </p:nvSpPr>
        <p:spPr>
          <a:xfrm>
            <a:off x="695325" y="1740423"/>
            <a:ext cx="609452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Zähler: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06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B1C8A-BAA2-43FA-9DB2-03A923CF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 Kopfgesteuert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AB72CA-B4E0-1DDF-97FE-12F2518D37B4}"/>
              </a:ext>
            </a:extLst>
          </p:cNvPr>
          <p:cNvSpPr txBox="1"/>
          <p:nvPr/>
        </p:nvSpPr>
        <p:spPr>
          <a:xfrm>
            <a:off x="695325" y="1727711"/>
            <a:ext cx="6094520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-Schleife (Kopfgesteuert (Abbruchbedingung am Anfang))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845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AEFA9-E1BD-40C0-9793-5C9E1589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Do-</a:t>
            </a:r>
            <a:r>
              <a:rPr lang="de-DE" dirty="0" err="1"/>
              <a:t>While</a:t>
            </a:r>
            <a:r>
              <a:rPr lang="de-DE" dirty="0"/>
              <a:t>-Schleife Fußgesteuert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AE7E93-B54C-7B8B-D95A-7F441B1FFC41}"/>
              </a:ext>
            </a:extLst>
          </p:cNvPr>
          <p:cNvSpPr txBox="1"/>
          <p:nvPr/>
        </p:nvSpPr>
        <p:spPr>
          <a:xfrm>
            <a:off x="695325" y="1742142"/>
            <a:ext cx="844941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 Do-</a:t>
            </a:r>
            <a:r>
              <a:rPr lang="de-DE" b="0" i="1" dirty="0" err="1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-Schleife (Fußgesteuert (Abbruchbedingung am Ende))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Do-</a:t>
            </a:r>
            <a:r>
              <a:rPr lang="de-DE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++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$i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de-DE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70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A4627-8141-46A6-915B-F4312D5D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Foreach</a:t>
            </a:r>
            <a:r>
              <a:rPr lang="de-DE" dirty="0"/>
              <a:t>-Schleife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61DEA51-412E-106F-FD94-E44847D2D917}"/>
              </a:ext>
            </a:extLst>
          </p:cNvPr>
          <p:cNvSpPr txBox="1"/>
          <p:nvPr/>
        </p:nvSpPr>
        <p:spPr>
          <a:xfrm>
            <a:off x="695325" y="1788031"/>
            <a:ext cx="609452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Grün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9A9A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Blau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Write-Host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Farbe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FF4500"/>
                </a:solidFill>
                <a:effectLst/>
                <a:latin typeface="Consolas" panose="020B0609020204030204" pitchFamily="49" charset="0"/>
              </a:rPr>
              <a:t>$color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73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29210A4D-BFB3-4B5E-B95F-7CD403811526}"/>
              </a:ext>
            </a:extLst>
          </p:cNvPr>
          <p:cNvGrpSpPr/>
          <p:nvPr/>
        </p:nvGrpSpPr>
        <p:grpSpPr>
          <a:xfrm>
            <a:off x="776440" y="1608992"/>
            <a:ext cx="1067308" cy="1029388"/>
            <a:chOff x="6955282" y="4258112"/>
            <a:chExt cx="1067308" cy="1029388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65D746A-F16D-4512-9382-D6E33AB72F00}"/>
                </a:ext>
              </a:extLst>
            </p:cNvPr>
            <p:cNvSpPr/>
            <p:nvPr/>
          </p:nvSpPr>
          <p:spPr>
            <a:xfrm>
              <a:off x="6981825" y="4284654"/>
              <a:ext cx="651002" cy="976303"/>
            </a:xfrm>
            <a:custGeom>
              <a:avLst/>
              <a:gdLst>
                <a:gd name="connsiteX0" fmla="*/ 648208 w 651002"/>
                <a:gd name="connsiteY0" fmla="*/ 384754 h 976303"/>
                <a:gd name="connsiteX1" fmla="*/ 651002 w 651002"/>
                <a:gd name="connsiteY1" fmla="*/ 372181 h 976303"/>
                <a:gd name="connsiteX2" fmla="*/ 649605 w 651002"/>
                <a:gd name="connsiteY2" fmla="*/ 365196 h 976303"/>
                <a:gd name="connsiteX3" fmla="*/ 648208 w 651002"/>
                <a:gd name="connsiteY3" fmla="*/ 347035 h 976303"/>
                <a:gd name="connsiteX4" fmla="*/ 646811 w 651002"/>
                <a:gd name="connsiteY4" fmla="*/ 327477 h 976303"/>
                <a:gd name="connsiteX5" fmla="*/ 641223 w 651002"/>
                <a:gd name="connsiteY5" fmla="*/ 299537 h 976303"/>
                <a:gd name="connsiteX6" fmla="*/ 641223 w 651002"/>
                <a:gd name="connsiteY6" fmla="*/ 291155 h 976303"/>
                <a:gd name="connsiteX7" fmla="*/ 611886 w 651002"/>
                <a:gd name="connsiteY7" fmla="*/ 186380 h 976303"/>
                <a:gd name="connsiteX8" fmla="*/ 602107 w 651002"/>
                <a:gd name="connsiteY8" fmla="*/ 168219 h 976303"/>
                <a:gd name="connsiteX9" fmla="*/ 589534 w 651002"/>
                <a:gd name="connsiteY9" fmla="*/ 145867 h 976303"/>
                <a:gd name="connsiteX10" fmla="*/ 532257 w 651002"/>
                <a:gd name="connsiteY10" fmla="*/ 73223 h 976303"/>
                <a:gd name="connsiteX11" fmla="*/ 487553 w 651002"/>
                <a:gd name="connsiteY11" fmla="*/ 45283 h 976303"/>
                <a:gd name="connsiteX12" fmla="*/ 472186 w 651002"/>
                <a:gd name="connsiteY12" fmla="*/ 36901 h 976303"/>
                <a:gd name="connsiteX13" fmla="*/ 465201 w 651002"/>
                <a:gd name="connsiteY13" fmla="*/ 34107 h 976303"/>
                <a:gd name="connsiteX14" fmla="*/ 456819 w 651002"/>
                <a:gd name="connsiteY14" fmla="*/ 28519 h 976303"/>
                <a:gd name="connsiteX15" fmla="*/ 343662 w 651002"/>
                <a:gd name="connsiteY15" fmla="*/ 579 h 976303"/>
                <a:gd name="connsiteX16" fmla="*/ 304546 w 651002"/>
                <a:gd name="connsiteY16" fmla="*/ 1976 h 976303"/>
                <a:gd name="connsiteX17" fmla="*/ 296164 w 651002"/>
                <a:gd name="connsiteY17" fmla="*/ 1976 h 976303"/>
                <a:gd name="connsiteX18" fmla="*/ 276606 w 651002"/>
                <a:gd name="connsiteY18" fmla="*/ 4770 h 976303"/>
                <a:gd name="connsiteX19" fmla="*/ 251460 w 651002"/>
                <a:gd name="connsiteY19" fmla="*/ 11755 h 976303"/>
                <a:gd name="connsiteX20" fmla="*/ 146685 w 651002"/>
                <a:gd name="connsiteY20" fmla="*/ 49474 h 976303"/>
                <a:gd name="connsiteX21" fmla="*/ 90805 w 651002"/>
                <a:gd name="connsiteY21" fmla="*/ 102560 h 976303"/>
                <a:gd name="connsiteX22" fmla="*/ 62865 w 651002"/>
                <a:gd name="connsiteY22" fmla="*/ 136088 h 976303"/>
                <a:gd name="connsiteX23" fmla="*/ 8382 w 651002"/>
                <a:gd name="connsiteY23" fmla="*/ 242260 h 976303"/>
                <a:gd name="connsiteX24" fmla="*/ 2794 w 651002"/>
                <a:gd name="connsiteY24" fmla="*/ 285567 h 976303"/>
                <a:gd name="connsiteX25" fmla="*/ 0 w 651002"/>
                <a:gd name="connsiteY25" fmla="*/ 313507 h 976303"/>
                <a:gd name="connsiteX26" fmla="*/ 13970 w 651002"/>
                <a:gd name="connsiteY26" fmla="*/ 415488 h 976303"/>
                <a:gd name="connsiteX27" fmla="*/ 48895 w 651002"/>
                <a:gd name="connsiteY27" fmla="*/ 485338 h 976303"/>
                <a:gd name="connsiteX28" fmla="*/ 106172 w 651002"/>
                <a:gd name="connsiteY28" fmla="*/ 559379 h 976303"/>
                <a:gd name="connsiteX29" fmla="*/ 114554 w 651002"/>
                <a:gd name="connsiteY29" fmla="*/ 564967 h 976303"/>
                <a:gd name="connsiteX30" fmla="*/ 194183 w 651002"/>
                <a:gd name="connsiteY30" fmla="*/ 601289 h 976303"/>
                <a:gd name="connsiteX31" fmla="*/ 227711 w 651002"/>
                <a:gd name="connsiteY31" fmla="*/ 611068 h 976303"/>
                <a:gd name="connsiteX32" fmla="*/ 361823 w 651002"/>
                <a:gd name="connsiteY32" fmla="*/ 599892 h 976303"/>
                <a:gd name="connsiteX33" fmla="*/ 409321 w 651002"/>
                <a:gd name="connsiteY33" fmla="*/ 590113 h 976303"/>
                <a:gd name="connsiteX34" fmla="*/ 421894 w 651002"/>
                <a:gd name="connsiteY34" fmla="*/ 584525 h 976303"/>
                <a:gd name="connsiteX35" fmla="*/ 430276 w 651002"/>
                <a:gd name="connsiteY35" fmla="*/ 580334 h 976303"/>
                <a:gd name="connsiteX36" fmla="*/ 440055 w 651002"/>
                <a:gd name="connsiteY36" fmla="*/ 573349 h 976303"/>
                <a:gd name="connsiteX37" fmla="*/ 448437 w 651002"/>
                <a:gd name="connsiteY37" fmla="*/ 569158 h 976303"/>
                <a:gd name="connsiteX38" fmla="*/ 511302 w 651002"/>
                <a:gd name="connsiteY38" fmla="*/ 576143 h 976303"/>
                <a:gd name="connsiteX39" fmla="*/ 511302 w 651002"/>
                <a:gd name="connsiteY39" fmla="*/ 615259 h 976303"/>
                <a:gd name="connsiteX40" fmla="*/ 501523 w 651002"/>
                <a:gd name="connsiteY40" fmla="*/ 694888 h 976303"/>
                <a:gd name="connsiteX41" fmla="*/ 495935 w 651002"/>
                <a:gd name="connsiteY41" fmla="*/ 703270 h 976303"/>
                <a:gd name="connsiteX42" fmla="*/ 493141 w 651002"/>
                <a:gd name="connsiteY42" fmla="*/ 710255 h 976303"/>
                <a:gd name="connsiteX43" fmla="*/ 484759 w 651002"/>
                <a:gd name="connsiteY43" fmla="*/ 731210 h 976303"/>
                <a:gd name="connsiteX44" fmla="*/ 437261 w 651002"/>
                <a:gd name="connsiteY44" fmla="*/ 799663 h 976303"/>
                <a:gd name="connsiteX45" fmla="*/ 427482 w 651002"/>
                <a:gd name="connsiteY45" fmla="*/ 806648 h 976303"/>
                <a:gd name="connsiteX46" fmla="*/ 420497 w 651002"/>
                <a:gd name="connsiteY46" fmla="*/ 813633 h 976303"/>
                <a:gd name="connsiteX47" fmla="*/ 366014 w 651002"/>
                <a:gd name="connsiteY47" fmla="*/ 845764 h 976303"/>
                <a:gd name="connsiteX48" fmla="*/ 345059 w 651002"/>
                <a:gd name="connsiteY48" fmla="*/ 851352 h 976303"/>
                <a:gd name="connsiteX49" fmla="*/ 336677 w 651002"/>
                <a:gd name="connsiteY49" fmla="*/ 851352 h 976303"/>
                <a:gd name="connsiteX50" fmla="*/ 318516 w 651002"/>
                <a:gd name="connsiteY50" fmla="*/ 852749 h 976303"/>
                <a:gd name="connsiteX51" fmla="*/ 307340 w 651002"/>
                <a:gd name="connsiteY51" fmla="*/ 851352 h 976303"/>
                <a:gd name="connsiteX52" fmla="*/ 196977 w 651002"/>
                <a:gd name="connsiteY52" fmla="*/ 780105 h 976303"/>
                <a:gd name="connsiteX53" fmla="*/ 183007 w 651002"/>
                <a:gd name="connsiteY53" fmla="*/ 760547 h 976303"/>
                <a:gd name="connsiteX54" fmla="*/ 180213 w 651002"/>
                <a:gd name="connsiteY54" fmla="*/ 749371 h 976303"/>
                <a:gd name="connsiteX55" fmla="*/ 170434 w 651002"/>
                <a:gd name="connsiteY55" fmla="*/ 731210 h 976303"/>
                <a:gd name="connsiteX56" fmla="*/ 111760 w 651002"/>
                <a:gd name="connsiteY56" fmla="*/ 727019 h 976303"/>
                <a:gd name="connsiteX57" fmla="*/ 16764 w 651002"/>
                <a:gd name="connsiteY57" fmla="*/ 727019 h 976303"/>
                <a:gd name="connsiteX58" fmla="*/ 37719 w 651002"/>
                <a:gd name="connsiteY58" fmla="*/ 815030 h 976303"/>
                <a:gd name="connsiteX59" fmla="*/ 44704 w 651002"/>
                <a:gd name="connsiteY59" fmla="*/ 830397 h 976303"/>
                <a:gd name="connsiteX60" fmla="*/ 143891 w 651002"/>
                <a:gd name="connsiteY60" fmla="*/ 926790 h 976303"/>
                <a:gd name="connsiteX61" fmla="*/ 262636 w 651002"/>
                <a:gd name="connsiteY61" fmla="*/ 972891 h 976303"/>
                <a:gd name="connsiteX62" fmla="*/ 293370 w 651002"/>
                <a:gd name="connsiteY62" fmla="*/ 975685 h 976303"/>
                <a:gd name="connsiteX63" fmla="*/ 416306 w 651002"/>
                <a:gd name="connsiteY63" fmla="*/ 953333 h 976303"/>
                <a:gd name="connsiteX64" fmla="*/ 462407 w 651002"/>
                <a:gd name="connsiteY64" fmla="*/ 932378 h 976303"/>
                <a:gd name="connsiteX65" fmla="*/ 498729 w 651002"/>
                <a:gd name="connsiteY65" fmla="*/ 915614 h 976303"/>
                <a:gd name="connsiteX66" fmla="*/ 508508 w 651002"/>
                <a:gd name="connsiteY66" fmla="*/ 910026 h 976303"/>
                <a:gd name="connsiteX67" fmla="*/ 514096 w 651002"/>
                <a:gd name="connsiteY67" fmla="*/ 904438 h 976303"/>
                <a:gd name="connsiteX68" fmla="*/ 521081 w 651002"/>
                <a:gd name="connsiteY68" fmla="*/ 898850 h 976303"/>
                <a:gd name="connsiteX69" fmla="*/ 533654 w 651002"/>
                <a:gd name="connsiteY69" fmla="*/ 889071 h 976303"/>
                <a:gd name="connsiteX70" fmla="*/ 543433 w 651002"/>
                <a:gd name="connsiteY70" fmla="*/ 882086 h 976303"/>
                <a:gd name="connsiteX71" fmla="*/ 569976 w 651002"/>
                <a:gd name="connsiteY71" fmla="*/ 848558 h 976303"/>
                <a:gd name="connsiteX72" fmla="*/ 585343 w 651002"/>
                <a:gd name="connsiteY72" fmla="*/ 816427 h 976303"/>
                <a:gd name="connsiteX73" fmla="*/ 592328 w 651002"/>
                <a:gd name="connsiteY73" fmla="*/ 798266 h 976303"/>
                <a:gd name="connsiteX74" fmla="*/ 599313 w 651002"/>
                <a:gd name="connsiteY74" fmla="*/ 788487 h 976303"/>
                <a:gd name="connsiteX75" fmla="*/ 616077 w 651002"/>
                <a:gd name="connsiteY75" fmla="*/ 746577 h 976303"/>
                <a:gd name="connsiteX76" fmla="*/ 618871 w 651002"/>
                <a:gd name="connsiteY76" fmla="*/ 739592 h 976303"/>
                <a:gd name="connsiteX77" fmla="*/ 632841 w 651002"/>
                <a:gd name="connsiteY77" fmla="*/ 655772 h 976303"/>
                <a:gd name="connsiteX78" fmla="*/ 644017 w 651002"/>
                <a:gd name="connsiteY78" fmla="*/ 578937 h 976303"/>
                <a:gd name="connsiteX79" fmla="*/ 646811 w 651002"/>
                <a:gd name="connsiteY79" fmla="*/ 531439 h 976303"/>
                <a:gd name="connsiteX80" fmla="*/ 648208 w 651002"/>
                <a:gd name="connsiteY80" fmla="*/ 523057 h 976303"/>
                <a:gd name="connsiteX81" fmla="*/ 646811 w 651002"/>
                <a:gd name="connsiteY81" fmla="*/ 510484 h 976303"/>
                <a:gd name="connsiteX82" fmla="*/ 648208 w 651002"/>
                <a:gd name="connsiteY82" fmla="*/ 495117 h 976303"/>
                <a:gd name="connsiteX83" fmla="*/ 649605 w 651002"/>
                <a:gd name="connsiteY83" fmla="*/ 488132 h 976303"/>
                <a:gd name="connsiteX84" fmla="*/ 648208 w 651002"/>
                <a:gd name="connsiteY84" fmla="*/ 443428 h 976303"/>
                <a:gd name="connsiteX85" fmla="*/ 648208 w 651002"/>
                <a:gd name="connsiteY85" fmla="*/ 384754 h 976303"/>
                <a:gd name="connsiteX86" fmla="*/ 495935 w 651002"/>
                <a:gd name="connsiteY86" fmla="*/ 345638 h 976303"/>
                <a:gd name="connsiteX87" fmla="*/ 493141 w 651002"/>
                <a:gd name="connsiteY87" fmla="*/ 359608 h 976303"/>
                <a:gd name="connsiteX88" fmla="*/ 487553 w 651002"/>
                <a:gd name="connsiteY88" fmla="*/ 372181 h 976303"/>
                <a:gd name="connsiteX89" fmla="*/ 449834 w 651002"/>
                <a:gd name="connsiteY89" fmla="*/ 460192 h 976303"/>
                <a:gd name="connsiteX90" fmla="*/ 366014 w 651002"/>
                <a:gd name="connsiteY90" fmla="*/ 510484 h 976303"/>
                <a:gd name="connsiteX91" fmla="*/ 354838 w 651002"/>
                <a:gd name="connsiteY91" fmla="*/ 514675 h 976303"/>
                <a:gd name="connsiteX92" fmla="*/ 301752 w 651002"/>
                <a:gd name="connsiteY92" fmla="*/ 523057 h 976303"/>
                <a:gd name="connsiteX93" fmla="*/ 284988 w 651002"/>
                <a:gd name="connsiteY93" fmla="*/ 520263 h 976303"/>
                <a:gd name="connsiteX94" fmla="*/ 188595 w 651002"/>
                <a:gd name="connsiteY94" fmla="*/ 447619 h 976303"/>
                <a:gd name="connsiteX95" fmla="*/ 159258 w 651002"/>
                <a:gd name="connsiteY95" fmla="*/ 335859 h 976303"/>
                <a:gd name="connsiteX96" fmla="*/ 159258 w 651002"/>
                <a:gd name="connsiteY96" fmla="*/ 323286 h 976303"/>
                <a:gd name="connsiteX97" fmla="*/ 157861 w 651002"/>
                <a:gd name="connsiteY97" fmla="*/ 303728 h 976303"/>
                <a:gd name="connsiteX98" fmla="*/ 169037 w 651002"/>
                <a:gd name="connsiteY98" fmla="*/ 257627 h 976303"/>
                <a:gd name="connsiteX99" fmla="*/ 169037 w 651002"/>
                <a:gd name="connsiteY99" fmla="*/ 250642 h 976303"/>
                <a:gd name="connsiteX100" fmla="*/ 185801 w 651002"/>
                <a:gd name="connsiteY100" fmla="*/ 218511 h 976303"/>
                <a:gd name="connsiteX101" fmla="*/ 191389 w 651002"/>
                <a:gd name="connsiteY101" fmla="*/ 208732 h 976303"/>
                <a:gd name="connsiteX102" fmla="*/ 205359 w 651002"/>
                <a:gd name="connsiteY102" fmla="*/ 190571 h 976303"/>
                <a:gd name="connsiteX103" fmla="*/ 215138 w 651002"/>
                <a:gd name="connsiteY103" fmla="*/ 177998 h 976303"/>
                <a:gd name="connsiteX104" fmla="*/ 226314 w 651002"/>
                <a:gd name="connsiteY104" fmla="*/ 165425 h 976303"/>
                <a:gd name="connsiteX105" fmla="*/ 357632 w 651002"/>
                <a:gd name="connsiteY105" fmla="*/ 130500 h 976303"/>
                <a:gd name="connsiteX106" fmla="*/ 384175 w 651002"/>
                <a:gd name="connsiteY106" fmla="*/ 140279 h 976303"/>
                <a:gd name="connsiteX107" fmla="*/ 393954 w 651002"/>
                <a:gd name="connsiteY107" fmla="*/ 144470 h 976303"/>
                <a:gd name="connsiteX108" fmla="*/ 416306 w 651002"/>
                <a:gd name="connsiteY108" fmla="*/ 155646 h 976303"/>
                <a:gd name="connsiteX109" fmla="*/ 428879 w 651002"/>
                <a:gd name="connsiteY109" fmla="*/ 166822 h 976303"/>
                <a:gd name="connsiteX110" fmla="*/ 445643 w 651002"/>
                <a:gd name="connsiteY110" fmla="*/ 182189 h 976303"/>
                <a:gd name="connsiteX111" fmla="*/ 452628 w 651002"/>
                <a:gd name="connsiteY111" fmla="*/ 189174 h 976303"/>
                <a:gd name="connsiteX112" fmla="*/ 466598 w 651002"/>
                <a:gd name="connsiteY112" fmla="*/ 210129 h 976303"/>
                <a:gd name="connsiteX113" fmla="*/ 487553 w 651002"/>
                <a:gd name="connsiteY113" fmla="*/ 257627 h 976303"/>
                <a:gd name="connsiteX114" fmla="*/ 495935 w 651002"/>
                <a:gd name="connsiteY114" fmla="*/ 313507 h 976303"/>
                <a:gd name="connsiteX115" fmla="*/ 493141 w 651002"/>
                <a:gd name="connsiteY115" fmla="*/ 330271 h 976303"/>
                <a:gd name="connsiteX116" fmla="*/ 495935 w 651002"/>
                <a:gd name="connsiteY116" fmla="*/ 345638 h 97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51002" h="976303">
                  <a:moveTo>
                    <a:pt x="648208" y="384754"/>
                  </a:moveTo>
                  <a:cubicBezTo>
                    <a:pt x="649605" y="377769"/>
                    <a:pt x="651002" y="374975"/>
                    <a:pt x="651002" y="372181"/>
                  </a:cubicBezTo>
                  <a:lnTo>
                    <a:pt x="649605" y="365196"/>
                  </a:lnTo>
                  <a:cubicBezTo>
                    <a:pt x="648208" y="361005"/>
                    <a:pt x="646811" y="354020"/>
                    <a:pt x="648208" y="347035"/>
                  </a:cubicBezTo>
                  <a:cubicBezTo>
                    <a:pt x="646811" y="337256"/>
                    <a:pt x="646811" y="331668"/>
                    <a:pt x="646811" y="327477"/>
                  </a:cubicBezTo>
                  <a:cubicBezTo>
                    <a:pt x="644017" y="313507"/>
                    <a:pt x="642620" y="306522"/>
                    <a:pt x="641223" y="299537"/>
                  </a:cubicBezTo>
                  <a:lnTo>
                    <a:pt x="641223" y="291155"/>
                  </a:lnTo>
                  <a:cubicBezTo>
                    <a:pt x="634238" y="259024"/>
                    <a:pt x="628650" y="210129"/>
                    <a:pt x="611886" y="186380"/>
                  </a:cubicBezTo>
                  <a:lnTo>
                    <a:pt x="602107" y="168219"/>
                  </a:lnTo>
                  <a:cubicBezTo>
                    <a:pt x="600710" y="161234"/>
                    <a:pt x="596519" y="152852"/>
                    <a:pt x="589534" y="145867"/>
                  </a:cubicBezTo>
                  <a:cubicBezTo>
                    <a:pt x="576961" y="115133"/>
                    <a:pt x="550418" y="95575"/>
                    <a:pt x="532257" y="73223"/>
                  </a:cubicBezTo>
                  <a:cubicBezTo>
                    <a:pt x="519684" y="67635"/>
                    <a:pt x="495935" y="46680"/>
                    <a:pt x="487553" y="45283"/>
                  </a:cubicBezTo>
                  <a:cubicBezTo>
                    <a:pt x="481965" y="45283"/>
                    <a:pt x="476377" y="41092"/>
                    <a:pt x="472186" y="36901"/>
                  </a:cubicBezTo>
                  <a:lnTo>
                    <a:pt x="465201" y="34107"/>
                  </a:lnTo>
                  <a:lnTo>
                    <a:pt x="456819" y="28519"/>
                  </a:lnTo>
                  <a:cubicBezTo>
                    <a:pt x="416306" y="18740"/>
                    <a:pt x="381381" y="10358"/>
                    <a:pt x="343662" y="579"/>
                  </a:cubicBezTo>
                  <a:cubicBezTo>
                    <a:pt x="331089" y="-818"/>
                    <a:pt x="317119" y="579"/>
                    <a:pt x="304546" y="1976"/>
                  </a:cubicBezTo>
                  <a:cubicBezTo>
                    <a:pt x="303149" y="1976"/>
                    <a:pt x="300355" y="579"/>
                    <a:pt x="296164" y="1976"/>
                  </a:cubicBezTo>
                  <a:cubicBezTo>
                    <a:pt x="290576" y="1976"/>
                    <a:pt x="283591" y="1976"/>
                    <a:pt x="276606" y="4770"/>
                  </a:cubicBezTo>
                  <a:lnTo>
                    <a:pt x="251460" y="11755"/>
                  </a:lnTo>
                  <a:cubicBezTo>
                    <a:pt x="215138" y="18740"/>
                    <a:pt x="174625" y="31313"/>
                    <a:pt x="146685" y="49474"/>
                  </a:cubicBezTo>
                  <a:cubicBezTo>
                    <a:pt x="128524" y="60650"/>
                    <a:pt x="108966" y="81605"/>
                    <a:pt x="90805" y="102560"/>
                  </a:cubicBezTo>
                  <a:lnTo>
                    <a:pt x="62865" y="136088"/>
                  </a:lnTo>
                  <a:cubicBezTo>
                    <a:pt x="36322" y="166822"/>
                    <a:pt x="15367" y="198953"/>
                    <a:pt x="8382" y="242260"/>
                  </a:cubicBezTo>
                  <a:cubicBezTo>
                    <a:pt x="6985" y="256230"/>
                    <a:pt x="2794" y="271597"/>
                    <a:pt x="2794" y="285567"/>
                  </a:cubicBezTo>
                  <a:cubicBezTo>
                    <a:pt x="1397" y="292552"/>
                    <a:pt x="0" y="303728"/>
                    <a:pt x="0" y="313507"/>
                  </a:cubicBezTo>
                  <a:cubicBezTo>
                    <a:pt x="0" y="358211"/>
                    <a:pt x="0" y="395930"/>
                    <a:pt x="13970" y="415488"/>
                  </a:cubicBezTo>
                  <a:cubicBezTo>
                    <a:pt x="20955" y="444825"/>
                    <a:pt x="37719" y="462986"/>
                    <a:pt x="48895" y="485338"/>
                  </a:cubicBezTo>
                  <a:cubicBezTo>
                    <a:pt x="64262" y="511881"/>
                    <a:pt x="83820" y="535630"/>
                    <a:pt x="106172" y="559379"/>
                  </a:cubicBezTo>
                  <a:lnTo>
                    <a:pt x="114554" y="564967"/>
                  </a:lnTo>
                  <a:cubicBezTo>
                    <a:pt x="135509" y="581731"/>
                    <a:pt x="160655" y="591510"/>
                    <a:pt x="194183" y="601289"/>
                  </a:cubicBezTo>
                  <a:cubicBezTo>
                    <a:pt x="205359" y="604083"/>
                    <a:pt x="216535" y="608274"/>
                    <a:pt x="227711" y="611068"/>
                  </a:cubicBezTo>
                  <a:cubicBezTo>
                    <a:pt x="273812" y="623641"/>
                    <a:pt x="317119" y="608274"/>
                    <a:pt x="361823" y="599892"/>
                  </a:cubicBezTo>
                  <a:cubicBezTo>
                    <a:pt x="377190" y="598495"/>
                    <a:pt x="395351" y="597098"/>
                    <a:pt x="409321" y="590113"/>
                  </a:cubicBezTo>
                  <a:lnTo>
                    <a:pt x="421894" y="584525"/>
                  </a:lnTo>
                  <a:lnTo>
                    <a:pt x="430276" y="580334"/>
                  </a:lnTo>
                  <a:lnTo>
                    <a:pt x="440055" y="573349"/>
                  </a:lnTo>
                  <a:cubicBezTo>
                    <a:pt x="442849" y="571952"/>
                    <a:pt x="445643" y="570555"/>
                    <a:pt x="448437" y="569158"/>
                  </a:cubicBezTo>
                  <a:cubicBezTo>
                    <a:pt x="465201" y="553791"/>
                    <a:pt x="511302" y="535630"/>
                    <a:pt x="511302" y="576143"/>
                  </a:cubicBezTo>
                  <a:cubicBezTo>
                    <a:pt x="511302" y="588716"/>
                    <a:pt x="512699" y="602686"/>
                    <a:pt x="511302" y="615259"/>
                  </a:cubicBezTo>
                  <a:cubicBezTo>
                    <a:pt x="509905" y="640405"/>
                    <a:pt x="512699" y="671139"/>
                    <a:pt x="501523" y="694888"/>
                  </a:cubicBezTo>
                  <a:cubicBezTo>
                    <a:pt x="498729" y="699079"/>
                    <a:pt x="497332" y="701873"/>
                    <a:pt x="495935" y="703270"/>
                  </a:cubicBezTo>
                  <a:lnTo>
                    <a:pt x="493141" y="710255"/>
                  </a:lnTo>
                  <a:cubicBezTo>
                    <a:pt x="493141" y="718637"/>
                    <a:pt x="488950" y="724225"/>
                    <a:pt x="484759" y="731210"/>
                  </a:cubicBezTo>
                  <a:cubicBezTo>
                    <a:pt x="473583" y="757753"/>
                    <a:pt x="458216" y="778708"/>
                    <a:pt x="437261" y="799663"/>
                  </a:cubicBezTo>
                  <a:lnTo>
                    <a:pt x="427482" y="806648"/>
                  </a:lnTo>
                  <a:lnTo>
                    <a:pt x="420497" y="813633"/>
                  </a:lnTo>
                  <a:cubicBezTo>
                    <a:pt x="405130" y="831794"/>
                    <a:pt x="391160" y="840176"/>
                    <a:pt x="366014" y="845764"/>
                  </a:cubicBezTo>
                  <a:lnTo>
                    <a:pt x="345059" y="851352"/>
                  </a:lnTo>
                  <a:lnTo>
                    <a:pt x="336677" y="851352"/>
                  </a:lnTo>
                  <a:cubicBezTo>
                    <a:pt x="328295" y="852749"/>
                    <a:pt x="324104" y="852749"/>
                    <a:pt x="318516" y="852749"/>
                  </a:cubicBezTo>
                  <a:lnTo>
                    <a:pt x="307340" y="851352"/>
                  </a:lnTo>
                  <a:cubicBezTo>
                    <a:pt x="257048" y="847161"/>
                    <a:pt x="215138" y="823412"/>
                    <a:pt x="196977" y="780105"/>
                  </a:cubicBezTo>
                  <a:cubicBezTo>
                    <a:pt x="189992" y="774517"/>
                    <a:pt x="185801" y="767532"/>
                    <a:pt x="183007" y="760547"/>
                  </a:cubicBezTo>
                  <a:lnTo>
                    <a:pt x="180213" y="749371"/>
                  </a:lnTo>
                  <a:cubicBezTo>
                    <a:pt x="174625" y="739592"/>
                    <a:pt x="173228" y="735401"/>
                    <a:pt x="170434" y="731210"/>
                  </a:cubicBezTo>
                  <a:cubicBezTo>
                    <a:pt x="150876" y="734004"/>
                    <a:pt x="131318" y="728416"/>
                    <a:pt x="111760" y="727019"/>
                  </a:cubicBezTo>
                  <a:cubicBezTo>
                    <a:pt x="81026" y="734004"/>
                    <a:pt x="48895" y="728416"/>
                    <a:pt x="16764" y="727019"/>
                  </a:cubicBezTo>
                  <a:cubicBezTo>
                    <a:pt x="15367" y="757753"/>
                    <a:pt x="26543" y="787090"/>
                    <a:pt x="37719" y="815030"/>
                  </a:cubicBezTo>
                  <a:cubicBezTo>
                    <a:pt x="41910" y="822015"/>
                    <a:pt x="43307" y="826206"/>
                    <a:pt x="44704" y="830397"/>
                  </a:cubicBezTo>
                  <a:cubicBezTo>
                    <a:pt x="69850" y="869513"/>
                    <a:pt x="110363" y="894659"/>
                    <a:pt x="143891" y="926790"/>
                  </a:cubicBezTo>
                  <a:cubicBezTo>
                    <a:pt x="178816" y="942157"/>
                    <a:pt x="224917" y="967303"/>
                    <a:pt x="262636" y="972891"/>
                  </a:cubicBezTo>
                  <a:lnTo>
                    <a:pt x="293370" y="975685"/>
                  </a:lnTo>
                  <a:cubicBezTo>
                    <a:pt x="326898" y="979876"/>
                    <a:pt x="382778" y="961715"/>
                    <a:pt x="416306" y="953333"/>
                  </a:cubicBezTo>
                  <a:cubicBezTo>
                    <a:pt x="431673" y="946348"/>
                    <a:pt x="447040" y="939363"/>
                    <a:pt x="462407" y="932378"/>
                  </a:cubicBezTo>
                  <a:cubicBezTo>
                    <a:pt x="473583" y="922599"/>
                    <a:pt x="486156" y="921202"/>
                    <a:pt x="498729" y="915614"/>
                  </a:cubicBezTo>
                  <a:lnTo>
                    <a:pt x="508508" y="910026"/>
                  </a:lnTo>
                  <a:lnTo>
                    <a:pt x="514096" y="904438"/>
                  </a:lnTo>
                  <a:lnTo>
                    <a:pt x="521081" y="898850"/>
                  </a:lnTo>
                  <a:lnTo>
                    <a:pt x="533654" y="889071"/>
                  </a:lnTo>
                  <a:lnTo>
                    <a:pt x="543433" y="882086"/>
                  </a:lnTo>
                  <a:cubicBezTo>
                    <a:pt x="550418" y="870910"/>
                    <a:pt x="564388" y="861131"/>
                    <a:pt x="569976" y="848558"/>
                  </a:cubicBezTo>
                  <a:cubicBezTo>
                    <a:pt x="575564" y="837382"/>
                    <a:pt x="576961" y="826206"/>
                    <a:pt x="585343" y="816427"/>
                  </a:cubicBezTo>
                  <a:cubicBezTo>
                    <a:pt x="586740" y="809442"/>
                    <a:pt x="589534" y="803854"/>
                    <a:pt x="592328" y="798266"/>
                  </a:cubicBezTo>
                  <a:lnTo>
                    <a:pt x="599313" y="788487"/>
                  </a:lnTo>
                  <a:cubicBezTo>
                    <a:pt x="600710" y="773120"/>
                    <a:pt x="609092" y="760547"/>
                    <a:pt x="616077" y="746577"/>
                  </a:cubicBezTo>
                  <a:lnTo>
                    <a:pt x="618871" y="739592"/>
                  </a:lnTo>
                  <a:cubicBezTo>
                    <a:pt x="620268" y="711652"/>
                    <a:pt x="634238" y="685109"/>
                    <a:pt x="632841" y="655772"/>
                  </a:cubicBezTo>
                  <a:cubicBezTo>
                    <a:pt x="638429" y="627832"/>
                    <a:pt x="641223" y="602686"/>
                    <a:pt x="644017" y="578937"/>
                  </a:cubicBezTo>
                  <a:cubicBezTo>
                    <a:pt x="645414" y="563570"/>
                    <a:pt x="644017" y="546806"/>
                    <a:pt x="646811" y="531439"/>
                  </a:cubicBezTo>
                  <a:cubicBezTo>
                    <a:pt x="648208" y="528645"/>
                    <a:pt x="648208" y="525851"/>
                    <a:pt x="648208" y="523057"/>
                  </a:cubicBezTo>
                  <a:lnTo>
                    <a:pt x="646811" y="510484"/>
                  </a:lnTo>
                  <a:cubicBezTo>
                    <a:pt x="646811" y="504896"/>
                    <a:pt x="646811" y="500705"/>
                    <a:pt x="648208" y="495117"/>
                  </a:cubicBezTo>
                  <a:lnTo>
                    <a:pt x="649605" y="488132"/>
                  </a:lnTo>
                  <a:cubicBezTo>
                    <a:pt x="645414" y="474162"/>
                    <a:pt x="648208" y="458795"/>
                    <a:pt x="648208" y="443428"/>
                  </a:cubicBezTo>
                  <a:lnTo>
                    <a:pt x="648208" y="384754"/>
                  </a:lnTo>
                  <a:close/>
                  <a:moveTo>
                    <a:pt x="495935" y="345638"/>
                  </a:moveTo>
                  <a:lnTo>
                    <a:pt x="493141" y="359608"/>
                  </a:lnTo>
                  <a:cubicBezTo>
                    <a:pt x="491744" y="365196"/>
                    <a:pt x="490347" y="367990"/>
                    <a:pt x="487553" y="372181"/>
                  </a:cubicBezTo>
                  <a:cubicBezTo>
                    <a:pt x="487553" y="405709"/>
                    <a:pt x="476377" y="439237"/>
                    <a:pt x="449834" y="460192"/>
                  </a:cubicBezTo>
                  <a:cubicBezTo>
                    <a:pt x="430276" y="493720"/>
                    <a:pt x="396748" y="495117"/>
                    <a:pt x="366014" y="510484"/>
                  </a:cubicBezTo>
                  <a:cubicBezTo>
                    <a:pt x="361823" y="511881"/>
                    <a:pt x="359029" y="513278"/>
                    <a:pt x="354838" y="514675"/>
                  </a:cubicBezTo>
                  <a:cubicBezTo>
                    <a:pt x="335280" y="520263"/>
                    <a:pt x="318516" y="521660"/>
                    <a:pt x="301752" y="523057"/>
                  </a:cubicBezTo>
                  <a:cubicBezTo>
                    <a:pt x="296164" y="523057"/>
                    <a:pt x="290576" y="523057"/>
                    <a:pt x="284988" y="520263"/>
                  </a:cubicBezTo>
                  <a:cubicBezTo>
                    <a:pt x="238887" y="520263"/>
                    <a:pt x="202565" y="489529"/>
                    <a:pt x="188595" y="447619"/>
                  </a:cubicBezTo>
                  <a:cubicBezTo>
                    <a:pt x="169037" y="411297"/>
                    <a:pt x="156464" y="377769"/>
                    <a:pt x="159258" y="335859"/>
                  </a:cubicBezTo>
                  <a:lnTo>
                    <a:pt x="159258" y="323286"/>
                  </a:lnTo>
                  <a:cubicBezTo>
                    <a:pt x="159258" y="314904"/>
                    <a:pt x="157861" y="309316"/>
                    <a:pt x="157861" y="303728"/>
                  </a:cubicBezTo>
                  <a:cubicBezTo>
                    <a:pt x="157861" y="288361"/>
                    <a:pt x="160655" y="272994"/>
                    <a:pt x="169037" y="257627"/>
                  </a:cubicBezTo>
                  <a:lnTo>
                    <a:pt x="169037" y="250642"/>
                  </a:lnTo>
                  <a:cubicBezTo>
                    <a:pt x="171831" y="236672"/>
                    <a:pt x="178816" y="228290"/>
                    <a:pt x="185801" y="218511"/>
                  </a:cubicBezTo>
                  <a:lnTo>
                    <a:pt x="191389" y="208732"/>
                  </a:lnTo>
                  <a:cubicBezTo>
                    <a:pt x="192786" y="200350"/>
                    <a:pt x="198374" y="193365"/>
                    <a:pt x="205359" y="190571"/>
                  </a:cubicBezTo>
                  <a:lnTo>
                    <a:pt x="215138" y="177998"/>
                  </a:lnTo>
                  <a:cubicBezTo>
                    <a:pt x="217932" y="173807"/>
                    <a:pt x="222123" y="169616"/>
                    <a:pt x="226314" y="165425"/>
                  </a:cubicBezTo>
                  <a:cubicBezTo>
                    <a:pt x="275209" y="144470"/>
                    <a:pt x="308737" y="129103"/>
                    <a:pt x="357632" y="130500"/>
                  </a:cubicBezTo>
                  <a:cubicBezTo>
                    <a:pt x="368808" y="131897"/>
                    <a:pt x="375793" y="134691"/>
                    <a:pt x="384175" y="140279"/>
                  </a:cubicBezTo>
                  <a:lnTo>
                    <a:pt x="393954" y="144470"/>
                  </a:lnTo>
                  <a:cubicBezTo>
                    <a:pt x="403733" y="147264"/>
                    <a:pt x="410718" y="151455"/>
                    <a:pt x="416306" y="155646"/>
                  </a:cubicBezTo>
                  <a:cubicBezTo>
                    <a:pt x="426085" y="164028"/>
                    <a:pt x="420497" y="158440"/>
                    <a:pt x="428879" y="166822"/>
                  </a:cubicBezTo>
                  <a:cubicBezTo>
                    <a:pt x="435864" y="169616"/>
                    <a:pt x="441452" y="176601"/>
                    <a:pt x="445643" y="182189"/>
                  </a:cubicBezTo>
                  <a:lnTo>
                    <a:pt x="452628" y="189174"/>
                  </a:lnTo>
                  <a:cubicBezTo>
                    <a:pt x="456819" y="193365"/>
                    <a:pt x="463804" y="200350"/>
                    <a:pt x="466598" y="210129"/>
                  </a:cubicBezTo>
                  <a:cubicBezTo>
                    <a:pt x="477774" y="224099"/>
                    <a:pt x="484759" y="240863"/>
                    <a:pt x="487553" y="257627"/>
                  </a:cubicBezTo>
                  <a:cubicBezTo>
                    <a:pt x="491744" y="271597"/>
                    <a:pt x="500126" y="291155"/>
                    <a:pt x="495935" y="313507"/>
                  </a:cubicBezTo>
                  <a:cubicBezTo>
                    <a:pt x="495008" y="320022"/>
                    <a:pt x="494068" y="325610"/>
                    <a:pt x="493141" y="330271"/>
                  </a:cubicBezTo>
                  <a:cubicBezTo>
                    <a:pt x="495935" y="334462"/>
                    <a:pt x="497332" y="340050"/>
                    <a:pt x="495935" y="345638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86B75D0-CA6A-4514-A126-F29F97384B11}"/>
                </a:ext>
              </a:extLst>
            </p:cNvPr>
            <p:cNvSpPr/>
            <p:nvPr/>
          </p:nvSpPr>
          <p:spPr>
            <a:xfrm>
              <a:off x="7167234" y="4442988"/>
              <a:ext cx="284725" cy="338180"/>
            </a:xfrm>
            <a:custGeom>
              <a:avLst/>
              <a:gdLst>
                <a:gd name="connsiteX0" fmla="*/ 258836 w 284725"/>
                <a:gd name="connsiteY0" fmla="*/ 68559 h 338180"/>
                <a:gd name="connsiteX1" fmla="*/ 256042 w 284725"/>
                <a:gd name="connsiteY1" fmla="*/ 61574 h 338180"/>
                <a:gd name="connsiteX2" fmla="*/ 249057 w 284725"/>
                <a:gd name="connsiteY2" fmla="*/ 50398 h 338180"/>
                <a:gd name="connsiteX3" fmla="*/ 240675 w 284725"/>
                <a:gd name="connsiteY3" fmla="*/ 42016 h 338180"/>
                <a:gd name="connsiteX4" fmla="*/ 233690 w 284725"/>
                <a:gd name="connsiteY4" fmla="*/ 33634 h 338180"/>
                <a:gd name="connsiteX5" fmla="*/ 212735 w 284725"/>
                <a:gd name="connsiteY5" fmla="*/ 18267 h 338180"/>
                <a:gd name="connsiteX6" fmla="*/ 201559 w 284725"/>
                <a:gd name="connsiteY6" fmla="*/ 12679 h 338180"/>
                <a:gd name="connsiteX7" fmla="*/ 186192 w 284725"/>
                <a:gd name="connsiteY7" fmla="*/ 4297 h 338180"/>
                <a:gd name="connsiteX8" fmla="*/ 176413 w 284725"/>
                <a:gd name="connsiteY8" fmla="*/ 106 h 338180"/>
                <a:gd name="connsiteX9" fmla="*/ 57668 w 284725"/>
                <a:gd name="connsiteY9" fmla="*/ 28046 h 338180"/>
                <a:gd name="connsiteX10" fmla="*/ 52080 w 284725"/>
                <a:gd name="connsiteY10" fmla="*/ 35031 h 338180"/>
                <a:gd name="connsiteX11" fmla="*/ 45095 w 284725"/>
                <a:gd name="connsiteY11" fmla="*/ 44810 h 338180"/>
                <a:gd name="connsiteX12" fmla="*/ 31125 w 284725"/>
                <a:gd name="connsiteY12" fmla="*/ 55986 h 338180"/>
                <a:gd name="connsiteX13" fmla="*/ 10170 w 284725"/>
                <a:gd name="connsiteY13" fmla="*/ 95102 h 338180"/>
                <a:gd name="connsiteX14" fmla="*/ 391 w 284725"/>
                <a:gd name="connsiteY14" fmla="*/ 145394 h 338180"/>
                <a:gd name="connsiteX15" fmla="*/ 1788 w 284725"/>
                <a:gd name="connsiteY15" fmla="*/ 162158 h 338180"/>
                <a:gd name="connsiteX16" fmla="*/ 391 w 284725"/>
                <a:gd name="connsiteY16" fmla="*/ 178922 h 338180"/>
                <a:gd name="connsiteX17" fmla="*/ 26934 w 284725"/>
                <a:gd name="connsiteY17" fmla="*/ 278109 h 338180"/>
                <a:gd name="connsiteX18" fmla="*/ 103769 w 284725"/>
                <a:gd name="connsiteY18" fmla="*/ 335386 h 338180"/>
                <a:gd name="connsiteX19" fmla="*/ 112151 w 284725"/>
                <a:gd name="connsiteY19" fmla="*/ 338180 h 338180"/>
                <a:gd name="connsiteX20" fmla="*/ 158252 w 284725"/>
                <a:gd name="connsiteY20" fmla="*/ 329798 h 338180"/>
                <a:gd name="connsiteX21" fmla="*/ 168031 w 284725"/>
                <a:gd name="connsiteY21" fmla="*/ 329798 h 338180"/>
                <a:gd name="connsiteX22" fmla="*/ 242072 w 284725"/>
                <a:gd name="connsiteY22" fmla="*/ 286491 h 338180"/>
                <a:gd name="connsiteX23" fmla="*/ 275600 w 284725"/>
                <a:gd name="connsiteY23" fmla="*/ 211053 h 338180"/>
                <a:gd name="connsiteX24" fmla="*/ 276997 w 284725"/>
                <a:gd name="connsiteY24" fmla="*/ 204068 h 338180"/>
                <a:gd name="connsiteX25" fmla="*/ 281188 w 284725"/>
                <a:gd name="connsiteY25" fmla="*/ 194289 h 338180"/>
                <a:gd name="connsiteX26" fmla="*/ 283982 w 284725"/>
                <a:gd name="connsiteY26" fmla="*/ 185907 h 338180"/>
                <a:gd name="connsiteX27" fmla="*/ 283982 w 284725"/>
                <a:gd name="connsiteY27" fmla="*/ 149585 h 338180"/>
                <a:gd name="connsiteX28" fmla="*/ 275600 w 284725"/>
                <a:gd name="connsiteY28" fmla="*/ 107675 h 338180"/>
                <a:gd name="connsiteX29" fmla="*/ 258836 w 284725"/>
                <a:gd name="connsiteY29" fmla="*/ 68559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4725" h="338180">
                  <a:moveTo>
                    <a:pt x="258836" y="68559"/>
                  </a:moveTo>
                  <a:lnTo>
                    <a:pt x="256042" y="61574"/>
                  </a:lnTo>
                  <a:cubicBezTo>
                    <a:pt x="254645" y="55986"/>
                    <a:pt x="251851" y="53192"/>
                    <a:pt x="249057" y="50398"/>
                  </a:cubicBezTo>
                  <a:lnTo>
                    <a:pt x="240675" y="42016"/>
                  </a:lnTo>
                  <a:cubicBezTo>
                    <a:pt x="235087" y="35031"/>
                    <a:pt x="233690" y="33634"/>
                    <a:pt x="233690" y="33634"/>
                  </a:cubicBezTo>
                  <a:cubicBezTo>
                    <a:pt x="221117" y="23855"/>
                    <a:pt x="219720" y="22458"/>
                    <a:pt x="212735" y="18267"/>
                  </a:cubicBezTo>
                  <a:cubicBezTo>
                    <a:pt x="209941" y="15473"/>
                    <a:pt x="207147" y="12679"/>
                    <a:pt x="201559" y="12679"/>
                  </a:cubicBezTo>
                  <a:lnTo>
                    <a:pt x="186192" y="4297"/>
                  </a:lnTo>
                  <a:cubicBezTo>
                    <a:pt x="180604" y="1503"/>
                    <a:pt x="177810" y="1503"/>
                    <a:pt x="176413" y="106"/>
                  </a:cubicBezTo>
                  <a:cubicBezTo>
                    <a:pt x="127518" y="-1291"/>
                    <a:pt x="96784" y="11282"/>
                    <a:pt x="57668" y="28046"/>
                  </a:cubicBezTo>
                  <a:cubicBezTo>
                    <a:pt x="56271" y="30840"/>
                    <a:pt x="53477" y="33634"/>
                    <a:pt x="52080" y="35031"/>
                  </a:cubicBezTo>
                  <a:lnTo>
                    <a:pt x="45095" y="44810"/>
                  </a:lnTo>
                  <a:cubicBezTo>
                    <a:pt x="40904" y="49001"/>
                    <a:pt x="36713" y="54589"/>
                    <a:pt x="31125" y="55986"/>
                  </a:cubicBezTo>
                  <a:cubicBezTo>
                    <a:pt x="25537" y="71353"/>
                    <a:pt x="14361" y="82529"/>
                    <a:pt x="10170" y="95102"/>
                  </a:cubicBezTo>
                  <a:cubicBezTo>
                    <a:pt x="1788" y="118851"/>
                    <a:pt x="391" y="131424"/>
                    <a:pt x="391" y="145394"/>
                  </a:cubicBezTo>
                  <a:cubicBezTo>
                    <a:pt x="-1006" y="150982"/>
                    <a:pt x="1788" y="156570"/>
                    <a:pt x="1788" y="162158"/>
                  </a:cubicBezTo>
                  <a:lnTo>
                    <a:pt x="391" y="178922"/>
                  </a:lnTo>
                  <a:cubicBezTo>
                    <a:pt x="-1006" y="215244"/>
                    <a:pt x="10170" y="245978"/>
                    <a:pt x="26934" y="278109"/>
                  </a:cubicBezTo>
                  <a:cubicBezTo>
                    <a:pt x="39507" y="314431"/>
                    <a:pt x="67447" y="336783"/>
                    <a:pt x="103769" y="335386"/>
                  </a:cubicBezTo>
                  <a:lnTo>
                    <a:pt x="112151" y="338180"/>
                  </a:lnTo>
                  <a:cubicBezTo>
                    <a:pt x="126121" y="336783"/>
                    <a:pt x="144282" y="336783"/>
                    <a:pt x="158252" y="329798"/>
                  </a:cubicBezTo>
                  <a:lnTo>
                    <a:pt x="168031" y="329798"/>
                  </a:lnTo>
                  <a:cubicBezTo>
                    <a:pt x="191780" y="317225"/>
                    <a:pt x="229499" y="311637"/>
                    <a:pt x="242072" y="286491"/>
                  </a:cubicBezTo>
                  <a:cubicBezTo>
                    <a:pt x="265821" y="268330"/>
                    <a:pt x="275600" y="240390"/>
                    <a:pt x="275600" y="211053"/>
                  </a:cubicBezTo>
                  <a:lnTo>
                    <a:pt x="276997" y="204068"/>
                  </a:lnTo>
                  <a:cubicBezTo>
                    <a:pt x="279791" y="201274"/>
                    <a:pt x="279791" y="198480"/>
                    <a:pt x="281188" y="194289"/>
                  </a:cubicBezTo>
                  <a:lnTo>
                    <a:pt x="283982" y="185907"/>
                  </a:lnTo>
                  <a:cubicBezTo>
                    <a:pt x="279791" y="167746"/>
                    <a:pt x="281188" y="166349"/>
                    <a:pt x="283982" y="149585"/>
                  </a:cubicBezTo>
                  <a:cubicBezTo>
                    <a:pt x="286776" y="135615"/>
                    <a:pt x="281188" y="121645"/>
                    <a:pt x="275600" y="107675"/>
                  </a:cubicBezTo>
                  <a:cubicBezTo>
                    <a:pt x="272806" y="89514"/>
                    <a:pt x="268615" y="76941"/>
                    <a:pt x="258836" y="6855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BE67540-487D-485E-AD62-BB720ABB8E33}"/>
                </a:ext>
              </a:extLst>
            </p:cNvPr>
            <p:cNvSpPr/>
            <p:nvPr/>
          </p:nvSpPr>
          <p:spPr>
            <a:xfrm>
              <a:off x="7814436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8FB2453-3975-4E76-BAFD-F1D1D63A976D}"/>
                </a:ext>
              </a:extLst>
            </p:cNvPr>
            <p:cNvSpPr/>
            <p:nvPr/>
          </p:nvSpPr>
          <p:spPr>
            <a:xfrm>
              <a:off x="7787894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281B95-76EB-4727-B572-1B9EA1FF6BB3}"/>
                </a:ext>
              </a:extLst>
            </p:cNvPr>
            <p:cNvSpPr/>
            <p:nvPr/>
          </p:nvSpPr>
          <p:spPr>
            <a:xfrm>
              <a:off x="7139685" y="4415066"/>
              <a:ext cx="339216" cy="392645"/>
            </a:xfrm>
            <a:custGeom>
              <a:avLst/>
              <a:gdLst>
                <a:gd name="connsiteX0" fmla="*/ 329692 w 339216"/>
                <a:gd name="connsiteY0" fmla="*/ 127215 h 392645"/>
                <a:gd name="connsiteX1" fmla="*/ 308737 w 339216"/>
                <a:gd name="connsiteY1" fmla="*/ 79717 h 392645"/>
                <a:gd name="connsiteX2" fmla="*/ 294767 w 339216"/>
                <a:gd name="connsiteY2" fmla="*/ 58762 h 392645"/>
                <a:gd name="connsiteX3" fmla="*/ 287782 w 339216"/>
                <a:gd name="connsiteY3" fmla="*/ 51777 h 392645"/>
                <a:gd name="connsiteX4" fmla="*/ 271018 w 339216"/>
                <a:gd name="connsiteY4" fmla="*/ 36410 h 392645"/>
                <a:gd name="connsiteX5" fmla="*/ 258445 w 339216"/>
                <a:gd name="connsiteY5" fmla="*/ 25234 h 392645"/>
                <a:gd name="connsiteX6" fmla="*/ 236093 w 339216"/>
                <a:gd name="connsiteY6" fmla="*/ 14058 h 392645"/>
                <a:gd name="connsiteX7" fmla="*/ 226314 w 339216"/>
                <a:gd name="connsiteY7" fmla="*/ 9867 h 392645"/>
                <a:gd name="connsiteX8" fmla="*/ 199771 w 339216"/>
                <a:gd name="connsiteY8" fmla="*/ 88 h 392645"/>
                <a:gd name="connsiteX9" fmla="*/ 68453 w 339216"/>
                <a:gd name="connsiteY9" fmla="*/ 35013 h 392645"/>
                <a:gd name="connsiteX10" fmla="*/ 57277 w 339216"/>
                <a:gd name="connsiteY10" fmla="*/ 47586 h 392645"/>
                <a:gd name="connsiteX11" fmla="*/ 47498 w 339216"/>
                <a:gd name="connsiteY11" fmla="*/ 60159 h 392645"/>
                <a:gd name="connsiteX12" fmla="*/ 33528 w 339216"/>
                <a:gd name="connsiteY12" fmla="*/ 78320 h 392645"/>
                <a:gd name="connsiteX13" fmla="*/ 27940 w 339216"/>
                <a:gd name="connsiteY13" fmla="*/ 88099 h 392645"/>
                <a:gd name="connsiteX14" fmla="*/ 11176 w 339216"/>
                <a:gd name="connsiteY14" fmla="*/ 120230 h 392645"/>
                <a:gd name="connsiteX15" fmla="*/ 11176 w 339216"/>
                <a:gd name="connsiteY15" fmla="*/ 127215 h 392645"/>
                <a:gd name="connsiteX16" fmla="*/ 0 w 339216"/>
                <a:gd name="connsiteY16" fmla="*/ 173316 h 392645"/>
                <a:gd name="connsiteX17" fmla="*/ 1397 w 339216"/>
                <a:gd name="connsiteY17" fmla="*/ 192874 h 392645"/>
                <a:gd name="connsiteX18" fmla="*/ 1397 w 339216"/>
                <a:gd name="connsiteY18" fmla="*/ 205447 h 392645"/>
                <a:gd name="connsiteX19" fmla="*/ 30734 w 339216"/>
                <a:gd name="connsiteY19" fmla="*/ 317207 h 392645"/>
                <a:gd name="connsiteX20" fmla="*/ 127127 w 339216"/>
                <a:gd name="connsiteY20" fmla="*/ 389851 h 392645"/>
                <a:gd name="connsiteX21" fmla="*/ 143891 w 339216"/>
                <a:gd name="connsiteY21" fmla="*/ 392645 h 392645"/>
                <a:gd name="connsiteX22" fmla="*/ 196977 w 339216"/>
                <a:gd name="connsiteY22" fmla="*/ 384263 h 392645"/>
                <a:gd name="connsiteX23" fmla="*/ 208153 w 339216"/>
                <a:gd name="connsiteY23" fmla="*/ 380072 h 392645"/>
                <a:gd name="connsiteX24" fmla="*/ 291973 w 339216"/>
                <a:gd name="connsiteY24" fmla="*/ 329780 h 392645"/>
                <a:gd name="connsiteX25" fmla="*/ 329692 w 339216"/>
                <a:gd name="connsiteY25" fmla="*/ 241769 h 392645"/>
                <a:gd name="connsiteX26" fmla="*/ 335280 w 339216"/>
                <a:gd name="connsiteY26" fmla="*/ 229196 h 392645"/>
                <a:gd name="connsiteX27" fmla="*/ 338074 w 339216"/>
                <a:gd name="connsiteY27" fmla="*/ 215226 h 392645"/>
                <a:gd name="connsiteX28" fmla="*/ 335280 w 339216"/>
                <a:gd name="connsiteY28" fmla="*/ 199859 h 392645"/>
                <a:gd name="connsiteX29" fmla="*/ 338074 w 339216"/>
                <a:gd name="connsiteY29" fmla="*/ 183095 h 392645"/>
                <a:gd name="connsiteX30" fmla="*/ 329692 w 339216"/>
                <a:gd name="connsiteY30" fmla="*/ 127215 h 392645"/>
                <a:gd name="connsiteX31" fmla="*/ 311531 w 339216"/>
                <a:gd name="connsiteY31" fmla="*/ 177507 h 392645"/>
                <a:gd name="connsiteX32" fmla="*/ 311531 w 339216"/>
                <a:gd name="connsiteY32" fmla="*/ 213829 h 392645"/>
                <a:gd name="connsiteX33" fmla="*/ 308737 w 339216"/>
                <a:gd name="connsiteY33" fmla="*/ 222211 h 392645"/>
                <a:gd name="connsiteX34" fmla="*/ 304546 w 339216"/>
                <a:gd name="connsiteY34" fmla="*/ 231990 h 392645"/>
                <a:gd name="connsiteX35" fmla="*/ 303149 w 339216"/>
                <a:gd name="connsiteY35" fmla="*/ 238975 h 392645"/>
                <a:gd name="connsiteX36" fmla="*/ 269621 w 339216"/>
                <a:gd name="connsiteY36" fmla="*/ 314413 h 392645"/>
                <a:gd name="connsiteX37" fmla="*/ 195580 w 339216"/>
                <a:gd name="connsiteY37" fmla="*/ 357720 h 392645"/>
                <a:gd name="connsiteX38" fmla="*/ 185801 w 339216"/>
                <a:gd name="connsiteY38" fmla="*/ 357720 h 392645"/>
                <a:gd name="connsiteX39" fmla="*/ 139700 w 339216"/>
                <a:gd name="connsiteY39" fmla="*/ 366102 h 392645"/>
                <a:gd name="connsiteX40" fmla="*/ 131318 w 339216"/>
                <a:gd name="connsiteY40" fmla="*/ 363308 h 392645"/>
                <a:gd name="connsiteX41" fmla="*/ 54483 w 339216"/>
                <a:gd name="connsiteY41" fmla="*/ 306031 h 392645"/>
                <a:gd name="connsiteX42" fmla="*/ 27940 w 339216"/>
                <a:gd name="connsiteY42" fmla="*/ 206844 h 392645"/>
                <a:gd name="connsiteX43" fmla="*/ 29337 w 339216"/>
                <a:gd name="connsiteY43" fmla="*/ 190080 h 392645"/>
                <a:gd name="connsiteX44" fmla="*/ 27940 w 339216"/>
                <a:gd name="connsiteY44" fmla="*/ 173316 h 392645"/>
                <a:gd name="connsiteX45" fmla="*/ 37719 w 339216"/>
                <a:gd name="connsiteY45" fmla="*/ 123024 h 392645"/>
                <a:gd name="connsiteX46" fmla="*/ 58674 w 339216"/>
                <a:gd name="connsiteY46" fmla="*/ 83908 h 392645"/>
                <a:gd name="connsiteX47" fmla="*/ 72644 w 339216"/>
                <a:gd name="connsiteY47" fmla="*/ 72732 h 392645"/>
                <a:gd name="connsiteX48" fmla="*/ 79629 w 339216"/>
                <a:gd name="connsiteY48" fmla="*/ 62953 h 392645"/>
                <a:gd name="connsiteX49" fmla="*/ 85217 w 339216"/>
                <a:gd name="connsiteY49" fmla="*/ 55968 h 392645"/>
                <a:gd name="connsiteX50" fmla="*/ 203962 w 339216"/>
                <a:gd name="connsiteY50" fmla="*/ 28028 h 392645"/>
                <a:gd name="connsiteX51" fmla="*/ 213741 w 339216"/>
                <a:gd name="connsiteY51" fmla="*/ 32219 h 392645"/>
                <a:gd name="connsiteX52" fmla="*/ 229108 w 339216"/>
                <a:gd name="connsiteY52" fmla="*/ 40601 h 392645"/>
                <a:gd name="connsiteX53" fmla="*/ 240284 w 339216"/>
                <a:gd name="connsiteY53" fmla="*/ 46189 h 392645"/>
                <a:gd name="connsiteX54" fmla="*/ 261239 w 339216"/>
                <a:gd name="connsiteY54" fmla="*/ 61556 h 392645"/>
                <a:gd name="connsiteX55" fmla="*/ 268224 w 339216"/>
                <a:gd name="connsiteY55" fmla="*/ 69938 h 392645"/>
                <a:gd name="connsiteX56" fmla="*/ 276606 w 339216"/>
                <a:gd name="connsiteY56" fmla="*/ 78320 h 392645"/>
                <a:gd name="connsiteX57" fmla="*/ 283591 w 339216"/>
                <a:gd name="connsiteY57" fmla="*/ 89496 h 392645"/>
                <a:gd name="connsiteX58" fmla="*/ 286385 w 339216"/>
                <a:gd name="connsiteY58" fmla="*/ 96481 h 392645"/>
                <a:gd name="connsiteX59" fmla="*/ 303149 w 339216"/>
                <a:gd name="connsiteY59" fmla="*/ 135597 h 392645"/>
                <a:gd name="connsiteX60" fmla="*/ 311531 w 339216"/>
                <a:gd name="connsiteY60" fmla="*/ 177507 h 39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39216" h="392645">
                  <a:moveTo>
                    <a:pt x="329692" y="127215"/>
                  </a:moveTo>
                  <a:cubicBezTo>
                    <a:pt x="326898" y="110451"/>
                    <a:pt x="319913" y="93687"/>
                    <a:pt x="308737" y="79717"/>
                  </a:cubicBezTo>
                  <a:cubicBezTo>
                    <a:pt x="305943" y="69938"/>
                    <a:pt x="298958" y="62953"/>
                    <a:pt x="294767" y="58762"/>
                  </a:cubicBezTo>
                  <a:lnTo>
                    <a:pt x="287782" y="51777"/>
                  </a:lnTo>
                  <a:cubicBezTo>
                    <a:pt x="283591" y="46189"/>
                    <a:pt x="278003" y="39204"/>
                    <a:pt x="271018" y="36410"/>
                  </a:cubicBezTo>
                  <a:cubicBezTo>
                    <a:pt x="262636" y="28028"/>
                    <a:pt x="268224" y="33616"/>
                    <a:pt x="258445" y="25234"/>
                  </a:cubicBezTo>
                  <a:cubicBezTo>
                    <a:pt x="252857" y="21043"/>
                    <a:pt x="245872" y="16852"/>
                    <a:pt x="236093" y="14058"/>
                  </a:cubicBezTo>
                  <a:lnTo>
                    <a:pt x="226314" y="9867"/>
                  </a:lnTo>
                  <a:cubicBezTo>
                    <a:pt x="217932" y="4279"/>
                    <a:pt x="210947" y="1485"/>
                    <a:pt x="199771" y="88"/>
                  </a:cubicBezTo>
                  <a:cubicBezTo>
                    <a:pt x="150876" y="-1309"/>
                    <a:pt x="117348" y="14058"/>
                    <a:pt x="68453" y="35013"/>
                  </a:cubicBezTo>
                  <a:cubicBezTo>
                    <a:pt x="64262" y="39204"/>
                    <a:pt x="60071" y="43395"/>
                    <a:pt x="57277" y="47586"/>
                  </a:cubicBezTo>
                  <a:lnTo>
                    <a:pt x="47498" y="60159"/>
                  </a:lnTo>
                  <a:cubicBezTo>
                    <a:pt x="40513" y="62953"/>
                    <a:pt x="34925" y="69938"/>
                    <a:pt x="33528" y="78320"/>
                  </a:cubicBezTo>
                  <a:lnTo>
                    <a:pt x="27940" y="88099"/>
                  </a:lnTo>
                  <a:cubicBezTo>
                    <a:pt x="20955" y="97878"/>
                    <a:pt x="13970" y="106260"/>
                    <a:pt x="11176" y="120230"/>
                  </a:cubicBezTo>
                  <a:lnTo>
                    <a:pt x="11176" y="127215"/>
                  </a:lnTo>
                  <a:cubicBezTo>
                    <a:pt x="2794" y="142582"/>
                    <a:pt x="0" y="157949"/>
                    <a:pt x="0" y="173316"/>
                  </a:cubicBezTo>
                  <a:cubicBezTo>
                    <a:pt x="0" y="178904"/>
                    <a:pt x="1397" y="184492"/>
                    <a:pt x="1397" y="192874"/>
                  </a:cubicBezTo>
                  <a:lnTo>
                    <a:pt x="1397" y="205447"/>
                  </a:lnTo>
                  <a:cubicBezTo>
                    <a:pt x="-1397" y="247357"/>
                    <a:pt x="11176" y="280885"/>
                    <a:pt x="30734" y="317207"/>
                  </a:cubicBezTo>
                  <a:cubicBezTo>
                    <a:pt x="44704" y="359117"/>
                    <a:pt x="81026" y="389851"/>
                    <a:pt x="127127" y="389851"/>
                  </a:cubicBezTo>
                  <a:cubicBezTo>
                    <a:pt x="132715" y="392645"/>
                    <a:pt x="138303" y="392645"/>
                    <a:pt x="143891" y="392645"/>
                  </a:cubicBezTo>
                  <a:cubicBezTo>
                    <a:pt x="160655" y="391248"/>
                    <a:pt x="177419" y="389851"/>
                    <a:pt x="196977" y="384263"/>
                  </a:cubicBezTo>
                  <a:cubicBezTo>
                    <a:pt x="201168" y="382866"/>
                    <a:pt x="203962" y="381469"/>
                    <a:pt x="208153" y="380072"/>
                  </a:cubicBezTo>
                  <a:cubicBezTo>
                    <a:pt x="238887" y="364705"/>
                    <a:pt x="272415" y="363308"/>
                    <a:pt x="291973" y="329780"/>
                  </a:cubicBezTo>
                  <a:cubicBezTo>
                    <a:pt x="318516" y="308825"/>
                    <a:pt x="329692" y="275297"/>
                    <a:pt x="329692" y="241769"/>
                  </a:cubicBezTo>
                  <a:cubicBezTo>
                    <a:pt x="332486" y="237578"/>
                    <a:pt x="333883" y="234784"/>
                    <a:pt x="335280" y="229196"/>
                  </a:cubicBezTo>
                  <a:lnTo>
                    <a:pt x="338074" y="215226"/>
                  </a:lnTo>
                  <a:cubicBezTo>
                    <a:pt x="339471" y="209638"/>
                    <a:pt x="338074" y="204050"/>
                    <a:pt x="335280" y="199859"/>
                  </a:cubicBezTo>
                  <a:cubicBezTo>
                    <a:pt x="336207" y="195198"/>
                    <a:pt x="337147" y="189610"/>
                    <a:pt x="338074" y="183095"/>
                  </a:cubicBezTo>
                  <a:cubicBezTo>
                    <a:pt x="342265" y="160743"/>
                    <a:pt x="333883" y="141185"/>
                    <a:pt x="329692" y="127215"/>
                  </a:cubicBezTo>
                  <a:close/>
                  <a:moveTo>
                    <a:pt x="311531" y="177507"/>
                  </a:moveTo>
                  <a:cubicBezTo>
                    <a:pt x="308737" y="194271"/>
                    <a:pt x="307340" y="195668"/>
                    <a:pt x="311531" y="213829"/>
                  </a:cubicBezTo>
                  <a:lnTo>
                    <a:pt x="308737" y="222211"/>
                  </a:lnTo>
                  <a:cubicBezTo>
                    <a:pt x="307340" y="226402"/>
                    <a:pt x="307340" y="229196"/>
                    <a:pt x="304546" y="231990"/>
                  </a:cubicBezTo>
                  <a:lnTo>
                    <a:pt x="303149" y="238975"/>
                  </a:lnTo>
                  <a:cubicBezTo>
                    <a:pt x="303149" y="268312"/>
                    <a:pt x="293370" y="296252"/>
                    <a:pt x="269621" y="314413"/>
                  </a:cubicBezTo>
                  <a:cubicBezTo>
                    <a:pt x="257048" y="339559"/>
                    <a:pt x="219329" y="345147"/>
                    <a:pt x="195580" y="357720"/>
                  </a:cubicBezTo>
                  <a:lnTo>
                    <a:pt x="185801" y="357720"/>
                  </a:lnTo>
                  <a:cubicBezTo>
                    <a:pt x="171831" y="364705"/>
                    <a:pt x="153670" y="364705"/>
                    <a:pt x="139700" y="366102"/>
                  </a:cubicBezTo>
                  <a:lnTo>
                    <a:pt x="131318" y="363308"/>
                  </a:lnTo>
                  <a:cubicBezTo>
                    <a:pt x="94996" y="364705"/>
                    <a:pt x="67056" y="342353"/>
                    <a:pt x="54483" y="306031"/>
                  </a:cubicBezTo>
                  <a:cubicBezTo>
                    <a:pt x="37719" y="273900"/>
                    <a:pt x="26543" y="243166"/>
                    <a:pt x="27940" y="206844"/>
                  </a:cubicBezTo>
                  <a:lnTo>
                    <a:pt x="29337" y="190080"/>
                  </a:lnTo>
                  <a:cubicBezTo>
                    <a:pt x="29337" y="184492"/>
                    <a:pt x="26543" y="178904"/>
                    <a:pt x="27940" y="173316"/>
                  </a:cubicBezTo>
                  <a:cubicBezTo>
                    <a:pt x="27940" y="159346"/>
                    <a:pt x="29337" y="146773"/>
                    <a:pt x="37719" y="123024"/>
                  </a:cubicBezTo>
                  <a:cubicBezTo>
                    <a:pt x="41910" y="110451"/>
                    <a:pt x="53086" y="99275"/>
                    <a:pt x="58674" y="83908"/>
                  </a:cubicBezTo>
                  <a:cubicBezTo>
                    <a:pt x="64262" y="82511"/>
                    <a:pt x="68453" y="76923"/>
                    <a:pt x="72644" y="72732"/>
                  </a:cubicBezTo>
                  <a:lnTo>
                    <a:pt x="79629" y="62953"/>
                  </a:lnTo>
                  <a:cubicBezTo>
                    <a:pt x="81026" y="61556"/>
                    <a:pt x="83820" y="58762"/>
                    <a:pt x="85217" y="55968"/>
                  </a:cubicBezTo>
                  <a:cubicBezTo>
                    <a:pt x="124333" y="39204"/>
                    <a:pt x="155067" y="26631"/>
                    <a:pt x="203962" y="28028"/>
                  </a:cubicBezTo>
                  <a:cubicBezTo>
                    <a:pt x="205359" y="29425"/>
                    <a:pt x="208153" y="29425"/>
                    <a:pt x="213741" y="32219"/>
                  </a:cubicBezTo>
                  <a:lnTo>
                    <a:pt x="229108" y="40601"/>
                  </a:lnTo>
                  <a:cubicBezTo>
                    <a:pt x="234696" y="40601"/>
                    <a:pt x="237490" y="43395"/>
                    <a:pt x="240284" y="46189"/>
                  </a:cubicBezTo>
                  <a:cubicBezTo>
                    <a:pt x="247269" y="50380"/>
                    <a:pt x="248666" y="51777"/>
                    <a:pt x="261239" y="61556"/>
                  </a:cubicBezTo>
                  <a:cubicBezTo>
                    <a:pt x="261239" y="61556"/>
                    <a:pt x="262636" y="62953"/>
                    <a:pt x="268224" y="69938"/>
                  </a:cubicBezTo>
                  <a:lnTo>
                    <a:pt x="276606" y="78320"/>
                  </a:lnTo>
                  <a:cubicBezTo>
                    <a:pt x="279400" y="81114"/>
                    <a:pt x="282194" y="83908"/>
                    <a:pt x="283591" y="89496"/>
                  </a:cubicBezTo>
                  <a:lnTo>
                    <a:pt x="286385" y="96481"/>
                  </a:lnTo>
                  <a:cubicBezTo>
                    <a:pt x="296164" y="104863"/>
                    <a:pt x="300355" y="117436"/>
                    <a:pt x="303149" y="135597"/>
                  </a:cubicBezTo>
                  <a:cubicBezTo>
                    <a:pt x="308737" y="149567"/>
                    <a:pt x="314325" y="163537"/>
                    <a:pt x="311531" y="17750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82212985-8610-4C01-9A3D-6CDE57A56499}"/>
                </a:ext>
              </a:extLst>
            </p:cNvPr>
            <p:cNvSpPr/>
            <p:nvPr/>
          </p:nvSpPr>
          <p:spPr>
            <a:xfrm>
              <a:off x="6955282" y="4258112"/>
              <a:ext cx="704088" cy="1029388"/>
            </a:xfrm>
            <a:custGeom>
              <a:avLst/>
              <a:gdLst>
                <a:gd name="connsiteX0" fmla="*/ 701294 w 704088"/>
                <a:gd name="connsiteY0" fmla="*/ 414091 h 1029388"/>
                <a:gd name="connsiteX1" fmla="*/ 704088 w 704088"/>
                <a:gd name="connsiteY1" fmla="*/ 394533 h 1029388"/>
                <a:gd name="connsiteX2" fmla="*/ 701294 w 704088"/>
                <a:gd name="connsiteY2" fmla="*/ 384754 h 1029388"/>
                <a:gd name="connsiteX3" fmla="*/ 701294 w 704088"/>
                <a:gd name="connsiteY3" fmla="*/ 372181 h 1029388"/>
                <a:gd name="connsiteX4" fmla="*/ 699897 w 704088"/>
                <a:gd name="connsiteY4" fmla="*/ 361005 h 1029388"/>
                <a:gd name="connsiteX5" fmla="*/ 694309 w 704088"/>
                <a:gd name="connsiteY5" fmla="*/ 323286 h 1029388"/>
                <a:gd name="connsiteX6" fmla="*/ 694309 w 704088"/>
                <a:gd name="connsiteY6" fmla="*/ 307919 h 1029388"/>
                <a:gd name="connsiteX7" fmla="*/ 660781 w 704088"/>
                <a:gd name="connsiteY7" fmla="*/ 198953 h 1029388"/>
                <a:gd name="connsiteX8" fmla="*/ 653796 w 704088"/>
                <a:gd name="connsiteY8" fmla="*/ 183586 h 1029388"/>
                <a:gd name="connsiteX9" fmla="*/ 637032 w 704088"/>
                <a:gd name="connsiteY9" fmla="*/ 155646 h 1029388"/>
                <a:gd name="connsiteX10" fmla="*/ 571373 w 704088"/>
                <a:gd name="connsiteY10" fmla="*/ 77414 h 1029388"/>
                <a:gd name="connsiteX11" fmla="*/ 518287 w 704088"/>
                <a:gd name="connsiteY11" fmla="*/ 45283 h 1029388"/>
                <a:gd name="connsiteX12" fmla="*/ 497332 w 704088"/>
                <a:gd name="connsiteY12" fmla="*/ 32710 h 1029388"/>
                <a:gd name="connsiteX13" fmla="*/ 483362 w 704088"/>
                <a:gd name="connsiteY13" fmla="*/ 28519 h 1029388"/>
                <a:gd name="connsiteX14" fmla="*/ 374396 w 704088"/>
                <a:gd name="connsiteY14" fmla="*/ 579 h 1029388"/>
                <a:gd name="connsiteX15" fmla="*/ 332486 w 704088"/>
                <a:gd name="connsiteY15" fmla="*/ 1976 h 1029388"/>
                <a:gd name="connsiteX16" fmla="*/ 322707 w 704088"/>
                <a:gd name="connsiteY16" fmla="*/ 579 h 1029388"/>
                <a:gd name="connsiteX17" fmla="*/ 272415 w 704088"/>
                <a:gd name="connsiteY17" fmla="*/ 11755 h 1029388"/>
                <a:gd name="connsiteX18" fmla="*/ 159258 w 704088"/>
                <a:gd name="connsiteY18" fmla="*/ 52268 h 1029388"/>
                <a:gd name="connsiteX19" fmla="*/ 97790 w 704088"/>
                <a:gd name="connsiteY19" fmla="*/ 112339 h 1029388"/>
                <a:gd name="connsiteX20" fmla="*/ 68453 w 704088"/>
                <a:gd name="connsiteY20" fmla="*/ 144470 h 1029388"/>
                <a:gd name="connsiteX21" fmla="*/ 9779 w 704088"/>
                <a:gd name="connsiteY21" fmla="*/ 264612 h 1029388"/>
                <a:gd name="connsiteX22" fmla="*/ 2794 w 704088"/>
                <a:gd name="connsiteY22" fmla="*/ 307919 h 1029388"/>
                <a:gd name="connsiteX23" fmla="*/ 0 w 704088"/>
                <a:gd name="connsiteY23" fmla="*/ 340050 h 1029388"/>
                <a:gd name="connsiteX24" fmla="*/ 16764 w 704088"/>
                <a:gd name="connsiteY24" fmla="*/ 454604 h 1029388"/>
                <a:gd name="connsiteX25" fmla="*/ 53086 w 704088"/>
                <a:gd name="connsiteY25" fmla="*/ 524454 h 1029388"/>
                <a:gd name="connsiteX26" fmla="*/ 117348 w 704088"/>
                <a:gd name="connsiteY26" fmla="*/ 606877 h 1029388"/>
                <a:gd name="connsiteX27" fmla="*/ 125730 w 704088"/>
                <a:gd name="connsiteY27" fmla="*/ 612465 h 1029388"/>
                <a:gd name="connsiteX28" fmla="*/ 213741 w 704088"/>
                <a:gd name="connsiteY28" fmla="*/ 652978 h 1029388"/>
                <a:gd name="connsiteX29" fmla="*/ 248666 w 704088"/>
                <a:gd name="connsiteY29" fmla="*/ 664154 h 1029388"/>
                <a:gd name="connsiteX30" fmla="*/ 392557 w 704088"/>
                <a:gd name="connsiteY30" fmla="*/ 652978 h 1029388"/>
                <a:gd name="connsiteX31" fmla="*/ 440055 w 704088"/>
                <a:gd name="connsiteY31" fmla="*/ 643199 h 1029388"/>
                <a:gd name="connsiteX32" fmla="*/ 455422 w 704088"/>
                <a:gd name="connsiteY32" fmla="*/ 639008 h 1029388"/>
                <a:gd name="connsiteX33" fmla="*/ 462407 w 704088"/>
                <a:gd name="connsiteY33" fmla="*/ 633420 h 1029388"/>
                <a:gd name="connsiteX34" fmla="*/ 470789 w 704088"/>
                <a:gd name="connsiteY34" fmla="*/ 629229 h 1029388"/>
                <a:gd name="connsiteX35" fmla="*/ 480568 w 704088"/>
                <a:gd name="connsiteY35" fmla="*/ 623641 h 1029388"/>
                <a:gd name="connsiteX36" fmla="*/ 493141 w 704088"/>
                <a:gd name="connsiteY36" fmla="*/ 616656 h 1029388"/>
                <a:gd name="connsiteX37" fmla="*/ 511302 w 704088"/>
                <a:gd name="connsiteY37" fmla="*/ 605480 h 1029388"/>
                <a:gd name="connsiteX38" fmla="*/ 511302 w 704088"/>
                <a:gd name="connsiteY38" fmla="*/ 639008 h 1029388"/>
                <a:gd name="connsiteX39" fmla="*/ 502920 w 704088"/>
                <a:gd name="connsiteY39" fmla="*/ 710255 h 1029388"/>
                <a:gd name="connsiteX40" fmla="*/ 498729 w 704088"/>
                <a:gd name="connsiteY40" fmla="*/ 718637 h 1029388"/>
                <a:gd name="connsiteX41" fmla="*/ 493141 w 704088"/>
                <a:gd name="connsiteY41" fmla="*/ 736798 h 1029388"/>
                <a:gd name="connsiteX42" fmla="*/ 487553 w 704088"/>
                <a:gd name="connsiteY42" fmla="*/ 746577 h 1029388"/>
                <a:gd name="connsiteX43" fmla="*/ 444246 w 704088"/>
                <a:gd name="connsiteY43" fmla="*/ 808045 h 1029388"/>
                <a:gd name="connsiteX44" fmla="*/ 434467 w 704088"/>
                <a:gd name="connsiteY44" fmla="*/ 815030 h 1029388"/>
                <a:gd name="connsiteX45" fmla="*/ 427482 w 704088"/>
                <a:gd name="connsiteY45" fmla="*/ 822015 h 1029388"/>
                <a:gd name="connsiteX46" fmla="*/ 386969 w 704088"/>
                <a:gd name="connsiteY46" fmla="*/ 847161 h 1029388"/>
                <a:gd name="connsiteX47" fmla="*/ 364617 w 704088"/>
                <a:gd name="connsiteY47" fmla="*/ 851352 h 1029388"/>
                <a:gd name="connsiteX48" fmla="*/ 356235 w 704088"/>
                <a:gd name="connsiteY48" fmla="*/ 852749 h 1029388"/>
                <a:gd name="connsiteX49" fmla="*/ 336677 w 704088"/>
                <a:gd name="connsiteY49" fmla="*/ 851352 h 1029388"/>
                <a:gd name="connsiteX50" fmla="*/ 245872 w 704088"/>
                <a:gd name="connsiteY50" fmla="*/ 794075 h 1029388"/>
                <a:gd name="connsiteX51" fmla="*/ 236093 w 704088"/>
                <a:gd name="connsiteY51" fmla="*/ 780105 h 1029388"/>
                <a:gd name="connsiteX52" fmla="*/ 230505 w 704088"/>
                <a:gd name="connsiteY52" fmla="*/ 763341 h 1029388"/>
                <a:gd name="connsiteX53" fmla="*/ 226314 w 704088"/>
                <a:gd name="connsiteY53" fmla="*/ 756356 h 1029388"/>
                <a:gd name="connsiteX54" fmla="*/ 217932 w 704088"/>
                <a:gd name="connsiteY54" fmla="*/ 740989 h 1029388"/>
                <a:gd name="connsiteX55" fmla="*/ 194183 w 704088"/>
                <a:gd name="connsiteY55" fmla="*/ 731210 h 1029388"/>
                <a:gd name="connsiteX56" fmla="*/ 134112 w 704088"/>
                <a:gd name="connsiteY56" fmla="*/ 727019 h 1029388"/>
                <a:gd name="connsiteX57" fmla="*/ 25146 w 704088"/>
                <a:gd name="connsiteY57" fmla="*/ 727019 h 1029388"/>
                <a:gd name="connsiteX58" fmla="*/ 43307 w 704088"/>
                <a:gd name="connsiteY58" fmla="*/ 859734 h 1029388"/>
                <a:gd name="connsiteX59" fmla="*/ 48895 w 704088"/>
                <a:gd name="connsiteY59" fmla="*/ 870910 h 1029388"/>
                <a:gd name="connsiteX60" fmla="*/ 156464 w 704088"/>
                <a:gd name="connsiteY60" fmla="*/ 977082 h 1029388"/>
                <a:gd name="connsiteX61" fmla="*/ 286385 w 704088"/>
                <a:gd name="connsiteY61" fmla="*/ 1025977 h 1029388"/>
                <a:gd name="connsiteX62" fmla="*/ 317119 w 704088"/>
                <a:gd name="connsiteY62" fmla="*/ 1028771 h 1029388"/>
                <a:gd name="connsiteX63" fmla="*/ 452628 w 704088"/>
                <a:gd name="connsiteY63" fmla="*/ 1005022 h 1029388"/>
                <a:gd name="connsiteX64" fmla="*/ 504317 w 704088"/>
                <a:gd name="connsiteY64" fmla="*/ 981273 h 1029388"/>
                <a:gd name="connsiteX65" fmla="*/ 539242 w 704088"/>
                <a:gd name="connsiteY65" fmla="*/ 964509 h 1029388"/>
                <a:gd name="connsiteX66" fmla="*/ 564388 w 704088"/>
                <a:gd name="connsiteY66" fmla="*/ 946348 h 1029388"/>
                <a:gd name="connsiteX67" fmla="*/ 575564 w 704088"/>
                <a:gd name="connsiteY67" fmla="*/ 937966 h 1029388"/>
                <a:gd name="connsiteX68" fmla="*/ 590931 w 704088"/>
                <a:gd name="connsiteY68" fmla="*/ 923996 h 1029388"/>
                <a:gd name="connsiteX69" fmla="*/ 620268 w 704088"/>
                <a:gd name="connsiteY69" fmla="*/ 887674 h 1029388"/>
                <a:gd name="connsiteX70" fmla="*/ 637032 w 704088"/>
                <a:gd name="connsiteY70" fmla="*/ 851352 h 1029388"/>
                <a:gd name="connsiteX71" fmla="*/ 651002 w 704088"/>
                <a:gd name="connsiteY71" fmla="*/ 822015 h 1029388"/>
                <a:gd name="connsiteX72" fmla="*/ 666369 w 704088"/>
                <a:gd name="connsiteY72" fmla="*/ 785693 h 1029388"/>
                <a:gd name="connsiteX73" fmla="*/ 671957 w 704088"/>
                <a:gd name="connsiteY73" fmla="*/ 768929 h 1029388"/>
                <a:gd name="connsiteX74" fmla="*/ 685927 w 704088"/>
                <a:gd name="connsiteY74" fmla="*/ 683712 h 1029388"/>
                <a:gd name="connsiteX75" fmla="*/ 697103 w 704088"/>
                <a:gd name="connsiteY75" fmla="*/ 608274 h 1029388"/>
                <a:gd name="connsiteX76" fmla="*/ 699897 w 704088"/>
                <a:gd name="connsiteY76" fmla="*/ 562173 h 1029388"/>
                <a:gd name="connsiteX77" fmla="*/ 701294 w 704088"/>
                <a:gd name="connsiteY77" fmla="*/ 549600 h 1029388"/>
                <a:gd name="connsiteX78" fmla="*/ 699897 w 704088"/>
                <a:gd name="connsiteY78" fmla="*/ 537027 h 1029388"/>
                <a:gd name="connsiteX79" fmla="*/ 702691 w 704088"/>
                <a:gd name="connsiteY79" fmla="*/ 510484 h 1029388"/>
                <a:gd name="connsiteX80" fmla="*/ 701294 w 704088"/>
                <a:gd name="connsiteY80" fmla="*/ 469971 h 1029388"/>
                <a:gd name="connsiteX81" fmla="*/ 701294 w 704088"/>
                <a:gd name="connsiteY81" fmla="*/ 414091 h 1029388"/>
                <a:gd name="connsiteX82" fmla="*/ 676148 w 704088"/>
                <a:gd name="connsiteY82" fmla="*/ 514675 h 1029388"/>
                <a:gd name="connsiteX83" fmla="*/ 674751 w 704088"/>
                <a:gd name="connsiteY83" fmla="*/ 521660 h 1029388"/>
                <a:gd name="connsiteX84" fmla="*/ 673354 w 704088"/>
                <a:gd name="connsiteY84" fmla="*/ 537027 h 1029388"/>
                <a:gd name="connsiteX85" fmla="*/ 674751 w 704088"/>
                <a:gd name="connsiteY85" fmla="*/ 549600 h 1029388"/>
                <a:gd name="connsiteX86" fmla="*/ 673354 w 704088"/>
                <a:gd name="connsiteY86" fmla="*/ 557982 h 1029388"/>
                <a:gd name="connsiteX87" fmla="*/ 670560 w 704088"/>
                <a:gd name="connsiteY87" fmla="*/ 605480 h 1029388"/>
                <a:gd name="connsiteX88" fmla="*/ 659384 w 704088"/>
                <a:gd name="connsiteY88" fmla="*/ 682315 h 1029388"/>
                <a:gd name="connsiteX89" fmla="*/ 645414 w 704088"/>
                <a:gd name="connsiteY89" fmla="*/ 766135 h 1029388"/>
                <a:gd name="connsiteX90" fmla="*/ 642620 w 704088"/>
                <a:gd name="connsiteY90" fmla="*/ 773120 h 1029388"/>
                <a:gd name="connsiteX91" fmla="*/ 625856 w 704088"/>
                <a:gd name="connsiteY91" fmla="*/ 815030 h 1029388"/>
                <a:gd name="connsiteX92" fmla="*/ 618871 w 704088"/>
                <a:gd name="connsiteY92" fmla="*/ 824809 h 1029388"/>
                <a:gd name="connsiteX93" fmla="*/ 611886 w 704088"/>
                <a:gd name="connsiteY93" fmla="*/ 842970 h 1029388"/>
                <a:gd name="connsiteX94" fmla="*/ 596519 w 704088"/>
                <a:gd name="connsiteY94" fmla="*/ 875101 h 1029388"/>
                <a:gd name="connsiteX95" fmla="*/ 569976 w 704088"/>
                <a:gd name="connsiteY95" fmla="*/ 908629 h 1029388"/>
                <a:gd name="connsiteX96" fmla="*/ 560197 w 704088"/>
                <a:gd name="connsiteY96" fmla="*/ 915614 h 1029388"/>
                <a:gd name="connsiteX97" fmla="*/ 547624 w 704088"/>
                <a:gd name="connsiteY97" fmla="*/ 925393 h 1029388"/>
                <a:gd name="connsiteX98" fmla="*/ 540639 w 704088"/>
                <a:gd name="connsiteY98" fmla="*/ 930981 h 1029388"/>
                <a:gd name="connsiteX99" fmla="*/ 535051 w 704088"/>
                <a:gd name="connsiteY99" fmla="*/ 936569 h 1029388"/>
                <a:gd name="connsiteX100" fmla="*/ 525272 w 704088"/>
                <a:gd name="connsiteY100" fmla="*/ 942157 h 1029388"/>
                <a:gd name="connsiteX101" fmla="*/ 488950 w 704088"/>
                <a:gd name="connsiteY101" fmla="*/ 958921 h 1029388"/>
                <a:gd name="connsiteX102" fmla="*/ 442849 w 704088"/>
                <a:gd name="connsiteY102" fmla="*/ 979876 h 1029388"/>
                <a:gd name="connsiteX103" fmla="*/ 319913 w 704088"/>
                <a:gd name="connsiteY103" fmla="*/ 1002228 h 1029388"/>
                <a:gd name="connsiteX104" fmla="*/ 289179 w 704088"/>
                <a:gd name="connsiteY104" fmla="*/ 999434 h 1029388"/>
                <a:gd name="connsiteX105" fmla="*/ 170434 w 704088"/>
                <a:gd name="connsiteY105" fmla="*/ 953333 h 1029388"/>
                <a:gd name="connsiteX106" fmla="*/ 71247 w 704088"/>
                <a:gd name="connsiteY106" fmla="*/ 856940 h 1029388"/>
                <a:gd name="connsiteX107" fmla="*/ 64262 w 704088"/>
                <a:gd name="connsiteY107" fmla="*/ 841573 h 1029388"/>
                <a:gd name="connsiteX108" fmla="*/ 43307 w 704088"/>
                <a:gd name="connsiteY108" fmla="*/ 753562 h 1029388"/>
                <a:gd name="connsiteX109" fmla="*/ 138303 w 704088"/>
                <a:gd name="connsiteY109" fmla="*/ 753562 h 1029388"/>
                <a:gd name="connsiteX110" fmla="*/ 196977 w 704088"/>
                <a:gd name="connsiteY110" fmla="*/ 757753 h 1029388"/>
                <a:gd name="connsiteX111" fmla="*/ 206756 w 704088"/>
                <a:gd name="connsiteY111" fmla="*/ 775914 h 1029388"/>
                <a:gd name="connsiteX112" fmla="*/ 209550 w 704088"/>
                <a:gd name="connsiteY112" fmla="*/ 787090 h 1029388"/>
                <a:gd name="connsiteX113" fmla="*/ 223520 w 704088"/>
                <a:gd name="connsiteY113" fmla="*/ 806648 h 1029388"/>
                <a:gd name="connsiteX114" fmla="*/ 333883 w 704088"/>
                <a:gd name="connsiteY114" fmla="*/ 877895 h 1029388"/>
                <a:gd name="connsiteX115" fmla="*/ 345059 w 704088"/>
                <a:gd name="connsiteY115" fmla="*/ 879292 h 1029388"/>
                <a:gd name="connsiteX116" fmla="*/ 363220 w 704088"/>
                <a:gd name="connsiteY116" fmla="*/ 877895 h 1029388"/>
                <a:gd name="connsiteX117" fmla="*/ 371602 w 704088"/>
                <a:gd name="connsiteY117" fmla="*/ 877895 h 1029388"/>
                <a:gd name="connsiteX118" fmla="*/ 392557 w 704088"/>
                <a:gd name="connsiteY118" fmla="*/ 872307 h 1029388"/>
                <a:gd name="connsiteX119" fmla="*/ 447040 w 704088"/>
                <a:gd name="connsiteY119" fmla="*/ 840176 h 1029388"/>
                <a:gd name="connsiteX120" fmla="*/ 454025 w 704088"/>
                <a:gd name="connsiteY120" fmla="*/ 833191 h 1029388"/>
                <a:gd name="connsiteX121" fmla="*/ 463804 w 704088"/>
                <a:gd name="connsiteY121" fmla="*/ 826206 h 1029388"/>
                <a:gd name="connsiteX122" fmla="*/ 511302 w 704088"/>
                <a:gd name="connsiteY122" fmla="*/ 757753 h 1029388"/>
                <a:gd name="connsiteX123" fmla="*/ 519684 w 704088"/>
                <a:gd name="connsiteY123" fmla="*/ 736798 h 1029388"/>
                <a:gd name="connsiteX124" fmla="*/ 522478 w 704088"/>
                <a:gd name="connsiteY124" fmla="*/ 729813 h 1029388"/>
                <a:gd name="connsiteX125" fmla="*/ 528066 w 704088"/>
                <a:gd name="connsiteY125" fmla="*/ 721431 h 1029388"/>
                <a:gd name="connsiteX126" fmla="*/ 537845 w 704088"/>
                <a:gd name="connsiteY126" fmla="*/ 641802 h 1029388"/>
                <a:gd name="connsiteX127" fmla="*/ 537845 w 704088"/>
                <a:gd name="connsiteY127" fmla="*/ 602686 h 1029388"/>
                <a:gd name="connsiteX128" fmla="*/ 474980 w 704088"/>
                <a:gd name="connsiteY128" fmla="*/ 595701 h 1029388"/>
                <a:gd name="connsiteX129" fmla="*/ 466598 w 704088"/>
                <a:gd name="connsiteY129" fmla="*/ 599892 h 1029388"/>
                <a:gd name="connsiteX130" fmla="*/ 456819 w 704088"/>
                <a:gd name="connsiteY130" fmla="*/ 606877 h 1029388"/>
                <a:gd name="connsiteX131" fmla="*/ 448437 w 704088"/>
                <a:gd name="connsiteY131" fmla="*/ 611068 h 1029388"/>
                <a:gd name="connsiteX132" fmla="*/ 435864 w 704088"/>
                <a:gd name="connsiteY132" fmla="*/ 616656 h 1029388"/>
                <a:gd name="connsiteX133" fmla="*/ 388366 w 704088"/>
                <a:gd name="connsiteY133" fmla="*/ 626435 h 1029388"/>
                <a:gd name="connsiteX134" fmla="*/ 254254 w 704088"/>
                <a:gd name="connsiteY134" fmla="*/ 637611 h 1029388"/>
                <a:gd name="connsiteX135" fmla="*/ 220726 w 704088"/>
                <a:gd name="connsiteY135" fmla="*/ 627832 h 1029388"/>
                <a:gd name="connsiteX136" fmla="*/ 141097 w 704088"/>
                <a:gd name="connsiteY136" fmla="*/ 591510 h 1029388"/>
                <a:gd name="connsiteX137" fmla="*/ 132715 w 704088"/>
                <a:gd name="connsiteY137" fmla="*/ 585922 h 1029388"/>
                <a:gd name="connsiteX138" fmla="*/ 75438 w 704088"/>
                <a:gd name="connsiteY138" fmla="*/ 511881 h 1029388"/>
                <a:gd name="connsiteX139" fmla="*/ 40513 w 704088"/>
                <a:gd name="connsiteY139" fmla="*/ 442031 h 1029388"/>
                <a:gd name="connsiteX140" fmla="*/ 26543 w 704088"/>
                <a:gd name="connsiteY140" fmla="*/ 340050 h 1029388"/>
                <a:gd name="connsiteX141" fmla="*/ 29337 w 704088"/>
                <a:gd name="connsiteY141" fmla="*/ 312110 h 1029388"/>
                <a:gd name="connsiteX142" fmla="*/ 34925 w 704088"/>
                <a:gd name="connsiteY142" fmla="*/ 268803 h 1029388"/>
                <a:gd name="connsiteX143" fmla="*/ 89408 w 704088"/>
                <a:gd name="connsiteY143" fmla="*/ 162631 h 1029388"/>
                <a:gd name="connsiteX144" fmla="*/ 117348 w 704088"/>
                <a:gd name="connsiteY144" fmla="*/ 129103 h 1029388"/>
                <a:gd name="connsiteX145" fmla="*/ 173228 w 704088"/>
                <a:gd name="connsiteY145" fmla="*/ 76017 h 1029388"/>
                <a:gd name="connsiteX146" fmla="*/ 278003 w 704088"/>
                <a:gd name="connsiteY146" fmla="*/ 38298 h 1029388"/>
                <a:gd name="connsiteX147" fmla="*/ 303149 w 704088"/>
                <a:gd name="connsiteY147" fmla="*/ 31313 h 1029388"/>
                <a:gd name="connsiteX148" fmla="*/ 322707 w 704088"/>
                <a:gd name="connsiteY148" fmla="*/ 28519 h 1029388"/>
                <a:gd name="connsiteX149" fmla="*/ 331089 w 704088"/>
                <a:gd name="connsiteY149" fmla="*/ 28519 h 1029388"/>
                <a:gd name="connsiteX150" fmla="*/ 370205 w 704088"/>
                <a:gd name="connsiteY150" fmla="*/ 27122 h 1029388"/>
                <a:gd name="connsiteX151" fmla="*/ 483362 w 704088"/>
                <a:gd name="connsiteY151" fmla="*/ 55062 h 1029388"/>
                <a:gd name="connsiteX152" fmla="*/ 491744 w 704088"/>
                <a:gd name="connsiteY152" fmla="*/ 60650 h 1029388"/>
                <a:gd name="connsiteX153" fmla="*/ 498729 w 704088"/>
                <a:gd name="connsiteY153" fmla="*/ 63444 h 1029388"/>
                <a:gd name="connsiteX154" fmla="*/ 514096 w 704088"/>
                <a:gd name="connsiteY154" fmla="*/ 71826 h 1029388"/>
                <a:gd name="connsiteX155" fmla="*/ 558800 w 704088"/>
                <a:gd name="connsiteY155" fmla="*/ 99766 h 1029388"/>
                <a:gd name="connsiteX156" fmla="*/ 616077 w 704088"/>
                <a:gd name="connsiteY156" fmla="*/ 172410 h 1029388"/>
                <a:gd name="connsiteX157" fmla="*/ 628650 w 704088"/>
                <a:gd name="connsiteY157" fmla="*/ 194762 h 1029388"/>
                <a:gd name="connsiteX158" fmla="*/ 638429 w 704088"/>
                <a:gd name="connsiteY158" fmla="*/ 212923 h 1029388"/>
                <a:gd name="connsiteX159" fmla="*/ 667766 w 704088"/>
                <a:gd name="connsiteY159" fmla="*/ 317698 h 1029388"/>
                <a:gd name="connsiteX160" fmla="*/ 667766 w 704088"/>
                <a:gd name="connsiteY160" fmla="*/ 326080 h 1029388"/>
                <a:gd name="connsiteX161" fmla="*/ 673354 w 704088"/>
                <a:gd name="connsiteY161" fmla="*/ 354020 h 1029388"/>
                <a:gd name="connsiteX162" fmla="*/ 674751 w 704088"/>
                <a:gd name="connsiteY162" fmla="*/ 373578 h 1029388"/>
                <a:gd name="connsiteX163" fmla="*/ 676148 w 704088"/>
                <a:gd name="connsiteY163" fmla="*/ 391739 h 1029388"/>
                <a:gd name="connsiteX164" fmla="*/ 677545 w 704088"/>
                <a:gd name="connsiteY164" fmla="*/ 398724 h 1029388"/>
                <a:gd name="connsiteX165" fmla="*/ 674751 w 704088"/>
                <a:gd name="connsiteY165" fmla="*/ 411297 h 1029388"/>
                <a:gd name="connsiteX166" fmla="*/ 674751 w 704088"/>
                <a:gd name="connsiteY166" fmla="*/ 469971 h 1029388"/>
                <a:gd name="connsiteX167" fmla="*/ 676148 w 704088"/>
                <a:gd name="connsiteY167" fmla="*/ 514675 h 102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704088" h="1029388">
                  <a:moveTo>
                    <a:pt x="701294" y="414091"/>
                  </a:moveTo>
                  <a:cubicBezTo>
                    <a:pt x="702691" y="408503"/>
                    <a:pt x="704088" y="404312"/>
                    <a:pt x="704088" y="394533"/>
                  </a:cubicBezTo>
                  <a:lnTo>
                    <a:pt x="701294" y="384754"/>
                  </a:lnTo>
                  <a:lnTo>
                    <a:pt x="701294" y="372181"/>
                  </a:lnTo>
                  <a:lnTo>
                    <a:pt x="699897" y="361005"/>
                  </a:lnTo>
                  <a:cubicBezTo>
                    <a:pt x="702691" y="348432"/>
                    <a:pt x="695706" y="334462"/>
                    <a:pt x="694309" y="323286"/>
                  </a:cubicBezTo>
                  <a:cubicBezTo>
                    <a:pt x="694309" y="317698"/>
                    <a:pt x="695706" y="313507"/>
                    <a:pt x="694309" y="307919"/>
                  </a:cubicBezTo>
                  <a:cubicBezTo>
                    <a:pt x="684530" y="274391"/>
                    <a:pt x="681736" y="228290"/>
                    <a:pt x="660781" y="198953"/>
                  </a:cubicBezTo>
                  <a:lnTo>
                    <a:pt x="653796" y="183586"/>
                  </a:lnTo>
                  <a:cubicBezTo>
                    <a:pt x="651002" y="176601"/>
                    <a:pt x="646811" y="165425"/>
                    <a:pt x="637032" y="155646"/>
                  </a:cubicBezTo>
                  <a:cubicBezTo>
                    <a:pt x="624459" y="124912"/>
                    <a:pt x="597916" y="105354"/>
                    <a:pt x="571373" y="77414"/>
                  </a:cubicBezTo>
                  <a:cubicBezTo>
                    <a:pt x="551815" y="69032"/>
                    <a:pt x="540639" y="49474"/>
                    <a:pt x="518287" y="45283"/>
                  </a:cubicBezTo>
                  <a:cubicBezTo>
                    <a:pt x="515493" y="41092"/>
                    <a:pt x="508508" y="38298"/>
                    <a:pt x="497332" y="32710"/>
                  </a:cubicBezTo>
                  <a:cubicBezTo>
                    <a:pt x="493141" y="28519"/>
                    <a:pt x="487553" y="28519"/>
                    <a:pt x="483362" y="28519"/>
                  </a:cubicBezTo>
                  <a:cubicBezTo>
                    <a:pt x="448437" y="18740"/>
                    <a:pt x="413512" y="10358"/>
                    <a:pt x="374396" y="579"/>
                  </a:cubicBezTo>
                  <a:cubicBezTo>
                    <a:pt x="360426" y="-818"/>
                    <a:pt x="346456" y="579"/>
                    <a:pt x="332486" y="1976"/>
                  </a:cubicBezTo>
                  <a:cubicBezTo>
                    <a:pt x="331089" y="1976"/>
                    <a:pt x="328295" y="579"/>
                    <a:pt x="322707" y="579"/>
                  </a:cubicBezTo>
                  <a:cubicBezTo>
                    <a:pt x="304546" y="579"/>
                    <a:pt x="289179" y="7564"/>
                    <a:pt x="272415" y="11755"/>
                  </a:cubicBezTo>
                  <a:cubicBezTo>
                    <a:pt x="233299" y="18740"/>
                    <a:pt x="191389" y="32710"/>
                    <a:pt x="159258" y="52268"/>
                  </a:cubicBezTo>
                  <a:cubicBezTo>
                    <a:pt x="136906" y="67635"/>
                    <a:pt x="114554" y="91384"/>
                    <a:pt x="97790" y="112339"/>
                  </a:cubicBezTo>
                  <a:lnTo>
                    <a:pt x="68453" y="144470"/>
                  </a:lnTo>
                  <a:cubicBezTo>
                    <a:pt x="39116" y="180792"/>
                    <a:pt x="16764" y="217114"/>
                    <a:pt x="9779" y="264612"/>
                  </a:cubicBezTo>
                  <a:cubicBezTo>
                    <a:pt x="6985" y="278582"/>
                    <a:pt x="4191" y="292552"/>
                    <a:pt x="2794" y="307919"/>
                  </a:cubicBezTo>
                  <a:cubicBezTo>
                    <a:pt x="1397" y="314904"/>
                    <a:pt x="0" y="328874"/>
                    <a:pt x="0" y="340050"/>
                  </a:cubicBezTo>
                  <a:cubicBezTo>
                    <a:pt x="0" y="380563"/>
                    <a:pt x="0" y="426664"/>
                    <a:pt x="16764" y="454604"/>
                  </a:cubicBezTo>
                  <a:cubicBezTo>
                    <a:pt x="23749" y="481147"/>
                    <a:pt x="39116" y="500705"/>
                    <a:pt x="53086" y="524454"/>
                  </a:cubicBezTo>
                  <a:cubicBezTo>
                    <a:pt x="69850" y="555188"/>
                    <a:pt x="90805" y="580334"/>
                    <a:pt x="117348" y="606877"/>
                  </a:cubicBezTo>
                  <a:lnTo>
                    <a:pt x="125730" y="612465"/>
                  </a:lnTo>
                  <a:cubicBezTo>
                    <a:pt x="150876" y="633420"/>
                    <a:pt x="180213" y="643199"/>
                    <a:pt x="213741" y="652978"/>
                  </a:cubicBezTo>
                  <a:cubicBezTo>
                    <a:pt x="224917" y="655772"/>
                    <a:pt x="236093" y="661360"/>
                    <a:pt x="248666" y="664154"/>
                  </a:cubicBezTo>
                  <a:cubicBezTo>
                    <a:pt x="298958" y="678124"/>
                    <a:pt x="342265" y="662757"/>
                    <a:pt x="392557" y="652978"/>
                  </a:cubicBezTo>
                  <a:cubicBezTo>
                    <a:pt x="407924" y="650184"/>
                    <a:pt x="424688" y="650184"/>
                    <a:pt x="440055" y="643199"/>
                  </a:cubicBezTo>
                  <a:cubicBezTo>
                    <a:pt x="445643" y="643199"/>
                    <a:pt x="449834" y="641802"/>
                    <a:pt x="455422" y="639008"/>
                  </a:cubicBezTo>
                  <a:lnTo>
                    <a:pt x="462407" y="633420"/>
                  </a:lnTo>
                  <a:cubicBezTo>
                    <a:pt x="465201" y="632023"/>
                    <a:pt x="467995" y="630626"/>
                    <a:pt x="470789" y="629229"/>
                  </a:cubicBezTo>
                  <a:lnTo>
                    <a:pt x="480568" y="623641"/>
                  </a:lnTo>
                  <a:cubicBezTo>
                    <a:pt x="481965" y="622244"/>
                    <a:pt x="484759" y="620847"/>
                    <a:pt x="493141" y="616656"/>
                  </a:cubicBezTo>
                  <a:cubicBezTo>
                    <a:pt x="497332" y="611068"/>
                    <a:pt x="504317" y="608274"/>
                    <a:pt x="511302" y="605480"/>
                  </a:cubicBezTo>
                  <a:cubicBezTo>
                    <a:pt x="511302" y="616656"/>
                    <a:pt x="512699" y="629229"/>
                    <a:pt x="511302" y="639008"/>
                  </a:cubicBezTo>
                  <a:cubicBezTo>
                    <a:pt x="509905" y="659963"/>
                    <a:pt x="511302" y="692094"/>
                    <a:pt x="502920" y="710255"/>
                  </a:cubicBezTo>
                  <a:cubicBezTo>
                    <a:pt x="501523" y="713049"/>
                    <a:pt x="500126" y="715843"/>
                    <a:pt x="498729" y="718637"/>
                  </a:cubicBezTo>
                  <a:cubicBezTo>
                    <a:pt x="498729" y="718637"/>
                    <a:pt x="494538" y="728416"/>
                    <a:pt x="493141" y="736798"/>
                  </a:cubicBezTo>
                  <a:lnTo>
                    <a:pt x="487553" y="746577"/>
                  </a:lnTo>
                  <a:cubicBezTo>
                    <a:pt x="476377" y="768929"/>
                    <a:pt x="462407" y="789884"/>
                    <a:pt x="444246" y="808045"/>
                  </a:cubicBezTo>
                  <a:lnTo>
                    <a:pt x="434467" y="815030"/>
                  </a:lnTo>
                  <a:lnTo>
                    <a:pt x="427482" y="822015"/>
                  </a:lnTo>
                  <a:cubicBezTo>
                    <a:pt x="414909" y="835985"/>
                    <a:pt x="406527" y="841573"/>
                    <a:pt x="386969" y="847161"/>
                  </a:cubicBezTo>
                  <a:lnTo>
                    <a:pt x="364617" y="851352"/>
                  </a:lnTo>
                  <a:lnTo>
                    <a:pt x="356235" y="852749"/>
                  </a:lnTo>
                  <a:cubicBezTo>
                    <a:pt x="354838" y="852749"/>
                    <a:pt x="352044" y="852749"/>
                    <a:pt x="336677" y="851352"/>
                  </a:cubicBezTo>
                  <a:cubicBezTo>
                    <a:pt x="291973" y="847161"/>
                    <a:pt x="259842" y="826206"/>
                    <a:pt x="245872" y="794075"/>
                  </a:cubicBezTo>
                  <a:cubicBezTo>
                    <a:pt x="244475" y="788487"/>
                    <a:pt x="237490" y="785693"/>
                    <a:pt x="236093" y="780105"/>
                  </a:cubicBezTo>
                  <a:lnTo>
                    <a:pt x="230505" y="763341"/>
                  </a:lnTo>
                  <a:lnTo>
                    <a:pt x="226314" y="756356"/>
                  </a:lnTo>
                  <a:cubicBezTo>
                    <a:pt x="224917" y="753562"/>
                    <a:pt x="223520" y="749371"/>
                    <a:pt x="217932" y="740989"/>
                  </a:cubicBezTo>
                  <a:cubicBezTo>
                    <a:pt x="212344" y="729813"/>
                    <a:pt x="205359" y="729813"/>
                    <a:pt x="194183" y="731210"/>
                  </a:cubicBezTo>
                  <a:cubicBezTo>
                    <a:pt x="177419" y="734004"/>
                    <a:pt x="156464" y="727019"/>
                    <a:pt x="134112" y="727019"/>
                  </a:cubicBezTo>
                  <a:cubicBezTo>
                    <a:pt x="99187" y="736798"/>
                    <a:pt x="61468" y="724225"/>
                    <a:pt x="25146" y="727019"/>
                  </a:cubicBezTo>
                  <a:cubicBezTo>
                    <a:pt x="-9779" y="729813"/>
                    <a:pt x="37719" y="844367"/>
                    <a:pt x="43307" y="859734"/>
                  </a:cubicBezTo>
                  <a:cubicBezTo>
                    <a:pt x="44704" y="861131"/>
                    <a:pt x="46101" y="863925"/>
                    <a:pt x="48895" y="870910"/>
                  </a:cubicBezTo>
                  <a:cubicBezTo>
                    <a:pt x="75438" y="912820"/>
                    <a:pt x="117348" y="939363"/>
                    <a:pt x="156464" y="977082"/>
                  </a:cubicBezTo>
                  <a:cubicBezTo>
                    <a:pt x="196977" y="995243"/>
                    <a:pt x="241681" y="1020389"/>
                    <a:pt x="286385" y="1025977"/>
                  </a:cubicBezTo>
                  <a:lnTo>
                    <a:pt x="317119" y="1028771"/>
                  </a:lnTo>
                  <a:cubicBezTo>
                    <a:pt x="356235" y="1032962"/>
                    <a:pt x="412115" y="1014801"/>
                    <a:pt x="452628" y="1005022"/>
                  </a:cubicBezTo>
                  <a:cubicBezTo>
                    <a:pt x="469392" y="998037"/>
                    <a:pt x="484759" y="989655"/>
                    <a:pt x="504317" y="981273"/>
                  </a:cubicBezTo>
                  <a:cubicBezTo>
                    <a:pt x="514096" y="972891"/>
                    <a:pt x="526669" y="971494"/>
                    <a:pt x="539242" y="964509"/>
                  </a:cubicBezTo>
                  <a:cubicBezTo>
                    <a:pt x="546227" y="960318"/>
                    <a:pt x="553212" y="956127"/>
                    <a:pt x="564388" y="946348"/>
                  </a:cubicBezTo>
                  <a:lnTo>
                    <a:pt x="575564" y="937966"/>
                  </a:lnTo>
                  <a:lnTo>
                    <a:pt x="590931" y="923996"/>
                  </a:lnTo>
                  <a:cubicBezTo>
                    <a:pt x="599313" y="910026"/>
                    <a:pt x="613283" y="901644"/>
                    <a:pt x="620268" y="887674"/>
                  </a:cubicBezTo>
                  <a:cubicBezTo>
                    <a:pt x="625856" y="877895"/>
                    <a:pt x="627253" y="865322"/>
                    <a:pt x="637032" y="851352"/>
                  </a:cubicBezTo>
                  <a:cubicBezTo>
                    <a:pt x="638429" y="842970"/>
                    <a:pt x="644017" y="835985"/>
                    <a:pt x="651002" y="822015"/>
                  </a:cubicBezTo>
                  <a:cubicBezTo>
                    <a:pt x="653796" y="808045"/>
                    <a:pt x="660781" y="796869"/>
                    <a:pt x="666369" y="785693"/>
                  </a:cubicBezTo>
                  <a:cubicBezTo>
                    <a:pt x="667766" y="781502"/>
                    <a:pt x="670560" y="777311"/>
                    <a:pt x="671957" y="768929"/>
                  </a:cubicBezTo>
                  <a:cubicBezTo>
                    <a:pt x="673354" y="739592"/>
                    <a:pt x="687324" y="713049"/>
                    <a:pt x="685927" y="683712"/>
                  </a:cubicBezTo>
                  <a:cubicBezTo>
                    <a:pt x="691515" y="658566"/>
                    <a:pt x="694309" y="633420"/>
                    <a:pt x="697103" y="608274"/>
                  </a:cubicBezTo>
                  <a:cubicBezTo>
                    <a:pt x="698500" y="592907"/>
                    <a:pt x="697103" y="577540"/>
                    <a:pt x="699897" y="562173"/>
                  </a:cubicBezTo>
                  <a:cubicBezTo>
                    <a:pt x="701294" y="557982"/>
                    <a:pt x="701294" y="553791"/>
                    <a:pt x="701294" y="549600"/>
                  </a:cubicBezTo>
                  <a:lnTo>
                    <a:pt x="699897" y="537027"/>
                  </a:lnTo>
                  <a:cubicBezTo>
                    <a:pt x="699897" y="531439"/>
                    <a:pt x="702691" y="513278"/>
                    <a:pt x="702691" y="510484"/>
                  </a:cubicBezTo>
                  <a:cubicBezTo>
                    <a:pt x="697103" y="497911"/>
                    <a:pt x="701294" y="482544"/>
                    <a:pt x="701294" y="469971"/>
                  </a:cubicBezTo>
                  <a:lnTo>
                    <a:pt x="701294" y="414091"/>
                  </a:lnTo>
                  <a:close/>
                  <a:moveTo>
                    <a:pt x="676148" y="514675"/>
                  </a:moveTo>
                  <a:lnTo>
                    <a:pt x="674751" y="521660"/>
                  </a:lnTo>
                  <a:cubicBezTo>
                    <a:pt x="673354" y="527248"/>
                    <a:pt x="673354" y="531439"/>
                    <a:pt x="673354" y="537027"/>
                  </a:cubicBezTo>
                  <a:lnTo>
                    <a:pt x="674751" y="549600"/>
                  </a:lnTo>
                  <a:cubicBezTo>
                    <a:pt x="674751" y="552394"/>
                    <a:pt x="674751" y="555188"/>
                    <a:pt x="673354" y="557982"/>
                  </a:cubicBezTo>
                  <a:cubicBezTo>
                    <a:pt x="670560" y="573349"/>
                    <a:pt x="671957" y="590113"/>
                    <a:pt x="670560" y="605480"/>
                  </a:cubicBezTo>
                  <a:cubicBezTo>
                    <a:pt x="667766" y="629229"/>
                    <a:pt x="664972" y="654375"/>
                    <a:pt x="659384" y="682315"/>
                  </a:cubicBezTo>
                  <a:cubicBezTo>
                    <a:pt x="660781" y="711652"/>
                    <a:pt x="646811" y="738195"/>
                    <a:pt x="645414" y="766135"/>
                  </a:cubicBezTo>
                  <a:lnTo>
                    <a:pt x="642620" y="773120"/>
                  </a:lnTo>
                  <a:cubicBezTo>
                    <a:pt x="635635" y="787090"/>
                    <a:pt x="627253" y="799663"/>
                    <a:pt x="625856" y="815030"/>
                  </a:cubicBezTo>
                  <a:lnTo>
                    <a:pt x="618871" y="824809"/>
                  </a:lnTo>
                  <a:cubicBezTo>
                    <a:pt x="616077" y="830397"/>
                    <a:pt x="613283" y="835985"/>
                    <a:pt x="611886" y="842970"/>
                  </a:cubicBezTo>
                  <a:cubicBezTo>
                    <a:pt x="603504" y="852749"/>
                    <a:pt x="602107" y="863925"/>
                    <a:pt x="596519" y="875101"/>
                  </a:cubicBezTo>
                  <a:cubicBezTo>
                    <a:pt x="590931" y="887674"/>
                    <a:pt x="576961" y="897453"/>
                    <a:pt x="569976" y="908629"/>
                  </a:cubicBezTo>
                  <a:lnTo>
                    <a:pt x="560197" y="915614"/>
                  </a:lnTo>
                  <a:lnTo>
                    <a:pt x="547624" y="925393"/>
                  </a:lnTo>
                  <a:lnTo>
                    <a:pt x="540639" y="930981"/>
                  </a:lnTo>
                  <a:lnTo>
                    <a:pt x="535051" y="936569"/>
                  </a:lnTo>
                  <a:lnTo>
                    <a:pt x="525272" y="942157"/>
                  </a:lnTo>
                  <a:cubicBezTo>
                    <a:pt x="512699" y="947745"/>
                    <a:pt x="500126" y="949142"/>
                    <a:pt x="488950" y="958921"/>
                  </a:cubicBezTo>
                  <a:cubicBezTo>
                    <a:pt x="473583" y="965906"/>
                    <a:pt x="458216" y="972891"/>
                    <a:pt x="442849" y="979876"/>
                  </a:cubicBezTo>
                  <a:cubicBezTo>
                    <a:pt x="409321" y="988258"/>
                    <a:pt x="353441" y="1006419"/>
                    <a:pt x="319913" y="1002228"/>
                  </a:cubicBezTo>
                  <a:lnTo>
                    <a:pt x="289179" y="999434"/>
                  </a:lnTo>
                  <a:cubicBezTo>
                    <a:pt x="251460" y="993846"/>
                    <a:pt x="205359" y="968700"/>
                    <a:pt x="170434" y="953333"/>
                  </a:cubicBezTo>
                  <a:cubicBezTo>
                    <a:pt x="136906" y="921202"/>
                    <a:pt x="96393" y="896056"/>
                    <a:pt x="71247" y="856940"/>
                  </a:cubicBezTo>
                  <a:cubicBezTo>
                    <a:pt x="69850" y="852749"/>
                    <a:pt x="68453" y="848558"/>
                    <a:pt x="64262" y="841573"/>
                  </a:cubicBezTo>
                  <a:cubicBezTo>
                    <a:pt x="53086" y="813633"/>
                    <a:pt x="41910" y="784296"/>
                    <a:pt x="43307" y="753562"/>
                  </a:cubicBezTo>
                  <a:cubicBezTo>
                    <a:pt x="75438" y="754959"/>
                    <a:pt x="107569" y="760547"/>
                    <a:pt x="138303" y="753562"/>
                  </a:cubicBezTo>
                  <a:cubicBezTo>
                    <a:pt x="157861" y="754959"/>
                    <a:pt x="177419" y="760547"/>
                    <a:pt x="196977" y="757753"/>
                  </a:cubicBezTo>
                  <a:cubicBezTo>
                    <a:pt x="199771" y="761944"/>
                    <a:pt x="201168" y="766135"/>
                    <a:pt x="206756" y="775914"/>
                  </a:cubicBezTo>
                  <a:lnTo>
                    <a:pt x="209550" y="787090"/>
                  </a:lnTo>
                  <a:cubicBezTo>
                    <a:pt x="212344" y="794075"/>
                    <a:pt x="216535" y="801060"/>
                    <a:pt x="223520" y="806648"/>
                  </a:cubicBezTo>
                  <a:cubicBezTo>
                    <a:pt x="241681" y="849955"/>
                    <a:pt x="283591" y="873704"/>
                    <a:pt x="333883" y="877895"/>
                  </a:cubicBezTo>
                  <a:lnTo>
                    <a:pt x="345059" y="879292"/>
                  </a:lnTo>
                  <a:cubicBezTo>
                    <a:pt x="350647" y="879292"/>
                    <a:pt x="354838" y="879292"/>
                    <a:pt x="363220" y="877895"/>
                  </a:cubicBezTo>
                  <a:lnTo>
                    <a:pt x="371602" y="877895"/>
                  </a:lnTo>
                  <a:lnTo>
                    <a:pt x="392557" y="872307"/>
                  </a:lnTo>
                  <a:cubicBezTo>
                    <a:pt x="417703" y="866719"/>
                    <a:pt x="431673" y="858337"/>
                    <a:pt x="447040" y="840176"/>
                  </a:cubicBezTo>
                  <a:lnTo>
                    <a:pt x="454025" y="833191"/>
                  </a:lnTo>
                  <a:lnTo>
                    <a:pt x="463804" y="826206"/>
                  </a:lnTo>
                  <a:cubicBezTo>
                    <a:pt x="484759" y="805251"/>
                    <a:pt x="500126" y="784296"/>
                    <a:pt x="511302" y="757753"/>
                  </a:cubicBezTo>
                  <a:cubicBezTo>
                    <a:pt x="515493" y="750768"/>
                    <a:pt x="519684" y="745180"/>
                    <a:pt x="519684" y="736798"/>
                  </a:cubicBezTo>
                  <a:lnTo>
                    <a:pt x="522478" y="729813"/>
                  </a:lnTo>
                  <a:cubicBezTo>
                    <a:pt x="523875" y="728416"/>
                    <a:pt x="525272" y="725622"/>
                    <a:pt x="528066" y="721431"/>
                  </a:cubicBezTo>
                  <a:cubicBezTo>
                    <a:pt x="539242" y="697682"/>
                    <a:pt x="536448" y="666948"/>
                    <a:pt x="537845" y="641802"/>
                  </a:cubicBezTo>
                  <a:cubicBezTo>
                    <a:pt x="539242" y="629229"/>
                    <a:pt x="537845" y="615259"/>
                    <a:pt x="537845" y="602686"/>
                  </a:cubicBezTo>
                  <a:cubicBezTo>
                    <a:pt x="537845" y="562173"/>
                    <a:pt x="491744" y="580334"/>
                    <a:pt x="474980" y="595701"/>
                  </a:cubicBezTo>
                  <a:cubicBezTo>
                    <a:pt x="472186" y="597098"/>
                    <a:pt x="469392" y="598495"/>
                    <a:pt x="466598" y="599892"/>
                  </a:cubicBezTo>
                  <a:lnTo>
                    <a:pt x="456819" y="606877"/>
                  </a:lnTo>
                  <a:lnTo>
                    <a:pt x="448437" y="611068"/>
                  </a:lnTo>
                  <a:lnTo>
                    <a:pt x="435864" y="616656"/>
                  </a:lnTo>
                  <a:cubicBezTo>
                    <a:pt x="421894" y="623641"/>
                    <a:pt x="403733" y="625038"/>
                    <a:pt x="388366" y="626435"/>
                  </a:cubicBezTo>
                  <a:cubicBezTo>
                    <a:pt x="343662" y="634817"/>
                    <a:pt x="300355" y="650184"/>
                    <a:pt x="254254" y="637611"/>
                  </a:cubicBezTo>
                  <a:cubicBezTo>
                    <a:pt x="243078" y="634817"/>
                    <a:pt x="231902" y="630626"/>
                    <a:pt x="220726" y="627832"/>
                  </a:cubicBezTo>
                  <a:cubicBezTo>
                    <a:pt x="187198" y="618053"/>
                    <a:pt x="162052" y="608274"/>
                    <a:pt x="141097" y="591510"/>
                  </a:cubicBezTo>
                  <a:lnTo>
                    <a:pt x="132715" y="585922"/>
                  </a:lnTo>
                  <a:cubicBezTo>
                    <a:pt x="110363" y="562173"/>
                    <a:pt x="90805" y="538424"/>
                    <a:pt x="75438" y="511881"/>
                  </a:cubicBezTo>
                  <a:cubicBezTo>
                    <a:pt x="64262" y="489529"/>
                    <a:pt x="47498" y="471368"/>
                    <a:pt x="40513" y="442031"/>
                  </a:cubicBezTo>
                  <a:cubicBezTo>
                    <a:pt x="26543" y="422473"/>
                    <a:pt x="26543" y="384754"/>
                    <a:pt x="26543" y="340050"/>
                  </a:cubicBezTo>
                  <a:cubicBezTo>
                    <a:pt x="26543" y="330271"/>
                    <a:pt x="27940" y="319095"/>
                    <a:pt x="29337" y="312110"/>
                  </a:cubicBezTo>
                  <a:cubicBezTo>
                    <a:pt x="29337" y="298140"/>
                    <a:pt x="33528" y="282773"/>
                    <a:pt x="34925" y="268803"/>
                  </a:cubicBezTo>
                  <a:cubicBezTo>
                    <a:pt x="41910" y="225496"/>
                    <a:pt x="62865" y="193365"/>
                    <a:pt x="89408" y="162631"/>
                  </a:cubicBezTo>
                  <a:lnTo>
                    <a:pt x="117348" y="129103"/>
                  </a:lnTo>
                  <a:cubicBezTo>
                    <a:pt x="135509" y="108148"/>
                    <a:pt x="155067" y="87193"/>
                    <a:pt x="173228" y="76017"/>
                  </a:cubicBezTo>
                  <a:cubicBezTo>
                    <a:pt x="201168" y="57856"/>
                    <a:pt x="241681" y="45283"/>
                    <a:pt x="278003" y="38298"/>
                  </a:cubicBezTo>
                  <a:lnTo>
                    <a:pt x="303149" y="31313"/>
                  </a:lnTo>
                  <a:cubicBezTo>
                    <a:pt x="310134" y="28519"/>
                    <a:pt x="317119" y="28519"/>
                    <a:pt x="322707" y="28519"/>
                  </a:cubicBezTo>
                  <a:cubicBezTo>
                    <a:pt x="326898" y="27122"/>
                    <a:pt x="329692" y="28519"/>
                    <a:pt x="331089" y="28519"/>
                  </a:cubicBezTo>
                  <a:cubicBezTo>
                    <a:pt x="343662" y="27122"/>
                    <a:pt x="357632" y="25725"/>
                    <a:pt x="370205" y="27122"/>
                  </a:cubicBezTo>
                  <a:cubicBezTo>
                    <a:pt x="407924" y="36901"/>
                    <a:pt x="442849" y="45283"/>
                    <a:pt x="483362" y="55062"/>
                  </a:cubicBezTo>
                  <a:lnTo>
                    <a:pt x="491744" y="60650"/>
                  </a:lnTo>
                  <a:lnTo>
                    <a:pt x="498729" y="63444"/>
                  </a:lnTo>
                  <a:cubicBezTo>
                    <a:pt x="502920" y="67635"/>
                    <a:pt x="508508" y="71826"/>
                    <a:pt x="514096" y="71826"/>
                  </a:cubicBezTo>
                  <a:cubicBezTo>
                    <a:pt x="522478" y="73223"/>
                    <a:pt x="546227" y="94178"/>
                    <a:pt x="558800" y="99766"/>
                  </a:cubicBezTo>
                  <a:cubicBezTo>
                    <a:pt x="576961" y="122118"/>
                    <a:pt x="603504" y="141676"/>
                    <a:pt x="616077" y="172410"/>
                  </a:cubicBezTo>
                  <a:cubicBezTo>
                    <a:pt x="623062" y="179395"/>
                    <a:pt x="627253" y="187777"/>
                    <a:pt x="628650" y="194762"/>
                  </a:cubicBezTo>
                  <a:lnTo>
                    <a:pt x="638429" y="212923"/>
                  </a:lnTo>
                  <a:cubicBezTo>
                    <a:pt x="655193" y="236672"/>
                    <a:pt x="660781" y="285567"/>
                    <a:pt x="667766" y="317698"/>
                  </a:cubicBezTo>
                  <a:lnTo>
                    <a:pt x="667766" y="326080"/>
                  </a:lnTo>
                  <a:cubicBezTo>
                    <a:pt x="669163" y="333065"/>
                    <a:pt x="670560" y="340050"/>
                    <a:pt x="673354" y="354020"/>
                  </a:cubicBezTo>
                  <a:cubicBezTo>
                    <a:pt x="673354" y="358211"/>
                    <a:pt x="673354" y="363799"/>
                    <a:pt x="674751" y="373578"/>
                  </a:cubicBezTo>
                  <a:cubicBezTo>
                    <a:pt x="673354" y="380563"/>
                    <a:pt x="674751" y="387548"/>
                    <a:pt x="676148" y="391739"/>
                  </a:cubicBezTo>
                  <a:lnTo>
                    <a:pt x="677545" y="398724"/>
                  </a:lnTo>
                  <a:cubicBezTo>
                    <a:pt x="677545" y="401518"/>
                    <a:pt x="676148" y="404312"/>
                    <a:pt x="674751" y="411297"/>
                  </a:cubicBezTo>
                  <a:lnTo>
                    <a:pt x="674751" y="469971"/>
                  </a:lnTo>
                  <a:cubicBezTo>
                    <a:pt x="674751" y="485338"/>
                    <a:pt x="671957" y="500705"/>
                    <a:pt x="676148" y="514675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Algorithmen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878289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055F1-2120-4831-A7D8-3E636F22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6B7923-9AAC-4432-B5CE-80B5E1AC2D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ist eine Schritt-für-Schritt-Anleitung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um ein Problem zu lösen</a:t>
            </a:r>
          </a:p>
        </p:txBody>
      </p:sp>
    </p:spTree>
    <p:extLst>
      <p:ext uri="{BB962C8B-B14F-4D97-AF65-F5344CB8AC3E}">
        <p14:creationId xmlns:p14="http://schemas.microsoft.com/office/powerpoint/2010/main" val="2289589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B9C5D-741D-43CF-BB08-6C98E329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Algorithmen Übung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B8836-A16F-4AC3-8D1E-E7AAA71F8F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Schreibe ein Programm, das die Zahlen von </a:t>
            </a:r>
            <a:r>
              <a:rPr lang="de-DE" b="1" dirty="0"/>
              <a:t>1</a:t>
            </a:r>
            <a:r>
              <a:rPr lang="de-DE" dirty="0"/>
              <a:t> bis </a:t>
            </a:r>
            <a:r>
              <a:rPr lang="de-DE" b="1" dirty="0"/>
              <a:t>21</a:t>
            </a:r>
            <a:r>
              <a:rPr lang="de-DE" dirty="0"/>
              <a:t> ausgibt.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Folgenden Regeln: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3</a:t>
            </a:r>
            <a:r>
              <a:rPr lang="de-DE" dirty="0"/>
              <a:t> teilbar ist → gib „</a:t>
            </a:r>
            <a:r>
              <a:rPr lang="de-DE" b="1" dirty="0"/>
              <a:t>Fizz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5</a:t>
            </a:r>
            <a:r>
              <a:rPr lang="de-DE" dirty="0"/>
              <a:t> teilbar ist → gib „</a:t>
            </a:r>
            <a:r>
              <a:rPr lang="de-DE" b="1" dirty="0"/>
              <a:t>Buzz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Wenn die Zahl durch </a:t>
            </a:r>
            <a:r>
              <a:rPr lang="de-DE" b="1" dirty="0"/>
              <a:t>3</a:t>
            </a:r>
            <a:r>
              <a:rPr lang="de-DE" dirty="0"/>
              <a:t> und </a:t>
            </a:r>
            <a:r>
              <a:rPr lang="de-DE" b="1" dirty="0"/>
              <a:t>5</a:t>
            </a:r>
            <a:r>
              <a:rPr lang="de-DE" dirty="0"/>
              <a:t> teilbar ist → gib „</a:t>
            </a:r>
            <a:r>
              <a:rPr lang="de-DE" b="1" dirty="0"/>
              <a:t>FizzBuzz</a:t>
            </a:r>
            <a:r>
              <a:rPr lang="de-DE" dirty="0"/>
              <a:t>“ aus.</a:t>
            </a:r>
          </a:p>
          <a:p>
            <a:pPr marL="522900" lvl="1" indent="-342900"/>
            <a:r>
              <a:rPr lang="de-DE" dirty="0"/>
              <a:t>Ansonsten → gib die Zahl selbst aus.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2749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DG PPT Master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216000" tIns="144000" rIns="216000" bIns="144000" rtlCol="0" anchor="t"/>
      <a:lstStyle>
        <a:defPPr algn="l">
          <a:defRPr sz="20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G_Folienmaster2.0 2025.pptx" id="{667249FA-1797-417D-B2C2-A5280B0652C5}" vid="{F15432C4-89E0-4C03-810C-31F35EF47179}"/>
    </a:ext>
  </a:extLst>
</a:theme>
</file>

<file path=ppt/theme/theme2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BIG_Folienmaster2.0 2025</Template>
  <TotalTime>0</TotalTime>
  <Words>1276</Words>
  <Application>Microsoft Office PowerPoint</Application>
  <PresentationFormat>Breitbild</PresentationFormat>
  <Paragraphs>260</Paragraphs>
  <Slides>31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8" baseType="lpstr">
      <vt:lpstr>Arial</vt:lpstr>
      <vt:lpstr>Calibri</vt:lpstr>
      <vt:lpstr>Consolas</vt:lpstr>
      <vt:lpstr>Hind</vt:lpstr>
      <vt:lpstr>Hind </vt:lpstr>
      <vt:lpstr>BDG PPT Master</vt:lpstr>
      <vt:lpstr>think-cell Folie</vt:lpstr>
      <vt:lpstr>Programmiergrundlagen</vt:lpstr>
      <vt:lpstr>Agenda</vt:lpstr>
      <vt:lpstr>Gängige Programmiersprachen  Direkt für Dich.</vt:lpstr>
      <vt:lpstr>Programmiersprachen</vt:lpstr>
      <vt:lpstr>Programmierparadigmen Direkt für Dich.</vt:lpstr>
      <vt:lpstr>Programmierparadigmen</vt:lpstr>
      <vt:lpstr>IDEs &amp; Entwicklungsumgebungen Direkt für Dich.</vt:lpstr>
      <vt:lpstr>IDEs &amp; Entwicklungsumgebungen</vt:lpstr>
      <vt:lpstr>Hello World in verschiedenen Programmiersprachen Direkt für Dich.</vt:lpstr>
      <vt:lpstr>PowerShell </vt:lpstr>
      <vt:lpstr>GO</vt:lpstr>
      <vt:lpstr>Shell</vt:lpstr>
      <vt:lpstr>Variablen &amp; Datentypen Direkt für Dich.</vt:lpstr>
      <vt:lpstr>Variablen &amp; Datentypen </vt:lpstr>
      <vt:lpstr>PowerPoint-Präsentation</vt:lpstr>
      <vt:lpstr>Operatoren</vt:lpstr>
      <vt:lpstr>Vergleichsoperatoren</vt:lpstr>
      <vt:lpstr>Logische Operatoren</vt:lpstr>
      <vt:lpstr>Zuweisungsoperatoren</vt:lpstr>
      <vt:lpstr>PowerPoint-Präsentation</vt:lpstr>
      <vt:lpstr>If/Else</vt:lpstr>
      <vt:lpstr>If/Else/ElseIf</vt:lpstr>
      <vt:lpstr>Switch</vt:lpstr>
      <vt:lpstr>PowerPoint-Präsentation</vt:lpstr>
      <vt:lpstr>For-Schleife</vt:lpstr>
      <vt:lpstr>While-Schleife Kopfgesteuert</vt:lpstr>
      <vt:lpstr>Do-While-Schleife Fußgesteuert</vt:lpstr>
      <vt:lpstr>Foreach-Schleife</vt:lpstr>
      <vt:lpstr>PowerPoint-Präsentation</vt:lpstr>
      <vt:lpstr>Algorithmen</vt:lpstr>
      <vt:lpstr>Algorithmen Übung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2025-10-23T08:01:38Z</dcterms:created>
  <dcterms:modified xsi:type="dcterms:W3CDTF">2026-01-12T10:39:33Z</dcterms:modified>
</cp:coreProperties>
</file>